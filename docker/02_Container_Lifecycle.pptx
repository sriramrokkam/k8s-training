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33" r:id="rId4"/>
  </p:sldMasterIdLst>
  <p:notesMasterIdLst>
    <p:notesMasterId r:id="rId20"/>
  </p:notesMasterIdLst>
  <p:handoutMasterIdLst>
    <p:handoutMasterId r:id="rId21"/>
  </p:handoutMasterIdLst>
  <p:sldIdLst>
    <p:sldId id="523" r:id="rId5"/>
    <p:sldId id="515" r:id="rId6"/>
    <p:sldId id="516" r:id="rId7"/>
    <p:sldId id="458" r:id="rId8"/>
    <p:sldId id="519" r:id="rId9"/>
    <p:sldId id="521" r:id="rId10"/>
    <p:sldId id="520" r:id="rId11"/>
    <p:sldId id="518" r:id="rId12"/>
    <p:sldId id="522" r:id="rId13"/>
    <p:sldId id="453" r:id="rId14"/>
    <p:sldId id="524" r:id="rId15"/>
    <p:sldId id="382" r:id="rId16"/>
    <p:sldId id="457" r:id="rId17"/>
    <p:sldId id="469" r:id="rId18"/>
    <p:sldId id="265" r:id="rId19"/>
  </p:sldIdLst>
  <p:sldSz cx="12195175" cy="6858000"/>
  <p:notesSz cx="6858000" cy="9144000"/>
  <p:defaultTextStyle>
    <a:defPPr>
      <a:defRPr lang="de-DE"/>
    </a:defPPr>
    <a:lvl1pPr marL="0" algn="l" defTabSz="1088776" rtl="0" eaLnBrk="1" latinLnBrk="0" hangingPunct="1">
      <a:defRPr lang="de-DE" sz="2100" kern="1200">
        <a:solidFill>
          <a:schemeClr val="tx1"/>
        </a:solidFill>
        <a:latin typeface="Arial"/>
        <a:ea typeface="+mn-ea"/>
        <a:cs typeface="+mn-cs"/>
      </a:defRPr>
    </a:lvl1pPr>
    <a:lvl2pPr marL="544388" algn="l" defTabSz="1088776" rtl="0" eaLnBrk="1" latinLnBrk="0" hangingPunct="1">
      <a:buClr>
        <a:srgbClr val="FDB913"/>
      </a:buClr>
      <a:buSzPct val="100000"/>
      <a:buFont typeface="wingdings"/>
      <a:buChar char=""/>
      <a:defRPr lang="de-DE" sz="2100" kern="1200">
        <a:solidFill>
          <a:schemeClr val="tx1"/>
        </a:solidFill>
        <a:latin typeface="Arial"/>
        <a:ea typeface="+mn-ea"/>
        <a:cs typeface="+mn-cs"/>
      </a:defRPr>
    </a:lvl2pPr>
    <a:lvl3pPr marL="1088776" algn="l" defTabSz="1088776" rtl="0" eaLnBrk="1" latinLnBrk="0" hangingPunct="1">
      <a:buClr>
        <a:srgbClr val="666666"/>
      </a:buClr>
      <a:buSzPct val="80000"/>
      <a:buFont typeface="Wingdings"/>
      <a:buChar char="n"/>
      <a:defRPr lang="de-DE" sz="1700" kern="1200">
        <a:solidFill>
          <a:schemeClr val="tx1"/>
        </a:solidFill>
        <a:latin typeface="Arial"/>
        <a:ea typeface="+mn-ea"/>
        <a:cs typeface="+mn-cs"/>
      </a:defRPr>
    </a:lvl3pPr>
    <a:lvl4pPr marL="1633164" algn="l" defTabSz="1088776" rtl="0" eaLnBrk="1" latinLnBrk="0" hangingPunct="1">
      <a:buClr>
        <a:srgbClr val="666666"/>
      </a:buClr>
      <a:buSzPct val="80000"/>
      <a:buFont typeface="Arial"/>
      <a:buChar char=""/>
      <a:defRPr lang="de-DE" sz="1400" kern="1200">
        <a:solidFill>
          <a:schemeClr val="tx1"/>
        </a:solidFill>
        <a:latin typeface="Arial"/>
        <a:ea typeface="+mn-ea"/>
        <a:cs typeface="+mn-cs"/>
      </a:defRPr>
    </a:lvl4pPr>
    <a:lvl5pPr marL="2177552" algn="l" defTabSz="1088776" rtl="0" eaLnBrk="1" latinLnBrk="0" hangingPunct="1">
      <a:buClr>
        <a:srgbClr val="666666"/>
      </a:buClr>
      <a:buSzPct val="80000"/>
      <a:buFont typeface="Arial"/>
      <a:buChar char=""/>
      <a:defRPr lang="de-DE" sz="1200" kern="1200">
        <a:solidFill>
          <a:schemeClr val="tx1"/>
        </a:solidFill>
        <a:latin typeface="Arial"/>
        <a:ea typeface="+mn-ea"/>
        <a:cs typeface="+mn-cs"/>
      </a:defRPr>
    </a:lvl5pPr>
    <a:lvl6pPr marL="2721940" algn="l" defTabSz="1088776" rtl="0" eaLnBrk="1" latinLnBrk="0" hangingPunct="1">
      <a:defRPr sz="2100" kern="1200">
        <a:solidFill>
          <a:schemeClr val="tx1"/>
        </a:solidFill>
        <a:latin typeface="+mn-lt"/>
        <a:ea typeface="+mn-ea"/>
        <a:cs typeface="+mn-cs"/>
      </a:defRPr>
    </a:lvl6pPr>
    <a:lvl7pPr marL="3266328" algn="l" defTabSz="1088776" rtl="0" eaLnBrk="1" latinLnBrk="0" hangingPunct="1">
      <a:defRPr sz="2100" kern="1200">
        <a:solidFill>
          <a:schemeClr val="tx1"/>
        </a:solidFill>
        <a:latin typeface="+mn-lt"/>
        <a:ea typeface="+mn-ea"/>
        <a:cs typeface="+mn-cs"/>
      </a:defRPr>
    </a:lvl7pPr>
    <a:lvl8pPr marL="3810716" algn="l" defTabSz="1088776" rtl="0" eaLnBrk="1" latinLnBrk="0" hangingPunct="1">
      <a:defRPr sz="2100" kern="1200">
        <a:solidFill>
          <a:schemeClr val="tx1"/>
        </a:solidFill>
        <a:latin typeface="+mn-lt"/>
        <a:ea typeface="+mn-ea"/>
        <a:cs typeface="+mn-cs"/>
      </a:defRPr>
    </a:lvl8pPr>
    <a:lvl9pPr marL="4355104" algn="l" defTabSz="1088776" rtl="0" eaLnBrk="1" latinLnBrk="0" hangingPunct="1">
      <a:defRPr sz="2100" kern="1200">
        <a:solidFill>
          <a:schemeClr val="tx1"/>
        </a:solidFill>
        <a:latin typeface="+mn-lt"/>
        <a:ea typeface="+mn-ea"/>
        <a:cs typeface="+mn-cs"/>
      </a:defRPr>
    </a:lvl9pPr>
  </p:defaultTextStyle>
  <p:extLst>
    <p:ext uri="{EFAFB233-063F-42B5-8137-9DF3F51BA10A}">
      <p15:sldGuideLst xmlns:p15="http://schemas.microsoft.com/office/powerpoint/2012/main">
        <p15:guide id="1" pos="3841" userDrawn="1">
          <p15:clr>
            <a:srgbClr val="A4A3A4"/>
          </p15:clr>
        </p15:guide>
        <p15:guide id="2" orient="horz" pos="1022" userDrawn="1">
          <p15:clr>
            <a:srgbClr val="A4A3A4"/>
          </p15:clr>
        </p15:guide>
        <p15:guide id="3" orient="horz" pos="4004" userDrawn="1">
          <p15:clr>
            <a:srgbClr val="A4A3A4"/>
          </p15:clr>
        </p15:guide>
        <p15:guide id="4" pos="303" userDrawn="1">
          <p15:clr>
            <a:srgbClr val="A4A3A4"/>
          </p15:clr>
        </p15:guide>
        <p15:guide id="5" pos="7356" userDrawn="1">
          <p15:clr>
            <a:srgbClr val="A4A3A4"/>
          </p15:clr>
        </p15:guide>
        <p15:guide id="7" orient="horz" pos="300"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Partsch, Holger" initials="PH" lastIdx="6" clrIdx="0">
    <p:extLst>
      <p:ext uri="{19B8F6BF-5375-455C-9EA6-DF929625EA0E}">
        <p15:presenceInfo xmlns:p15="http://schemas.microsoft.com/office/powerpoint/2012/main" userId="S-1-5-21-74642-3284969411-2123768488-120253"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prnPr scaleToFitPaper="1"/>
  <p:clrMru>
    <a:srgbClr val="FF0000"/>
    <a:srgbClr val="FFFF99"/>
    <a:srgbClr val="D1B9CC"/>
    <a:srgbClr val="FFCCFF"/>
    <a:srgbClr val="BB15AF"/>
    <a:srgbClr val="F0AB00"/>
    <a:srgbClr val="0F46A7"/>
    <a:srgbClr val="970A82"/>
    <a:srgbClr val="FF3399"/>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D5ABB26-0587-4C30-8999-92F81FD0307C}">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266" autoAdjust="0"/>
    <p:restoredTop sz="82834" autoAdjust="0"/>
  </p:normalViewPr>
  <p:slideViewPr>
    <p:cSldViewPr snapToGrid="0" showGuides="1">
      <p:cViewPr varScale="1">
        <p:scale>
          <a:sx n="125" d="100"/>
          <a:sy n="125" d="100"/>
        </p:scale>
        <p:origin x="2008" y="176"/>
      </p:cViewPr>
      <p:guideLst>
        <p:guide pos="3841"/>
        <p:guide orient="horz" pos="1022"/>
        <p:guide orient="horz" pos="4004"/>
        <p:guide pos="303"/>
        <p:guide pos="7356"/>
        <p:guide orient="horz" pos="300"/>
      </p:guideLst>
    </p:cSldViewPr>
  </p:slideViewPr>
  <p:outlineViewPr>
    <p:cViewPr>
      <p:scale>
        <a:sx n="33" d="100"/>
        <a:sy n="33" d="100"/>
      </p:scale>
      <p:origin x="0" y="-6394"/>
    </p:cViewPr>
  </p:outlineViewPr>
  <p:notesTextViewPr>
    <p:cViewPr>
      <p:scale>
        <a:sx n="150" d="100"/>
        <a:sy n="150" d="100"/>
      </p:scale>
      <p:origin x="0" y="0"/>
    </p:cViewPr>
  </p:notesTextViewPr>
  <p:sorterViewPr>
    <p:cViewPr varScale="1">
      <p:scale>
        <a:sx n="100" d="100"/>
        <a:sy n="100" d="100"/>
      </p:scale>
      <p:origin x="0" y="0"/>
    </p:cViewPr>
  </p:sorterViewPr>
  <p:notesViewPr>
    <p:cSldViewPr snapToGrid="0" showGuides="1">
      <p:cViewPr varScale="1">
        <p:scale>
          <a:sx n="92" d="100"/>
          <a:sy n="92" d="100"/>
        </p:scale>
        <p:origin x="4042" y="72"/>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ableStyles" Target="tableStyles.xml"/><Relationship Id="rId3" Type="http://schemas.openxmlformats.org/officeDocument/2006/relationships/customXml" Target="../customXml/item3.xml"/><Relationship Id="rId21" Type="http://schemas.openxmlformats.org/officeDocument/2006/relationships/handoutMaster" Target="handoutMasters/handout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commentAuthors" Target="commentAuthor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5" name="Slide Number Placeholder 4"/>
          <p:cNvSpPr>
            <a:spLocks noGrp="1"/>
          </p:cNvSpPr>
          <p:nvPr>
            <p:ph type="sldNum" sz="quarter" idx="3"/>
          </p:nvPr>
        </p:nvSpPr>
        <p:spPr>
          <a:xfrm>
            <a:off x="1943100" y="8685213"/>
            <a:ext cx="2971800" cy="457200"/>
          </a:xfrm>
          <a:prstGeom prst="rect">
            <a:avLst/>
          </a:prstGeom>
        </p:spPr>
        <p:txBody>
          <a:bodyPr vert="horz" lIns="91440" tIns="45720" rIns="91440" bIns="45720" rtlCol="0" anchor="b"/>
          <a:lstStyle>
            <a:lvl1pPr algn="r">
              <a:defRPr sz="1200"/>
            </a:lvl1pPr>
          </a:lstStyle>
          <a:p>
            <a:pPr algn="ctr"/>
            <a:fld id="{47855BD9-AF71-426C-9B9B-B0E52B88852E}" type="slidenum">
              <a:rPr lang="de-DE" sz="1000" smtClean="0"/>
              <a:pPr algn="ctr"/>
              <a:t>‹Nr.›</a:t>
            </a:fld>
            <a:endParaRPr lang="de-DE" sz="1000" dirty="0"/>
          </a:p>
        </p:txBody>
      </p:sp>
    </p:spTree>
    <p:extLst>
      <p:ext uri="{BB962C8B-B14F-4D97-AF65-F5344CB8AC3E}">
        <p14:creationId xmlns:p14="http://schemas.microsoft.com/office/powerpoint/2010/main" val="235993245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Slide Image Placeholder 3"/>
          <p:cNvSpPr>
            <a:spLocks noGrp="1" noRot="1" noChangeAspect="1"/>
          </p:cNvSpPr>
          <p:nvPr>
            <p:ph type="sldImg" idx="2"/>
          </p:nvPr>
        </p:nvSpPr>
        <p:spPr>
          <a:xfrm>
            <a:off x="547688" y="612775"/>
            <a:ext cx="5762625" cy="3241675"/>
          </a:xfrm>
          <a:prstGeom prst="rect">
            <a:avLst/>
          </a:prstGeom>
          <a:noFill/>
          <a:ln w="12700">
            <a:solidFill>
              <a:prstClr val="black"/>
            </a:solidFill>
          </a:ln>
        </p:spPr>
        <p:txBody>
          <a:bodyPr vert="horz" lIns="91440" tIns="45720" rIns="91440" bIns="45720" rtlCol="0" anchor="ctr"/>
          <a:lstStyle/>
          <a:p>
            <a:endParaRPr lang="de-DE" dirty="0"/>
          </a:p>
        </p:txBody>
      </p:sp>
      <p:sp>
        <p:nvSpPr>
          <p:cNvPr id="5" name="Notes Placeholder 4"/>
          <p:cNvSpPr>
            <a:spLocks noGrp="1"/>
          </p:cNvSpPr>
          <p:nvPr>
            <p:ph type="body" sz="quarter" idx="3"/>
          </p:nvPr>
        </p:nvSpPr>
        <p:spPr>
          <a:xfrm>
            <a:off x="549000" y="4120162"/>
            <a:ext cx="5760000" cy="4563560"/>
          </a:xfrm>
          <a:prstGeom prst="rect">
            <a:avLst/>
          </a:prstGeom>
        </p:spPr>
        <p:txBody>
          <a:bodyPr vert="horz" lIns="0" tIns="0" rIns="0" bIns="0" rtlCol="0">
            <a:normAutofit/>
          </a:bodyPr>
          <a:lstStyle/>
          <a:p>
            <a:pPr lvl="0"/>
            <a:r>
              <a:rPr lang="en-US" dirty="0"/>
              <a:t>Click to edit Master text styles</a:t>
            </a:r>
          </a:p>
          <a:p>
            <a:pPr lvl="1"/>
            <a:r>
              <a:rPr lang="en-US" dirty="0"/>
              <a:t>Second level</a:t>
            </a:r>
          </a:p>
          <a:p>
            <a:pPr lvl="2"/>
            <a:r>
              <a:rPr lang="en-US" dirty="0"/>
              <a:t>Third level</a:t>
            </a:r>
          </a:p>
        </p:txBody>
      </p:sp>
      <p:sp>
        <p:nvSpPr>
          <p:cNvPr id="7" name="Slide Number Placeholder 6"/>
          <p:cNvSpPr>
            <a:spLocks noGrp="1"/>
          </p:cNvSpPr>
          <p:nvPr>
            <p:ph type="sldNum" sz="quarter" idx="5"/>
          </p:nvPr>
        </p:nvSpPr>
        <p:spPr>
          <a:xfrm>
            <a:off x="2957512" y="8935722"/>
            <a:ext cx="942976" cy="205358"/>
          </a:xfrm>
          <a:prstGeom prst="rect">
            <a:avLst/>
          </a:prstGeom>
        </p:spPr>
        <p:txBody>
          <a:bodyPr vert="horz" lIns="91440" tIns="45720" rIns="91440" bIns="45720" rtlCol="0" anchor="b"/>
          <a:lstStyle>
            <a:lvl1pPr algn="ctr">
              <a:defRPr sz="800"/>
            </a:lvl1pPr>
          </a:lstStyle>
          <a:p>
            <a:fld id="{7D8C2C35-2B8A-446E-BEC0-FD36716C29AC}" type="slidenum">
              <a:rPr lang="de-DE" smtClean="0"/>
              <a:pPr/>
              <a:t>‹Nr.›</a:t>
            </a:fld>
            <a:endParaRPr lang="de-DE" dirty="0"/>
          </a:p>
        </p:txBody>
      </p:sp>
    </p:spTree>
    <p:extLst>
      <p:ext uri="{BB962C8B-B14F-4D97-AF65-F5344CB8AC3E}">
        <p14:creationId xmlns:p14="http://schemas.microsoft.com/office/powerpoint/2010/main" val="2847385487"/>
      </p:ext>
    </p:extLst>
  </p:cSld>
  <p:clrMap bg1="lt1" tx1="dk1" bg2="lt2" tx2="dk2" accent1="accent1" accent2="accent2" accent3="accent3" accent4="accent4" accent5="accent5" accent6="accent6" hlink="hlink" folHlink="folHlink"/>
  <p:notesStyle>
    <a:lvl1pPr marL="0" algn="l" defTabSz="1088776" rtl="0" eaLnBrk="1" latinLnBrk="0" hangingPunct="1">
      <a:defRPr sz="1400" kern="1200">
        <a:solidFill>
          <a:schemeClr val="tx1"/>
        </a:solidFill>
        <a:latin typeface="+mn-lt"/>
        <a:ea typeface="+mn-ea"/>
        <a:cs typeface="+mn-cs"/>
      </a:defRPr>
    </a:lvl1pPr>
    <a:lvl2pPr marL="180000" indent="-180000" algn="l" defTabSz="1088776" rtl="0" eaLnBrk="1" latinLnBrk="0" hangingPunct="1">
      <a:buClr>
        <a:schemeClr val="accent1"/>
      </a:buClr>
      <a:buSzPct val="100000"/>
      <a:buFont typeface="Wingdings" pitchFamily="2" charset="2"/>
      <a:buChar char=""/>
      <a:defRPr sz="1400" kern="1200">
        <a:solidFill>
          <a:schemeClr val="tx1"/>
        </a:solidFill>
        <a:latin typeface="+mn-lt"/>
        <a:ea typeface="+mn-ea"/>
        <a:cs typeface="+mn-cs"/>
      </a:defRPr>
    </a:lvl2pPr>
    <a:lvl3pPr marL="360000" indent="-180000" algn="l" defTabSz="1088776" rtl="0" eaLnBrk="1" latinLnBrk="0" hangingPunct="1">
      <a:buClr>
        <a:schemeClr val="accent2"/>
      </a:buClr>
      <a:buSzPct val="80000"/>
      <a:buFont typeface="Symbol" pitchFamily="18" charset="2"/>
      <a:buChar char="-"/>
      <a:defRPr sz="1200" kern="1200">
        <a:solidFill>
          <a:schemeClr val="tx1"/>
        </a:solidFill>
        <a:latin typeface="+mn-lt"/>
        <a:ea typeface="+mn-ea"/>
        <a:cs typeface="+mn-cs"/>
      </a:defRPr>
    </a:lvl3pPr>
    <a:lvl4pPr marL="674815" indent="-158780" algn="l" defTabSz="1088776" rtl="0" eaLnBrk="1" latinLnBrk="0" hangingPunct="1">
      <a:buClr>
        <a:schemeClr val="accent2"/>
      </a:buClr>
      <a:buFont typeface="Arial" pitchFamily="34" charset="0"/>
      <a:buChar char="–"/>
      <a:defRPr sz="1200" kern="1200">
        <a:solidFill>
          <a:schemeClr val="tx1"/>
        </a:solidFill>
        <a:latin typeface="+mn-lt"/>
        <a:ea typeface="+mn-ea"/>
        <a:cs typeface="+mn-cs"/>
      </a:defRPr>
    </a:lvl4pPr>
    <a:lvl5pPr marL="2177552" algn="l" defTabSz="1088776" rtl="0" eaLnBrk="1" latinLnBrk="0" hangingPunct="1">
      <a:defRPr sz="1400" kern="1200">
        <a:solidFill>
          <a:schemeClr val="tx1"/>
        </a:solidFill>
        <a:latin typeface="+mn-lt"/>
        <a:ea typeface="+mn-ea"/>
        <a:cs typeface="+mn-cs"/>
      </a:defRPr>
    </a:lvl5pPr>
    <a:lvl6pPr marL="2721940" algn="l" defTabSz="1088776" rtl="0" eaLnBrk="1" latinLnBrk="0" hangingPunct="1">
      <a:defRPr sz="1400" kern="1200">
        <a:solidFill>
          <a:schemeClr val="tx1"/>
        </a:solidFill>
        <a:latin typeface="+mn-lt"/>
        <a:ea typeface="+mn-ea"/>
        <a:cs typeface="+mn-cs"/>
      </a:defRPr>
    </a:lvl6pPr>
    <a:lvl7pPr marL="3266328" algn="l" defTabSz="1088776" rtl="0" eaLnBrk="1" latinLnBrk="0" hangingPunct="1">
      <a:defRPr sz="1400" kern="1200">
        <a:solidFill>
          <a:schemeClr val="tx1"/>
        </a:solidFill>
        <a:latin typeface="+mn-lt"/>
        <a:ea typeface="+mn-ea"/>
        <a:cs typeface="+mn-cs"/>
      </a:defRPr>
    </a:lvl7pPr>
    <a:lvl8pPr marL="3810716" algn="l" defTabSz="1088776" rtl="0" eaLnBrk="1" latinLnBrk="0" hangingPunct="1">
      <a:defRPr sz="1400" kern="1200">
        <a:solidFill>
          <a:schemeClr val="tx1"/>
        </a:solidFill>
        <a:latin typeface="+mn-lt"/>
        <a:ea typeface="+mn-ea"/>
        <a:cs typeface="+mn-cs"/>
      </a:defRPr>
    </a:lvl8pPr>
    <a:lvl9pPr marL="4355104" algn="l" defTabSz="1088776" rtl="0" eaLnBrk="1" latinLnBrk="0" hangingPunct="1">
      <a:defRPr sz="14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en-US" smtClean="0"/>
              <a:pPr/>
              <a:t>1</a:t>
            </a:fld>
            <a:endParaRPr lang="en-US" dirty="0"/>
          </a:p>
        </p:txBody>
      </p:sp>
    </p:spTree>
    <p:extLst>
      <p:ext uri="{BB962C8B-B14F-4D97-AF65-F5344CB8AC3E}">
        <p14:creationId xmlns:p14="http://schemas.microsoft.com/office/powerpoint/2010/main" val="13383084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de-DE" dirty="0"/>
              <a:t>Images </a:t>
            </a:r>
            <a:r>
              <a:rPr lang="de-DE" dirty="0" err="1"/>
              <a:t>are</a:t>
            </a:r>
            <a:r>
              <a:rPr lang="de-DE" dirty="0"/>
              <a:t> </a:t>
            </a:r>
            <a:r>
              <a:rPr lang="de-DE" dirty="0" err="1"/>
              <a:t>read-only</a:t>
            </a:r>
            <a:r>
              <a:rPr lang="de-DE" dirty="0"/>
              <a:t> </a:t>
            </a:r>
            <a:r>
              <a:rPr lang="de-DE" dirty="0" err="1"/>
              <a:t>templates</a:t>
            </a:r>
            <a:r>
              <a:rPr lang="de-DE" dirty="0"/>
              <a:t>. </a:t>
            </a:r>
            <a:r>
              <a:rPr lang="de-DE" dirty="0" err="1"/>
              <a:t>They</a:t>
            </a:r>
            <a:r>
              <a:rPr lang="de-DE" dirty="0"/>
              <a:t> </a:t>
            </a:r>
            <a:r>
              <a:rPr lang="de-DE" dirty="0" err="1"/>
              <a:t>are</a:t>
            </a:r>
            <a:r>
              <a:rPr lang="de-DE" dirty="0"/>
              <a:t> </a:t>
            </a:r>
            <a:r>
              <a:rPr lang="de-DE" dirty="0" err="1"/>
              <a:t>stored</a:t>
            </a:r>
            <a:r>
              <a:rPr lang="de-DE" dirty="0"/>
              <a:t> </a:t>
            </a:r>
            <a:r>
              <a:rPr lang="de-DE" dirty="0" err="1"/>
              <a:t>centrally</a:t>
            </a:r>
            <a:r>
              <a:rPr lang="de-DE" dirty="0"/>
              <a:t> and </a:t>
            </a:r>
            <a:r>
              <a:rPr lang="de-DE" dirty="0" err="1"/>
              <a:t>can</a:t>
            </a:r>
            <a:r>
              <a:rPr lang="de-DE" dirty="0"/>
              <a:t> </a:t>
            </a:r>
            <a:r>
              <a:rPr lang="de-DE" dirty="0" err="1"/>
              <a:t>be</a:t>
            </a:r>
            <a:r>
              <a:rPr lang="de-DE" dirty="0"/>
              <a:t> </a:t>
            </a:r>
            <a:r>
              <a:rPr lang="de-DE" dirty="0" err="1"/>
              <a:t>downloaded</a:t>
            </a:r>
            <a:r>
              <a:rPr lang="de-DE" dirty="0"/>
              <a:t> </a:t>
            </a:r>
            <a:r>
              <a:rPr lang="de-DE" dirty="0" err="1"/>
              <a:t>from</a:t>
            </a:r>
            <a:r>
              <a:rPr lang="de-DE" dirty="0"/>
              <a:t> a so-</a:t>
            </a:r>
            <a:r>
              <a:rPr lang="de-DE" dirty="0" err="1"/>
              <a:t>called</a:t>
            </a:r>
            <a:r>
              <a:rPr lang="de-DE" dirty="0"/>
              <a:t> </a:t>
            </a:r>
            <a:r>
              <a:rPr lang="de-DE" dirty="0" err="1"/>
              <a:t>registry</a:t>
            </a:r>
            <a:endParaRPr lang="de-DE" dirty="0"/>
          </a:p>
        </p:txBody>
      </p:sp>
      <p:sp>
        <p:nvSpPr>
          <p:cNvPr id="4" name="Foliennummernplatzhalter 3"/>
          <p:cNvSpPr>
            <a:spLocks noGrp="1"/>
          </p:cNvSpPr>
          <p:nvPr>
            <p:ph type="sldNum" sz="quarter" idx="5"/>
          </p:nvPr>
        </p:nvSpPr>
        <p:spPr/>
        <p:txBody>
          <a:bodyPr/>
          <a:lstStyle/>
          <a:p>
            <a:fld id="{7D8C2C35-2B8A-446E-BEC0-FD36716C29AC}" type="slidenum">
              <a:rPr lang="de-DE" smtClean="0"/>
              <a:pPr/>
              <a:t>2</a:t>
            </a:fld>
            <a:endParaRPr lang="de-DE" dirty="0"/>
          </a:p>
        </p:txBody>
      </p:sp>
    </p:spTree>
    <p:extLst>
      <p:ext uri="{BB962C8B-B14F-4D97-AF65-F5344CB8AC3E}">
        <p14:creationId xmlns:p14="http://schemas.microsoft.com/office/powerpoint/2010/main" val="42812591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talking about a “container”, we are referring to the combination of read-only layers from the image and one read-write layer on top of it. You can derive / instantiate an indefinite number of containers from the same image. They only vary by the read-write layer on top. Or stated another way: A container consists of just the read-write layer, some meta data (settings, flags pass on start) and a reference to the image. All containers share only one common image.</a:t>
            </a:r>
          </a:p>
          <a:p>
            <a:endParaRPr lang="en-US" dirty="0"/>
          </a:p>
          <a:p>
            <a:r>
              <a:rPr lang="en-US" dirty="0"/>
              <a:t>The container lifecycle illustrates, what happens to this read-write layer. With “docker create” you tell docker to create such a read-write layer. With “docker start” you bring it to life, meaning a process with ID 1 is started. The “run” command combines “create” &amp; “start”.</a:t>
            </a:r>
          </a:p>
          <a:p>
            <a:r>
              <a:rPr lang="en-US" dirty="0"/>
              <a:t>Once you have the read-write layer everything that happens inside the container is stored there. You can “stop” the container (killing PID 1) and re-start it. Since all these operations happen on the same read-write layer, everything you did when the container ran, is still present. </a:t>
            </a:r>
          </a:p>
          <a:p>
            <a:r>
              <a:rPr lang="en-US" dirty="0"/>
              <a:t>But if you “</a:t>
            </a:r>
            <a:r>
              <a:rPr lang="en-US" dirty="0" err="1"/>
              <a:t>rm</a:t>
            </a:r>
            <a:r>
              <a:rPr lang="en-US" dirty="0"/>
              <a:t>” the read-write layer everything is irretrievably gone. </a:t>
            </a:r>
          </a:p>
        </p:txBody>
      </p:sp>
      <p:sp>
        <p:nvSpPr>
          <p:cNvPr id="4" name="Slide Number Placeholder 3"/>
          <p:cNvSpPr>
            <a:spLocks noGrp="1"/>
          </p:cNvSpPr>
          <p:nvPr>
            <p:ph type="sldNum" sz="quarter" idx="10"/>
          </p:nvPr>
        </p:nvSpPr>
        <p:spPr/>
        <p:txBody>
          <a:bodyPr/>
          <a:lstStyle/>
          <a:p>
            <a:fld id="{7D8C2C35-2B8A-446E-BEC0-FD36716C29AC}" type="slidenum">
              <a:rPr lang="de-DE" smtClean="0"/>
              <a:pPr/>
              <a:t>4</a:t>
            </a:fld>
            <a:endParaRPr lang="de-DE" dirty="0"/>
          </a:p>
        </p:txBody>
      </p:sp>
    </p:spTree>
    <p:extLst>
      <p:ext uri="{BB962C8B-B14F-4D97-AF65-F5344CB8AC3E}">
        <p14:creationId xmlns:p14="http://schemas.microsoft.com/office/powerpoint/2010/main" val="144537714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en-AU" noProof="0" dirty="0"/>
              <a:t>Let‘s create a container and start it. For us to be able to work with it, we need it to be interactive and attached to our terminal – hence the ‘-it’ parameter</a:t>
            </a:r>
          </a:p>
        </p:txBody>
      </p:sp>
      <p:sp>
        <p:nvSpPr>
          <p:cNvPr id="4" name="Foliennummernplatzhalter 3"/>
          <p:cNvSpPr>
            <a:spLocks noGrp="1"/>
          </p:cNvSpPr>
          <p:nvPr>
            <p:ph type="sldNum" sz="quarter" idx="5"/>
          </p:nvPr>
        </p:nvSpPr>
        <p:spPr/>
        <p:txBody>
          <a:bodyPr/>
          <a:lstStyle/>
          <a:p>
            <a:fld id="{7D8C2C35-2B8A-446E-BEC0-FD36716C29AC}" type="slidenum">
              <a:rPr lang="de-DE" smtClean="0"/>
              <a:pPr/>
              <a:t>5</a:t>
            </a:fld>
            <a:endParaRPr lang="de-DE" dirty="0"/>
          </a:p>
        </p:txBody>
      </p:sp>
    </p:spTree>
    <p:extLst>
      <p:ext uri="{BB962C8B-B14F-4D97-AF65-F5344CB8AC3E}">
        <p14:creationId xmlns:p14="http://schemas.microsoft.com/office/powerpoint/2010/main" val="253831286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talking about a “container”, we are referring to the combination of read-only layers from the image and one read-write layer on top of it. You can derive / instantiate an indefinite number of containers from the same image. They only vary by the read-write layer on top. Or stated another way: A container consists of just the read-write layer, some meta data (settings, flags pass on start) and a reference to the image. All containers share only one common image.</a:t>
            </a:r>
          </a:p>
          <a:p>
            <a:endParaRPr lang="en-US" dirty="0"/>
          </a:p>
          <a:p>
            <a:r>
              <a:rPr lang="en-US" dirty="0"/>
              <a:t>The container lifecycle illustrates, what happens to this read-write layer. With “docker create” you tell docker to create such a read-write layer. With “docker start” you bring it to life, meaning a process with ID 1 is started. The “run” command combines “create” &amp; “start”.</a:t>
            </a:r>
          </a:p>
          <a:p>
            <a:r>
              <a:rPr lang="en-US" dirty="0"/>
              <a:t>Once you have the read-write layer everything that happens inside the container is stored there. You can “stop” the container (killing PID 1) and re-start it. Since all these operations happen on the same read-write layer, everything you did when the container ran, is still present. </a:t>
            </a:r>
          </a:p>
          <a:p>
            <a:r>
              <a:rPr lang="en-US" dirty="0"/>
              <a:t>But if you “</a:t>
            </a:r>
            <a:r>
              <a:rPr lang="en-US" dirty="0" err="1"/>
              <a:t>rm</a:t>
            </a:r>
            <a:r>
              <a:rPr lang="en-US" dirty="0"/>
              <a:t>” the read-write layer everything is irretrievably gone. </a:t>
            </a:r>
          </a:p>
        </p:txBody>
      </p:sp>
      <p:sp>
        <p:nvSpPr>
          <p:cNvPr id="4" name="Slide Number Placeholder 3"/>
          <p:cNvSpPr>
            <a:spLocks noGrp="1"/>
          </p:cNvSpPr>
          <p:nvPr>
            <p:ph type="sldNum" sz="quarter" idx="10"/>
          </p:nvPr>
        </p:nvSpPr>
        <p:spPr/>
        <p:txBody>
          <a:bodyPr/>
          <a:lstStyle/>
          <a:p>
            <a:fld id="{7D8C2C35-2B8A-446E-BEC0-FD36716C29AC}" type="slidenum">
              <a:rPr lang="de-DE" smtClean="0"/>
              <a:pPr/>
              <a:t>8</a:t>
            </a:fld>
            <a:endParaRPr lang="de-DE" dirty="0"/>
          </a:p>
        </p:txBody>
      </p:sp>
    </p:spTree>
    <p:extLst>
      <p:ext uri="{BB962C8B-B14F-4D97-AF65-F5344CB8AC3E}">
        <p14:creationId xmlns:p14="http://schemas.microsoft.com/office/powerpoint/2010/main" val="414904862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en-AU" noProof="0" dirty="0"/>
              <a:t>The “run” command makes our live a bit easier as it bundles “create” and “start” into a single command. Please note, we want our nginx webserver to be running in the background (“</a:t>
            </a:r>
            <a:r>
              <a:rPr lang="en-AU" noProof="0"/>
              <a:t>detached”), hence “-d”.</a:t>
            </a:r>
            <a:endParaRPr lang="en-AU" noProof="0" dirty="0"/>
          </a:p>
        </p:txBody>
      </p:sp>
      <p:sp>
        <p:nvSpPr>
          <p:cNvPr id="4" name="Foliennummernplatzhalter 3"/>
          <p:cNvSpPr>
            <a:spLocks noGrp="1"/>
          </p:cNvSpPr>
          <p:nvPr>
            <p:ph type="sldNum" sz="quarter" idx="5"/>
          </p:nvPr>
        </p:nvSpPr>
        <p:spPr/>
        <p:txBody>
          <a:bodyPr/>
          <a:lstStyle/>
          <a:p>
            <a:fld id="{7D8C2C35-2B8A-446E-BEC0-FD36716C29AC}" type="slidenum">
              <a:rPr lang="de-DE" smtClean="0"/>
              <a:pPr/>
              <a:t>9</a:t>
            </a:fld>
            <a:endParaRPr lang="de-DE" dirty="0"/>
          </a:p>
        </p:txBody>
      </p:sp>
    </p:spTree>
    <p:extLst>
      <p:ext uri="{BB962C8B-B14F-4D97-AF65-F5344CB8AC3E}">
        <p14:creationId xmlns:p14="http://schemas.microsoft.com/office/powerpoint/2010/main" val="93107584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err="1"/>
              <a:t>You</a:t>
            </a:r>
            <a:r>
              <a:rPr lang="de-DE" dirty="0"/>
              <a:t> </a:t>
            </a:r>
            <a:r>
              <a:rPr lang="de-DE" dirty="0" err="1"/>
              <a:t>actually</a:t>
            </a:r>
            <a:r>
              <a:rPr lang="de-DE" dirty="0"/>
              <a:t> </a:t>
            </a:r>
            <a:r>
              <a:rPr lang="de-DE" dirty="0" err="1"/>
              <a:t>specify</a:t>
            </a:r>
            <a:r>
              <a:rPr lang="de-DE" dirty="0"/>
              <a:t> an </a:t>
            </a:r>
            <a:r>
              <a:rPr lang="de-DE" dirty="0" err="1"/>
              <a:t>image</a:t>
            </a:r>
            <a:r>
              <a:rPr lang="de-DE" dirty="0"/>
              <a:t> </a:t>
            </a:r>
            <a:r>
              <a:rPr lang="de-DE" dirty="0" err="1"/>
              <a:t>name</a:t>
            </a:r>
            <a:r>
              <a:rPr lang="de-DE" dirty="0"/>
              <a:t> </a:t>
            </a:r>
            <a:r>
              <a:rPr lang="de-DE" dirty="0" err="1"/>
              <a:t>as</a:t>
            </a:r>
            <a:r>
              <a:rPr lang="de-DE" dirty="0"/>
              <a:t> </a:t>
            </a:r>
            <a:r>
              <a:rPr lang="de-DE" dirty="0" err="1"/>
              <a:t>argument</a:t>
            </a:r>
            <a:r>
              <a:rPr lang="de-DE" dirty="0"/>
              <a:t> </a:t>
            </a:r>
            <a:r>
              <a:rPr lang="de-DE" dirty="0" err="1"/>
              <a:t>of</a:t>
            </a:r>
            <a:r>
              <a:rPr lang="de-DE" dirty="0"/>
              <a:t> </a:t>
            </a:r>
            <a:r>
              <a:rPr lang="de-DE" dirty="0" err="1"/>
              <a:t>the</a:t>
            </a:r>
            <a:r>
              <a:rPr lang="de-DE" dirty="0"/>
              <a:t> docker </a:t>
            </a:r>
            <a:r>
              <a:rPr lang="de-DE" dirty="0" err="1"/>
              <a:t>run</a:t>
            </a:r>
            <a:r>
              <a:rPr lang="de-DE" dirty="0"/>
              <a:t> but </a:t>
            </a:r>
            <a:r>
              <a:rPr lang="de-DE" dirty="0" err="1"/>
              <a:t>that</a:t>
            </a:r>
            <a:r>
              <a:rPr lang="de-DE" dirty="0"/>
              <a:t> will </a:t>
            </a:r>
            <a:r>
              <a:rPr lang="de-DE" dirty="0" err="1"/>
              <a:t>be</a:t>
            </a:r>
            <a:r>
              <a:rPr lang="de-DE" dirty="0"/>
              <a:t> </a:t>
            </a:r>
            <a:r>
              <a:rPr lang="de-DE" dirty="0" err="1"/>
              <a:t>explained</a:t>
            </a:r>
            <a:r>
              <a:rPr lang="de-DE" dirty="0"/>
              <a:t> in </a:t>
            </a:r>
            <a:r>
              <a:rPr lang="de-DE" dirty="0" err="1"/>
              <a:t>the</a:t>
            </a:r>
            <a:r>
              <a:rPr lang="de-DE" dirty="0"/>
              <a:t> </a:t>
            </a:r>
            <a:r>
              <a:rPr lang="de-DE" dirty="0" err="1"/>
              <a:t>next</a:t>
            </a:r>
            <a:r>
              <a:rPr lang="de-DE" dirty="0"/>
              <a:t> </a:t>
            </a:r>
            <a:r>
              <a:rPr lang="de-DE" dirty="0" err="1"/>
              <a:t>few</a:t>
            </a:r>
            <a:r>
              <a:rPr lang="de-DE" dirty="0"/>
              <a:t> </a:t>
            </a:r>
            <a:r>
              <a:rPr lang="de-DE" dirty="0" err="1"/>
              <a:t>slides</a:t>
            </a:r>
            <a:r>
              <a:rPr lang="de-DE" dirty="0"/>
              <a:t>.</a:t>
            </a:r>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en-US" smtClean="0"/>
              <a:pPr/>
              <a:t>10</a:t>
            </a:fld>
            <a:endParaRPr lang="en-US" dirty="0"/>
          </a:p>
        </p:txBody>
      </p:sp>
    </p:spTree>
    <p:extLst>
      <p:ext uri="{BB962C8B-B14F-4D97-AF65-F5344CB8AC3E}">
        <p14:creationId xmlns:p14="http://schemas.microsoft.com/office/powerpoint/2010/main" val="63896862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en-US" smtClean="0"/>
              <a:pPr/>
              <a:t>11</a:t>
            </a:fld>
            <a:endParaRPr lang="en-US" dirty="0"/>
          </a:p>
        </p:txBody>
      </p:sp>
    </p:spTree>
    <p:extLst>
      <p:ext uri="{BB962C8B-B14F-4D97-AF65-F5344CB8AC3E}">
        <p14:creationId xmlns:p14="http://schemas.microsoft.com/office/powerpoint/2010/main" val="220807571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Docker offers more than “just” running containers. It brings a complete eco-system of building, persisting and sharing containers. </a:t>
            </a:r>
          </a:p>
          <a:p>
            <a:endParaRPr lang="en-US" dirty="0"/>
          </a:p>
          <a:p>
            <a:r>
              <a:rPr lang="en-US" dirty="0"/>
              <a:t>The client triggers the docker host to execute actions related to container lifecycle, but also building, downloading &amp; sharing images. The Docker Registry concepts allows to store images permanently. The most famous registry is the docker hub. </a:t>
            </a:r>
          </a:p>
          <a:p>
            <a:endParaRPr lang="de-DE" dirty="0"/>
          </a:p>
          <a:p>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en-US" smtClean="0"/>
              <a:pPr/>
              <a:t>12</a:t>
            </a:fld>
            <a:endParaRPr lang="en-US" dirty="0"/>
          </a:p>
        </p:txBody>
      </p:sp>
    </p:spTree>
    <p:extLst>
      <p:ext uri="{BB962C8B-B14F-4D97-AF65-F5344CB8AC3E}">
        <p14:creationId xmlns:p14="http://schemas.microsoft.com/office/powerpoint/2010/main" val="46000721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docker daemon works as central entry point. It receives API requests and is home of docker specific features.</a:t>
            </a:r>
          </a:p>
          <a:p>
            <a:endParaRPr lang="en-US" dirty="0"/>
          </a:p>
          <a:p>
            <a:r>
              <a:rPr lang="en-US" dirty="0"/>
              <a:t>Containerd actually is the container runtime. It is a refactored part of the former docker engine and handles the complete lifecycle of a container. It works on the basis of the open container initiative (OCI) specifications for container runtimes. Containerd also depends on OCI compatible images (root file system + </a:t>
            </a:r>
            <a:r>
              <a:rPr lang="en-US" dirty="0" err="1"/>
              <a:t>container.json</a:t>
            </a:r>
            <a:r>
              <a:rPr lang="en-US" dirty="0"/>
              <a:t>)</a:t>
            </a:r>
          </a:p>
          <a:p>
            <a:endParaRPr lang="en-US" dirty="0"/>
          </a:p>
          <a:p>
            <a:r>
              <a:rPr lang="en-US" dirty="0"/>
              <a:t>Containerd instructs </a:t>
            </a:r>
            <a:r>
              <a:rPr lang="en-US" dirty="0" err="1"/>
              <a:t>runc</a:t>
            </a:r>
            <a:r>
              <a:rPr lang="en-US" dirty="0"/>
              <a:t> to start a container. </a:t>
            </a:r>
            <a:r>
              <a:rPr lang="en-US" dirty="0" err="1"/>
              <a:t>Runc</a:t>
            </a:r>
            <a:r>
              <a:rPr lang="en-US" dirty="0"/>
              <a:t> sets up all the </a:t>
            </a:r>
            <a:r>
              <a:rPr lang="en-US" dirty="0" err="1"/>
              <a:t>linux</a:t>
            </a:r>
            <a:r>
              <a:rPr lang="en-US" dirty="0"/>
              <a:t> magic with </a:t>
            </a:r>
            <a:r>
              <a:rPr lang="en-US" dirty="0" err="1"/>
              <a:t>cgroups</a:t>
            </a:r>
            <a:r>
              <a:rPr lang="en-US" dirty="0"/>
              <a:t> </a:t>
            </a:r>
            <a:r>
              <a:rPr lang="en-US" dirty="0" err="1"/>
              <a:t>etc</a:t>
            </a:r>
            <a:r>
              <a:rPr lang="en-US" dirty="0"/>
              <a:t> and forks the container’s PID #1. Afterwards it will exit(0) and handover parent ownership of the container to </a:t>
            </a:r>
            <a:r>
              <a:rPr lang="en-US" dirty="0" err="1"/>
              <a:t>containerd</a:t>
            </a:r>
            <a:r>
              <a:rPr lang="en-US" dirty="0"/>
              <a:t>-shim. The shim module is there to decouple the daemon and container processes.</a:t>
            </a:r>
          </a:p>
          <a:p>
            <a:endParaRPr lang="en-US" dirty="0"/>
          </a:p>
          <a:p>
            <a:r>
              <a:rPr lang="en-US" dirty="0"/>
              <a:t>Details can be found here:</a:t>
            </a:r>
          </a:p>
          <a:p>
            <a:r>
              <a:rPr lang="en-US" dirty="0"/>
              <a:t>https://containerd.io/</a:t>
            </a:r>
          </a:p>
          <a:p>
            <a:r>
              <a:rPr lang="en-US" dirty="0"/>
              <a:t>https://www.slideshare.net/PhilEstes/diving-through-the-layers-investigating-runc-containerd-and-the-docker-engine-architecture</a:t>
            </a:r>
          </a:p>
          <a:p>
            <a:r>
              <a:rPr lang="en-US" dirty="0"/>
              <a:t>https://hackernoon.com/docker-containerd-standalone-runtimes-heres-what-you-should-know-b834ef155426?gi=c8140ae48de2</a:t>
            </a:r>
          </a:p>
        </p:txBody>
      </p:sp>
      <p:sp>
        <p:nvSpPr>
          <p:cNvPr id="4" name="Slide Number Placeholder 3"/>
          <p:cNvSpPr>
            <a:spLocks noGrp="1"/>
          </p:cNvSpPr>
          <p:nvPr>
            <p:ph type="sldNum" sz="quarter" idx="10"/>
          </p:nvPr>
        </p:nvSpPr>
        <p:spPr/>
        <p:txBody>
          <a:bodyPr/>
          <a:lstStyle/>
          <a:p>
            <a:fld id="{7D8C2C35-2B8A-446E-BEC0-FD36716C29AC}" type="slidenum">
              <a:rPr lang="de-DE" smtClean="0"/>
              <a:pPr/>
              <a:t>13</a:t>
            </a:fld>
            <a:endParaRPr lang="de-DE" dirty="0"/>
          </a:p>
        </p:txBody>
      </p:sp>
    </p:spTree>
    <p:extLst>
      <p:ext uri="{BB962C8B-B14F-4D97-AF65-F5344CB8AC3E}">
        <p14:creationId xmlns:p14="http://schemas.microsoft.com/office/powerpoint/2010/main" val="348368694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7D8C2C35-2B8A-446E-BEC0-FD36716C29AC}" type="slidenum">
              <a:rPr lang="de-DE" smtClean="0"/>
              <a:pPr/>
              <a:t>14</a:t>
            </a:fld>
            <a:endParaRPr lang="de-DE" dirty="0"/>
          </a:p>
        </p:txBody>
      </p:sp>
      <p:sp>
        <p:nvSpPr>
          <p:cNvPr id="6" name="Slide Image Placeholder 5"/>
          <p:cNvSpPr>
            <a:spLocks noGrp="1" noRot="1" noChangeAspect="1"/>
          </p:cNvSpPr>
          <p:nvPr>
            <p:ph type="sldImg"/>
          </p:nvPr>
        </p:nvSpPr>
        <p:spPr>
          <a:xfrm>
            <a:off x="547688" y="612775"/>
            <a:ext cx="5762625" cy="3241675"/>
          </a:xfrm>
        </p:spPr>
      </p:sp>
      <p:sp>
        <p:nvSpPr>
          <p:cNvPr id="7" name="Notes Placeholder 6"/>
          <p:cNvSpPr>
            <a:spLocks noGrp="1"/>
          </p:cNvSpPr>
          <p:nvPr>
            <p:ph type="body" idx="1"/>
          </p:nvPr>
        </p:nvSpPr>
        <p:spPr/>
        <p:txBody>
          <a:bodyPr>
            <a:normAutofit/>
          </a:bodyPr>
          <a:lstStyle/>
          <a:p>
            <a:endParaRPr lang="en-US"/>
          </a:p>
        </p:txBody>
      </p:sp>
    </p:spTree>
    <p:extLst>
      <p:ext uri="{BB962C8B-B14F-4D97-AF65-F5344CB8AC3E}">
        <p14:creationId xmlns:p14="http://schemas.microsoft.com/office/powerpoint/2010/main" val="408986873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7D8C2C35-2B8A-446E-BEC0-FD36716C29AC}" type="slidenum">
              <a:rPr lang="en-US" smtClean="0"/>
              <a:pPr/>
              <a:t>15</a:t>
            </a:fld>
            <a:endParaRPr lang="en-US" dirty="0"/>
          </a:p>
        </p:txBody>
      </p:sp>
      <p:sp>
        <p:nvSpPr>
          <p:cNvPr id="6" name="Slide Image Placeholder 5"/>
          <p:cNvSpPr>
            <a:spLocks noGrp="1" noRot="1" noChangeAspect="1"/>
          </p:cNvSpPr>
          <p:nvPr>
            <p:ph type="sldImg"/>
          </p:nvPr>
        </p:nvSpPr>
        <p:spPr>
          <a:xfrm>
            <a:off x="547688" y="612775"/>
            <a:ext cx="5762625" cy="3241675"/>
          </a:xfrm>
        </p:spPr>
      </p:sp>
      <p:sp>
        <p:nvSpPr>
          <p:cNvPr id="7" name="Notes Placeholder 6"/>
          <p:cNvSpPr>
            <a:spLocks noGrp="1"/>
          </p:cNvSpPr>
          <p:nvPr>
            <p:ph type="body" idx="1"/>
          </p:nvPr>
        </p:nvSpPr>
        <p:spPr/>
        <p:txBody>
          <a:bodyPr>
            <a:normAutofit/>
          </a:bodyPr>
          <a:lstStyle/>
          <a:p>
            <a:endParaRPr lang="en-US" dirty="0"/>
          </a:p>
        </p:txBody>
      </p:sp>
    </p:spTree>
    <p:extLst>
      <p:ext uri="{BB962C8B-B14F-4D97-AF65-F5344CB8AC3E}">
        <p14:creationId xmlns:p14="http://schemas.microsoft.com/office/powerpoint/2010/main" val="2544264309"/>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hyperlink" Target="http://global.sap.com/corporate-en/legal/copyright/index.epx" TargetMode="External"/><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hyperlink" Target="http://www.sap.com/corporate-de/legal/copyright/index.epx" TargetMode="External"/><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Cover with image">
    <p:spTree>
      <p:nvGrpSpPr>
        <p:cNvPr id="1" name=""/>
        <p:cNvGrpSpPr/>
        <p:nvPr/>
      </p:nvGrpSpPr>
      <p:grpSpPr>
        <a:xfrm>
          <a:off x="0" y="0"/>
          <a:ext cx="0" cy="0"/>
          <a:chOff x="0" y="0"/>
          <a:chExt cx="0" cy="0"/>
        </a:xfrm>
      </p:grpSpPr>
      <p:pic>
        <p:nvPicPr>
          <p:cNvPr id="21" name="Picture 20"/>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sp>
        <p:nvSpPr>
          <p:cNvPr id="5" name="Cover Image Placeholder"/>
          <p:cNvSpPr>
            <a:spLocks noGrp="1"/>
          </p:cNvSpPr>
          <p:nvPr>
            <p:ph type="pic" sz="quarter" idx="12" hasCustomPrompt="1"/>
          </p:nvPr>
        </p:nvSpPr>
        <p:spPr>
          <a:xfrm>
            <a:off x="1" y="0"/>
            <a:ext cx="12195175" cy="3430006"/>
          </a:xfrm>
          <a:solidFill>
            <a:schemeClr val="tx2">
              <a:alpha val="70000"/>
            </a:schemeClr>
          </a:solidFill>
        </p:spPr>
        <p:txBody>
          <a:bodyPr tIns="504000"/>
          <a:lstStyle>
            <a:lvl1pPr algn="ctr">
              <a:defRPr sz="1600">
                <a:solidFill>
                  <a:schemeClr val="tx1"/>
                </a:solidFill>
              </a:defRPr>
            </a:lvl1pPr>
          </a:lstStyle>
          <a:p>
            <a:r>
              <a:rPr lang="en-US" dirty="0"/>
              <a:t>Click to insert title image</a:t>
            </a:r>
          </a:p>
        </p:txBody>
      </p:sp>
      <p:grpSp>
        <p:nvGrpSpPr>
          <p:cNvPr id="2" name="Group 1"/>
          <p:cNvGrpSpPr/>
          <p:nvPr userDrawn="1"/>
        </p:nvGrpSpPr>
        <p:grpSpPr>
          <a:xfrm>
            <a:off x="9171173" y="0"/>
            <a:ext cx="3024002" cy="3430006"/>
            <a:chOff x="9171173" y="0"/>
            <a:chExt cx="3024002" cy="3430006"/>
          </a:xfrm>
        </p:grpSpPr>
        <p:sp>
          <p:nvSpPr>
            <p:cNvPr id="17" name="Rectangle 16"/>
            <p:cNvSpPr/>
            <p:nvPr userDrawn="1"/>
          </p:nvSpPr>
          <p:spPr bwMode="gray">
            <a:xfrm>
              <a:off x="11187175" y="0"/>
              <a:ext cx="1008000" cy="3430006"/>
            </a:xfrm>
            <a:prstGeom prst="rect">
              <a:avLst/>
            </a:prstGeom>
            <a:solidFill>
              <a:schemeClr val="accent1"/>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Rectangle 17"/>
            <p:cNvSpPr/>
            <p:nvPr userDrawn="1"/>
          </p:nvSpPr>
          <p:spPr bwMode="gray">
            <a:xfrm>
              <a:off x="10179174" y="0"/>
              <a:ext cx="1008000" cy="3430006"/>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2" name="Rectangle 21"/>
            <p:cNvSpPr/>
            <p:nvPr userDrawn="1"/>
          </p:nvSpPr>
          <p:spPr bwMode="gray">
            <a:xfrm>
              <a:off x="9171173" y="0"/>
              <a:ext cx="1008000" cy="3430006"/>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
        <p:nvSpPr>
          <p:cNvPr id="13" name="Classification"/>
          <p:cNvSpPr txBox="1"/>
          <p:nvPr userDrawn="1"/>
        </p:nvSpPr>
        <p:spPr>
          <a:xfrm>
            <a:off x="288000" y="5769666"/>
            <a:ext cx="4204855" cy="138499"/>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dirty="0"/>
              <a:t>INTERNAL</a:t>
            </a:r>
          </a:p>
        </p:txBody>
      </p:sp>
      <p:sp>
        <p:nvSpPr>
          <p:cNvPr id="19" name="Speaker"/>
          <p:cNvSpPr>
            <a:spLocks noGrp="1"/>
          </p:cNvSpPr>
          <p:nvPr userDrawn="1">
            <p:ph type="subTitle" idx="1" hasCustomPrompt="1"/>
          </p:nvPr>
        </p:nvSpPr>
        <p:spPr bwMode="gray">
          <a:xfrm>
            <a:off x="288000" y="5130489"/>
            <a:ext cx="10900800"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20" name="Presentation Title"/>
          <p:cNvSpPr>
            <a:spLocks noGrp="1"/>
          </p:cNvSpPr>
          <p:nvPr userDrawn="1">
            <p:ph type="body" sz="quarter" idx="14" hasCustomPrompt="1"/>
          </p:nvPr>
        </p:nvSpPr>
        <p:spPr>
          <a:xfrm>
            <a:off x="288000" y="4024430"/>
            <a:ext cx="10899174" cy="997196"/>
          </a:xfrm>
        </p:spPr>
        <p:txBody>
          <a:bodyPr wrap="square">
            <a:spAutoFit/>
          </a:bodyPr>
          <a:lstStyle>
            <a:lvl1pPr>
              <a:lnSpc>
                <a:spcPct val="90000"/>
              </a:lnSpc>
              <a:spcBef>
                <a:spcPts val="0"/>
              </a:spcBef>
              <a:defRPr sz="3600" b="1" baseline="0"/>
            </a:lvl1pPr>
          </a:lstStyle>
          <a:p>
            <a:pPr lvl="0"/>
            <a:r>
              <a:rPr lang="en-US" dirty="0"/>
              <a:t>Presentation Title </a:t>
            </a:r>
            <a:br>
              <a:rPr lang="en-US" dirty="0"/>
            </a:br>
            <a:r>
              <a:rPr lang="en-US" dirty="0"/>
              <a:t>Goes Here and Here.</a:t>
            </a:r>
          </a:p>
        </p:txBody>
      </p:sp>
    </p:spTree>
    <p:extLst>
      <p:ext uri="{BB962C8B-B14F-4D97-AF65-F5344CB8AC3E}">
        <p14:creationId xmlns:p14="http://schemas.microsoft.com/office/powerpoint/2010/main" val="2452717617"/>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Cover with illustration scene art">
    <p:spTree>
      <p:nvGrpSpPr>
        <p:cNvPr id="1" name=""/>
        <p:cNvGrpSpPr/>
        <p:nvPr/>
      </p:nvGrpSpPr>
      <p:grpSpPr>
        <a:xfrm>
          <a:off x="0" y="0"/>
          <a:ext cx="0" cy="0"/>
          <a:chOff x="0" y="0"/>
          <a:chExt cx="0" cy="0"/>
        </a:xfrm>
      </p:grpSpPr>
      <p:pic>
        <p:nvPicPr>
          <p:cNvPr id="21" name="Picture 20"/>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sp>
        <p:nvSpPr>
          <p:cNvPr id="5" name="Cover Image Placeholder"/>
          <p:cNvSpPr>
            <a:spLocks noGrp="1"/>
          </p:cNvSpPr>
          <p:nvPr>
            <p:ph type="pic" sz="quarter" idx="12" hasCustomPrompt="1"/>
          </p:nvPr>
        </p:nvSpPr>
        <p:spPr>
          <a:xfrm>
            <a:off x="1" y="0"/>
            <a:ext cx="12195175" cy="3430006"/>
          </a:xfrm>
          <a:noFill/>
        </p:spPr>
        <p:txBody>
          <a:bodyPr tIns="504000"/>
          <a:lstStyle>
            <a:lvl1pPr algn="ctr">
              <a:defRPr sz="1600">
                <a:solidFill>
                  <a:schemeClr val="tx1"/>
                </a:solidFill>
              </a:defRPr>
            </a:lvl1pPr>
          </a:lstStyle>
          <a:p>
            <a:r>
              <a:rPr lang="en-US" dirty="0"/>
              <a:t>Click to insert illustration</a:t>
            </a:r>
          </a:p>
        </p:txBody>
      </p:sp>
      <p:sp>
        <p:nvSpPr>
          <p:cNvPr id="13" name="Classification"/>
          <p:cNvSpPr txBox="1"/>
          <p:nvPr userDrawn="1"/>
        </p:nvSpPr>
        <p:spPr>
          <a:xfrm>
            <a:off x="288000" y="5769666"/>
            <a:ext cx="4204855" cy="138499"/>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dirty="0"/>
              <a:t>INTERNAL</a:t>
            </a:r>
          </a:p>
        </p:txBody>
      </p:sp>
      <p:sp>
        <p:nvSpPr>
          <p:cNvPr id="19" name="Speaker"/>
          <p:cNvSpPr>
            <a:spLocks noGrp="1"/>
          </p:cNvSpPr>
          <p:nvPr userDrawn="1">
            <p:ph type="subTitle" idx="1" hasCustomPrompt="1"/>
          </p:nvPr>
        </p:nvSpPr>
        <p:spPr bwMode="gray">
          <a:xfrm>
            <a:off x="288000" y="5130489"/>
            <a:ext cx="10900800"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20" name="Presentation Title"/>
          <p:cNvSpPr>
            <a:spLocks noGrp="1"/>
          </p:cNvSpPr>
          <p:nvPr userDrawn="1">
            <p:ph type="body" sz="quarter" idx="14" hasCustomPrompt="1"/>
          </p:nvPr>
        </p:nvSpPr>
        <p:spPr>
          <a:xfrm>
            <a:off x="288000" y="4024430"/>
            <a:ext cx="10899174" cy="997196"/>
          </a:xfrm>
        </p:spPr>
        <p:txBody>
          <a:bodyPr wrap="square">
            <a:spAutoFit/>
          </a:bodyPr>
          <a:lstStyle>
            <a:lvl1pPr>
              <a:lnSpc>
                <a:spcPct val="90000"/>
              </a:lnSpc>
              <a:spcBef>
                <a:spcPts val="0"/>
              </a:spcBef>
              <a:defRPr sz="3600" b="1" baseline="0"/>
            </a:lvl1pPr>
          </a:lstStyle>
          <a:p>
            <a:pPr lvl="0"/>
            <a:r>
              <a:rPr lang="en-US" dirty="0"/>
              <a:t>Presentation Title </a:t>
            </a:r>
            <a:br>
              <a:rPr lang="en-US" dirty="0"/>
            </a:br>
            <a:r>
              <a:rPr lang="en-US" dirty="0"/>
              <a:t>Goes Here and Here.</a:t>
            </a:r>
          </a:p>
        </p:txBody>
      </p:sp>
    </p:spTree>
    <p:extLst>
      <p:ext uri="{BB962C8B-B14F-4D97-AF65-F5344CB8AC3E}">
        <p14:creationId xmlns:p14="http://schemas.microsoft.com/office/powerpoint/2010/main" val="1344849368"/>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Cover white">
    <p:spTree>
      <p:nvGrpSpPr>
        <p:cNvPr id="1" name=""/>
        <p:cNvGrpSpPr/>
        <p:nvPr/>
      </p:nvGrpSpPr>
      <p:grpSpPr>
        <a:xfrm>
          <a:off x="0" y="0"/>
          <a:ext cx="0" cy="0"/>
          <a:chOff x="0" y="0"/>
          <a:chExt cx="0" cy="0"/>
        </a:xfrm>
      </p:grpSpPr>
      <p:sp>
        <p:nvSpPr>
          <p:cNvPr id="24" name="Classification"/>
          <p:cNvSpPr txBox="1"/>
          <p:nvPr userDrawn="1"/>
        </p:nvSpPr>
        <p:spPr>
          <a:xfrm>
            <a:off x="288000" y="5093865"/>
            <a:ext cx="4204855" cy="153852"/>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dirty="0"/>
              <a:t>INTERNAL</a:t>
            </a:r>
          </a:p>
        </p:txBody>
      </p:sp>
      <p:sp>
        <p:nvSpPr>
          <p:cNvPr id="6" name="Speaker"/>
          <p:cNvSpPr>
            <a:spLocks noGrp="1"/>
          </p:cNvSpPr>
          <p:nvPr userDrawn="1">
            <p:ph type="subTitle" idx="1" hasCustomPrompt="1"/>
          </p:nvPr>
        </p:nvSpPr>
        <p:spPr bwMode="gray">
          <a:xfrm>
            <a:off x="288000" y="4268503"/>
            <a:ext cx="8595171"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10" name="Presentation Title"/>
          <p:cNvSpPr>
            <a:spLocks noGrp="1"/>
          </p:cNvSpPr>
          <p:nvPr>
            <p:ph type="body" sz="quarter" idx="14" hasCustomPrompt="1"/>
          </p:nvPr>
        </p:nvSpPr>
        <p:spPr>
          <a:xfrm>
            <a:off x="288000" y="2706317"/>
            <a:ext cx="8595171" cy="997196"/>
          </a:xfrm>
        </p:spPr>
        <p:txBody>
          <a:bodyPr wrap="square">
            <a:noAutofit/>
          </a:bodyPr>
          <a:lstStyle>
            <a:lvl1pPr>
              <a:lnSpc>
                <a:spcPct val="90000"/>
              </a:lnSpc>
              <a:spcBef>
                <a:spcPts val="0"/>
              </a:spcBef>
              <a:defRPr sz="3600" b="1" baseline="0"/>
            </a:lvl1pPr>
          </a:lstStyle>
          <a:p>
            <a:pPr lvl="0"/>
            <a:r>
              <a:rPr lang="en-US" dirty="0"/>
              <a:t>Title Goes Here </a:t>
            </a:r>
            <a:br>
              <a:rPr lang="en-US" dirty="0"/>
            </a:br>
            <a:r>
              <a:rPr lang="en-US" dirty="0"/>
              <a:t>and Here and Here.</a:t>
            </a:r>
          </a:p>
        </p:txBody>
      </p:sp>
      <p:grpSp>
        <p:nvGrpSpPr>
          <p:cNvPr id="2" name="Group 1"/>
          <p:cNvGrpSpPr/>
          <p:nvPr userDrawn="1"/>
        </p:nvGrpSpPr>
        <p:grpSpPr>
          <a:xfrm>
            <a:off x="9171173" y="0"/>
            <a:ext cx="3024002" cy="6858000"/>
            <a:chOff x="9171173" y="0"/>
            <a:chExt cx="3024002" cy="6855990"/>
          </a:xfrm>
        </p:grpSpPr>
        <p:sp>
          <p:nvSpPr>
            <p:cNvPr id="17" name="Rectangle 16"/>
            <p:cNvSpPr/>
            <p:nvPr userDrawn="1"/>
          </p:nvSpPr>
          <p:spPr bwMode="gray">
            <a:xfrm>
              <a:off x="11187175" y="0"/>
              <a:ext cx="1008000" cy="6855990"/>
            </a:xfrm>
            <a:prstGeom prst="rect">
              <a:avLst/>
            </a:prstGeom>
            <a:solidFill>
              <a:schemeClr val="accent1"/>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Rectangle 17"/>
            <p:cNvSpPr/>
            <p:nvPr userDrawn="1"/>
          </p:nvSpPr>
          <p:spPr bwMode="gray">
            <a:xfrm>
              <a:off x="10179174" y="0"/>
              <a:ext cx="1008000" cy="685599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2" name="Rectangle 21"/>
            <p:cNvSpPr/>
            <p:nvPr userDrawn="1"/>
          </p:nvSpPr>
          <p:spPr bwMode="gray">
            <a:xfrm>
              <a:off x="9171173" y="0"/>
              <a:ext cx="1008000" cy="685599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pic>
        <p:nvPicPr>
          <p:cNvPr id="12" name="Picture 1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spTree>
    <p:extLst>
      <p:ext uri="{BB962C8B-B14F-4D97-AF65-F5344CB8AC3E}">
        <p14:creationId xmlns:p14="http://schemas.microsoft.com/office/powerpoint/2010/main" val="1982410628"/>
      </p:ext>
    </p:extLst>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Cover with pictogram">
    <p:spTree>
      <p:nvGrpSpPr>
        <p:cNvPr id="1" name=""/>
        <p:cNvGrpSpPr/>
        <p:nvPr/>
      </p:nvGrpSpPr>
      <p:grpSpPr>
        <a:xfrm>
          <a:off x="0" y="0"/>
          <a:ext cx="0" cy="0"/>
          <a:chOff x="0" y="0"/>
          <a:chExt cx="0" cy="0"/>
        </a:xfrm>
      </p:grpSpPr>
      <p:sp>
        <p:nvSpPr>
          <p:cNvPr id="24" name="Classification"/>
          <p:cNvSpPr txBox="1"/>
          <p:nvPr userDrawn="1"/>
        </p:nvSpPr>
        <p:spPr>
          <a:xfrm>
            <a:off x="288000" y="5093865"/>
            <a:ext cx="4204855" cy="153852"/>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dirty="0"/>
              <a:t>INTERNAL</a:t>
            </a:r>
          </a:p>
        </p:txBody>
      </p:sp>
      <p:sp>
        <p:nvSpPr>
          <p:cNvPr id="6" name="Speaker"/>
          <p:cNvSpPr>
            <a:spLocks noGrp="1"/>
          </p:cNvSpPr>
          <p:nvPr userDrawn="1">
            <p:ph type="subTitle" idx="1" hasCustomPrompt="1"/>
          </p:nvPr>
        </p:nvSpPr>
        <p:spPr bwMode="gray">
          <a:xfrm>
            <a:off x="288001" y="4268503"/>
            <a:ext cx="6373430"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10" name="Presentation Title"/>
          <p:cNvSpPr>
            <a:spLocks noGrp="1"/>
          </p:cNvSpPr>
          <p:nvPr>
            <p:ph type="body" sz="quarter" idx="14" hasCustomPrompt="1"/>
          </p:nvPr>
        </p:nvSpPr>
        <p:spPr>
          <a:xfrm>
            <a:off x="288001" y="2706317"/>
            <a:ext cx="6373430" cy="997196"/>
          </a:xfrm>
        </p:spPr>
        <p:txBody>
          <a:bodyPr wrap="square">
            <a:noAutofit/>
          </a:bodyPr>
          <a:lstStyle>
            <a:lvl1pPr>
              <a:lnSpc>
                <a:spcPct val="90000"/>
              </a:lnSpc>
              <a:spcBef>
                <a:spcPts val="0"/>
              </a:spcBef>
              <a:defRPr sz="3600" b="1" baseline="0"/>
            </a:lvl1pPr>
          </a:lstStyle>
          <a:p>
            <a:pPr lvl="0"/>
            <a:r>
              <a:rPr lang="en-US" dirty="0"/>
              <a:t>Title Goes Here </a:t>
            </a:r>
            <a:br>
              <a:rPr lang="en-US" dirty="0"/>
            </a:br>
            <a:r>
              <a:rPr lang="en-US" dirty="0"/>
              <a:t>and Here and Here.</a:t>
            </a:r>
          </a:p>
        </p:txBody>
      </p:sp>
      <p:sp>
        <p:nvSpPr>
          <p:cNvPr id="7" name="Picture Placeholder 6"/>
          <p:cNvSpPr>
            <a:spLocks noGrp="1"/>
          </p:cNvSpPr>
          <p:nvPr>
            <p:ph type="pic" sz="quarter" idx="16"/>
          </p:nvPr>
        </p:nvSpPr>
        <p:spPr>
          <a:xfrm>
            <a:off x="6954855" y="963000"/>
            <a:ext cx="4932000" cy="4932000"/>
          </a:xfrm>
        </p:spPr>
        <p:txBody>
          <a:bodyPr/>
          <a:lstStyle/>
          <a:p>
            <a:endParaRPr lang="en-US" dirty="0"/>
          </a:p>
        </p:txBody>
      </p:sp>
      <p:pic>
        <p:nvPicPr>
          <p:cNvPr id="9" name="Picture 8"/>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spTree>
    <p:extLst>
      <p:ext uri="{BB962C8B-B14F-4D97-AF65-F5344CB8AC3E}">
        <p14:creationId xmlns:p14="http://schemas.microsoft.com/office/powerpoint/2010/main" val="3048046299"/>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4" name="Agenda items placeholder"/>
          <p:cNvSpPr>
            <a:spLocks noGrp="1"/>
          </p:cNvSpPr>
          <p:nvPr>
            <p:ph type="body" sz="quarter" idx="10" hasCustomPrompt="1"/>
          </p:nvPr>
        </p:nvSpPr>
        <p:spPr>
          <a:xfrm>
            <a:off x="504000" y="1620000"/>
            <a:ext cx="11185200" cy="4230000"/>
          </a:xfrm>
        </p:spPr>
        <p:txBody>
          <a:bodyPr>
            <a:noAutofit/>
          </a:bodyPr>
          <a:lstStyle>
            <a:lvl1pPr marL="0" marR="0" indent="0" algn="l" defTabSz="1088558" rtl="0" eaLnBrk="1" fontAlgn="auto" latinLnBrk="0" hangingPunct="1">
              <a:lnSpc>
                <a:spcPct val="100000"/>
              </a:lnSpc>
              <a:spcBef>
                <a:spcPts val="3000"/>
              </a:spcBef>
              <a:spcAft>
                <a:spcPts val="0"/>
              </a:spcAft>
              <a:buClr>
                <a:schemeClr val="accent1"/>
              </a:buClr>
              <a:buSzPct val="80000"/>
              <a:buFontTx/>
              <a:buNone/>
              <a:tabLst/>
              <a:defRPr sz="2000" b="0"/>
            </a:lvl1pPr>
            <a:lvl2pPr marL="179964" marR="0" indent="-179964" algn="l" defTabSz="1088558" rtl="0" eaLnBrk="1" fontAlgn="auto" latinLnBrk="0" hangingPunct="1">
              <a:lnSpc>
                <a:spcPct val="100000"/>
              </a:lnSpc>
              <a:spcBef>
                <a:spcPts val="600"/>
              </a:spcBef>
              <a:spcAft>
                <a:spcPts val="0"/>
              </a:spcAft>
              <a:buClr>
                <a:schemeClr val="accent1"/>
              </a:buClr>
              <a:buSzPct val="100000"/>
              <a:buFont typeface="Wingdings" panose="05000000000000000000" pitchFamily="2" charset="2"/>
              <a:buChar char="§"/>
              <a:tabLst/>
              <a:defRPr sz="1800"/>
            </a:lvl2pPr>
            <a:lvl3pPr marL="359928" marR="0" indent="-179352" algn="l" defTabSz="1088558" rtl="0" eaLnBrk="1" fontAlgn="auto" latinLnBrk="0" hangingPunct="1">
              <a:lnSpc>
                <a:spcPct val="100000"/>
              </a:lnSpc>
              <a:spcBef>
                <a:spcPts val="400"/>
              </a:spcBef>
              <a:spcAft>
                <a:spcPts val="0"/>
              </a:spcAft>
              <a:buClr>
                <a:schemeClr val="tx1"/>
              </a:buClr>
              <a:buSzPct val="100000"/>
              <a:buFont typeface="Arial" pitchFamily="34" charset="0"/>
              <a:buChar char="–"/>
              <a:tabLst/>
              <a:defRPr sz="1800" baseline="0"/>
            </a:lvl3pPr>
            <a:lvl4pPr marL="539892" marR="0" indent="-179964" algn="l" defTabSz="1088558" rtl="0" eaLnBrk="1" fontAlgn="auto" latinLnBrk="0" hangingPunct="1">
              <a:lnSpc>
                <a:spcPct val="100000"/>
              </a:lnSpc>
              <a:spcBef>
                <a:spcPts val="250"/>
              </a:spcBef>
              <a:spcAft>
                <a:spcPts val="0"/>
              </a:spcAft>
              <a:buClr>
                <a:schemeClr val="tx1"/>
              </a:buClr>
              <a:buSzPct val="100000"/>
              <a:buFont typeface="Courier New" pitchFamily="49" charset="0"/>
              <a:buChar char="o"/>
              <a:tabLst/>
              <a:defRPr sz="1600"/>
            </a:lvl4pPr>
            <a:lvl5pPr>
              <a:buClr>
                <a:schemeClr val="accent2"/>
              </a:buClr>
              <a:buFont typeface="Arial" pitchFamily="34" charset="0"/>
              <a:buChar char="–"/>
              <a:defRPr/>
            </a:lvl5pPr>
          </a:lstStyle>
          <a:p>
            <a:pPr lvl="0"/>
            <a:r>
              <a:rPr lang="en-US" dirty="0"/>
              <a:t>Agenda Item/Divider Headline</a:t>
            </a:r>
          </a:p>
          <a:p>
            <a:pPr lvl="1"/>
            <a:r>
              <a:rPr lang="en-US" dirty="0"/>
              <a:t>Details</a:t>
            </a:r>
          </a:p>
        </p:txBody>
      </p:sp>
      <p:sp>
        <p:nvSpPr>
          <p:cNvPr id="3" name="Agenda title"/>
          <p:cNvSpPr>
            <a:spLocks noGrp="1"/>
          </p:cNvSpPr>
          <p:nvPr>
            <p:ph type="title" hasCustomPrompt="1"/>
          </p:nvPr>
        </p:nvSpPr>
        <p:spPr/>
        <p:txBody>
          <a:bodyPr/>
          <a:lstStyle>
            <a:lvl1pPr>
              <a:defRPr/>
            </a:lvl1pPr>
          </a:lstStyle>
          <a:p>
            <a:r>
              <a:rPr lang="en-US" dirty="0"/>
              <a:t>Agenda</a:t>
            </a:r>
          </a:p>
        </p:txBody>
      </p:sp>
    </p:spTree>
    <p:extLst>
      <p:ext uri="{BB962C8B-B14F-4D97-AF65-F5344CB8AC3E}">
        <p14:creationId xmlns:p14="http://schemas.microsoft.com/office/powerpoint/2010/main" val="185936061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Divider Page">
    <p:spTree>
      <p:nvGrpSpPr>
        <p:cNvPr id="1" name=""/>
        <p:cNvGrpSpPr/>
        <p:nvPr/>
      </p:nvGrpSpPr>
      <p:grpSpPr>
        <a:xfrm>
          <a:off x="0" y="0"/>
          <a:ext cx="0" cy="0"/>
          <a:chOff x="0" y="0"/>
          <a:chExt cx="0" cy="0"/>
        </a:xfrm>
      </p:grpSpPr>
      <p:sp>
        <p:nvSpPr>
          <p:cNvPr id="2" name="Divider text"/>
          <p:cNvSpPr>
            <a:spLocks noGrp="1"/>
          </p:cNvSpPr>
          <p:nvPr>
            <p:ph type="ctrTitle" hasCustomPrompt="1"/>
          </p:nvPr>
        </p:nvSpPr>
        <p:spPr bwMode="gray">
          <a:xfrm>
            <a:off x="504000" y="3090446"/>
            <a:ext cx="11185200" cy="677108"/>
          </a:xfrm>
        </p:spPr>
        <p:txBody>
          <a:bodyPr anchor="ctr" anchorCtr="0">
            <a:noAutofit/>
          </a:bodyPr>
          <a:lstStyle>
            <a:lvl1pPr>
              <a:defRPr sz="4400">
                <a:solidFill>
                  <a:schemeClr val="tx1"/>
                </a:solidFill>
                <a:latin typeface="+mj-lt"/>
              </a:defRPr>
            </a:lvl1pPr>
          </a:lstStyle>
          <a:p>
            <a:r>
              <a:rPr lang="en-US" dirty="0"/>
              <a:t>Divider page</a:t>
            </a:r>
          </a:p>
        </p:txBody>
      </p:sp>
    </p:spTree>
    <p:extLst>
      <p:ext uri="{BB962C8B-B14F-4D97-AF65-F5344CB8AC3E}">
        <p14:creationId xmlns:p14="http://schemas.microsoft.com/office/powerpoint/2010/main" val="4109527874"/>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Divider Page with image">
    <p:spTree>
      <p:nvGrpSpPr>
        <p:cNvPr id="1" name=""/>
        <p:cNvGrpSpPr/>
        <p:nvPr/>
      </p:nvGrpSpPr>
      <p:grpSpPr>
        <a:xfrm>
          <a:off x="0" y="0"/>
          <a:ext cx="0" cy="0"/>
          <a:chOff x="0" y="0"/>
          <a:chExt cx="0" cy="0"/>
        </a:xfrm>
      </p:grpSpPr>
      <p:sp>
        <p:nvSpPr>
          <p:cNvPr id="4" name="Divider image placeholder"/>
          <p:cNvSpPr>
            <a:spLocks noGrp="1"/>
          </p:cNvSpPr>
          <p:nvPr>
            <p:ph type="pic" sz="quarter" idx="12" hasCustomPrompt="1"/>
          </p:nvPr>
        </p:nvSpPr>
        <p:spPr>
          <a:xfrm>
            <a:off x="1" y="3427200"/>
            <a:ext cx="12195175" cy="3430800"/>
          </a:xfrm>
          <a:noFill/>
        </p:spPr>
        <p:txBody>
          <a:bodyPr tIns="324000"/>
          <a:lstStyle>
            <a:lvl1pPr marL="0" marR="0" indent="0" algn="ctr" defTabSz="1088558" rtl="0" eaLnBrk="1" fontAlgn="auto" latinLnBrk="0" hangingPunct="1">
              <a:lnSpc>
                <a:spcPct val="100000"/>
              </a:lnSpc>
              <a:spcBef>
                <a:spcPts val="1200"/>
              </a:spcBef>
              <a:spcAft>
                <a:spcPts val="0"/>
              </a:spcAft>
              <a:buClr>
                <a:schemeClr val="accent1"/>
              </a:buClr>
              <a:buSzPct val="80000"/>
              <a:buFontTx/>
              <a:buNone/>
              <a:tabLst/>
              <a:defRPr sz="1600">
                <a:solidFill>
                  <a:schemeClr val="tx1"/>
                </a:solidFill>
              </a:defRPr>
            </a:lvl1pPr>
          </a:lstStyle>
          <a:p>
            <a:pPr marL="0" marR="0" lvl="0" indent="0" algn="ctr" defTabSz="1088558" rtl="0" eaLnBrk="1" fontAlgn="auto" latinLnBrk="0" hangingPunct="1">
              <a:lnSpc>
                <a:spcPct val="100000"/>
              </a:lnSpc>
              <a:spcBef>
                <a:spcPts val="1200"/>
              </a:spcBef>
              <a:spcAft>
                <a:spcPts val="0"/>
              </a:spcAft>
              <a:buClr>
                <a:schemeClr val="accent1"/>
              </a:buClr>
              <a:buSzPct val="80000"/>
              <a:buFontTx/>
              <a:buNone/>
              <a:tabLst/>
              <a:defRPr/>
            </a:pPr>
            <a:r>
              <a:rPr lang="en-US" dirty="0"/>
              <a:t>Placeholder for image and illustration scene art</a:t>
            </a:r>
          </a:p>
        </p:txBody>
      </p:sp>
      <p:sp>
        <p:nvSpPr>
          <p:cNvPr id="2" name="Divider text"/>
          <p:cNvSpPr>
            <a:spLocks noGrp="1"/>
          </p:cNvSpPr>
          <p:nvPr>
            <p:ph type="ctrTitle" hasCustomPrompt="1"/>
          </p:nvPr>
        </p:nvSpPr>
        <p:spPr bwMode="gray">
          <a:xfrm>
            <a:off x="504000" y="1375046"/>
            <a:ext cx="11185200" cy="677108"/>
          </a:xfrm>
        </p:spPr>
        <p:txBody>
          <a:bodyPr anchor="t" anchorCtr="0">
            <a:noAutofit/>
          </a:bodyPr>
          <a:lstStyle>
            <a:lvl1pPr>
              <a:defRPr sz="4400">
                <a:solidFill>
                  <a:schemeClr val="tx1"/>
                </a:solidFill>
                <a:latin typeface="+mj-lt"/>
              </a:defRPr>
            </a:lvl1pPr>
          </a:lstStyle>
          <a:p>
            <a:r>
              <a:rPr lang="en-US" dirty="0"/>
              <a:t>Divider page</a:t>
            </a:r>
          </a:p>
        </p:txBody>
      </p:sp>
    </p:spTree>
    <p:extLst>
      <p:ext uri="{BB962C8B-B14F-4D97-AF65-F5344CB8AC3E}">
        <p14:creationId xmlns:p14="http://schemas.microsoft.com/office/powerpoint/2010/main" val="1008985274"/>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3" name="Title 2"/>
          <p:cNvSpPr>
            <a:spLocks noGrp="1"/>
          </p:cNvSpPr>
          <p:nvPr>
            <p:ph type="title" hasCustomPrompt="1"/>
          </p:nvPr>
        </p:nvSpPr>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24667436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and text">
    <p:spTree>
      <p:nvGrpSpPr>
        <p:cNvPr id="1" name=""/>
        <p:cNvGrpSpPr/>
        <p:nvPr/>
      </p:nvGrpSpPr>
      <p:grpSpPr>
        <a:xfrm>
          <a:off x="0" y="0"/>
          <a:ext cx="0" cy="0"/>
          <a:chOff x="0" y="0"/>
          <a:chExt cx="0" cy="0"/>
        </a:xfrm>
      </p:grpSpPr>
      <p:sp>
        <p:nvSpPr>
          <p:cNvPr id="4" name="Text placeholder - column 2"/>
          <p:cNvSpPr>
            <a:spLocks noGrp="1"/>
          </p:cNvSpPr>
          <p:nvPr>
            <p:ph type="body" sz="quarter" idx="10" hasCustomPrompt="1"/>
          </p:nvPr>
        </p:nvSpPr>
        <p:spPr>
          <a:xfrm>
            <a:off x="503999" y="1620000"/>
            <a:ext cx="11186477"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21293322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and text: 2 columns">
    <p:spTree>
      <p:nvGrpSpPr>
        <p:cNvPr id="1" name=""/>
        <p:cNvGrpSpPr/>
        <p:nvPr/>
      </p:nvGrpSpPr>
      <p:grpSpPr>
        <a:xfrm>
          <a:off x="0" y="0"/>
          <a:ext cx="0" cy="0"/>
          <a:chOff x="0" y="0"/>
          <a:chExt cx="0" cy="0"/>
        </a:xfrm>
      </p:grpSpPr>
      <p:sp>
        <p:nvSpPr>
          <p:cNvPr id="4" name="Text placeholder - column 2"/>
          <p:cNvSpPr>
            <a:spLocks noGrp="1"/>
          </p:cNvSpPr>
          <p:nvPr>
            <p:ph type="body" sz="quarter" idx="10" hasCustomPrompt="1"/>
          </p:nvPr>
        </p:nvSpPr>
        <p:spPr>
          <a:xfrm>
            <a:off x="504000" y="1620000"/>
            <a:ext cx="5328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 column 1"/>
          <p:cNvSpPr>
            <a:spLocks noGrp="1"/>
          </p:cNvSpPr>
          <p:nvPr>
            <p:ph type="body" sz="quarter" idx="11" hasCustomPrompt="1"/>
          </p:nvPr>
        </p:nvSpPr>
        <p:spPr>
          <a:xfrm>
            <a:off x="6362477" y="1620000"/>
            <a:ext cx="5328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2630481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text: 3 columns">
    <p:spTree>
      <p:nvGrpSpPr>
        <p:cNvPr id="1" name=""/>
        <p:cNvGrpSpPr/>
        <p:nvPr/>
      </p:nvGrpSpPr>
      <p:grpSpPr>
        <a:xfrm>
          <a:off x="0" y="0"/>
          <a:ext cx="0" cy="0"/>
          <a:chOff x="0" y="0"/>
          <a:chExt cx="0" cy="0"/>
        </a:xfrm>
      </p:grpSpPr>
      <p:sp>
        <p:nvSpPr>
          <p:cNvPr id="7" name="Text Placeholder - column 3"/>
          <p:cNvSpPr>
            <a:spLocks noGrp="1"/>
          </p:cNvSpPr>
          <p:nvPr>
            <p:ph type="body" sz="quarter" idx="13" hasCustomPrompt="1"/>
          </p:nvPr>
        </p:nvSpPr>
        <p:spPr>
          <a:xfrm>
            <a:off x="8126477" y="1620000"/>
            <a:ext cx="3564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Text Placeholder - column 2"/>
          <p:cNvSpPr>
            <a:spLocks noGrp="1"/>
          </p:cNvSpPr>
          <p:nvPr>
            <p:ph type="body" sz="quarter" idx="12" hasCustomPrompt="1"/>
          </p:nvPr>
        </p:nvSpPr>
        <p:spPr>
          <a:xfrm>
            <a:off x="4315238" y="1620000"/>
            <a:ext cx="3564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 column 1"/>
          <p:cNvSpPr>
            <a:spLocks noGrp="1"/>
          </p:cNvSpPr>
          <p:nvPr>
            <p:ph type="body" sz="quarter" idx="10" hasCustomPrompt="1"/>
          </p:nvPr>
        </p:nvSpPr>
        <p:spPr>
          <a:xfrm>
            <a:off x="504000" y="1620000"/>
            <a:ext cx="3564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86641637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2 columns - text and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
        <p:nvSpPr>
          <p:cNvPr id="3" name="Text placeholder - column 2"/>
          <p:cNvSpPr>
            <a:spLocks noGrp="1"/>
          </p:cNvSpPr>
          <p:nvPr>
            <p:ph type="body" sz="quarter" idx="10" hasCustomPrompt="1"/>
          </p:nvPr>
        </p:nvSpPr>
        <p:spPr>
          <a:xfrm>
            <a:off x="504000" y="4770000"/>
            <a:ext cx="5328000" cy="108000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5" name="Picture Placeholder 4"/>
          <p:cNvSpPr>
            <a:spLocks noGrp="1"/>
          </p:cNvSpPr>
          <p:nvPr>
            <p:ph type="pic" sz="quarter" idx="12" hasCustomPrompt="1"/>
          </p:nvPr>
        </p:nvSpPr>
        <p:spPr bwMode="gray">
          <a:xfrm>
            <a:off x="504000" y="1620000"/>
            <a:ext cx="5328000" cy="2631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17" name="Text placeholder - column 2"/>
          <p:cNvSpPr>
            <a:spLocks noGrp="1"/>
          </p:cNvSpPr>
          <p:nvPr>
            <p:ph type="body" sz="quarter" idx="13" hasCustomPrompt="1"/>
          </p:nvPr>
        </p:nvSpPr>
        <p:spPr>
          <a:xfrm>
            <a:off x="6362477" y="4770000"/>
            <a:ext cx="5328000" cy="108000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8" name="Picture Placeholder 4"/>
          <p:cNvSpPr>
            <a:spLocks noGrp="1"/>
          </p:cNvSpPr>
          <p:nvPr>
            <p:ph type="pic" sz="quarter" idx="14" hasCustomPrompt="1"/>
          </p:nvPr>
        </p:nvSpPr>
        <p:spPr bwMode="gray">
          <a:xfrm>
            <a:off x="6362477" y="1620000"/>
            <a:ext cx="5328000" cy="2631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250494129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3 columns - text and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
        <p:nvSpPr>
          <p:cNvPr id="3" name="Text placeholder - column 2"/>
          <p:cNvSpPr>
            <a:spLocks noGrp="1"/>
          </p:cNvSpPr>
          <p:nvPr>
            <p:ph type="body" sz="quarter" idx="10" hasCustomPrompt="1"/>
          </p:nvPr>
        </p:nvSpPr>
        <p:spPr>
          <a:xfrm>
            <a:off x="504000" y="4354921"/>
            <a:ext cx="3391200" cy="1495079"/>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5" name="Picture Placeholder 4"/>
          <p:cNvSpPr>
            <a:spLocks noGrp="1"/>
          </p:cNvSpPr>
          <p:nvPr>
            <p:ph type="pic" sz="quarter" idx="12" hasCustomPrompt="1"/>
          </p:nvPr>
        </p:nvSpPr>
        <p:spPr bwMode="gray">
          <a:xfrm>
            <a:off x="504000" y="1620000"/>
            <a:ext cx="3391200" cy="2232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17" name="Text placeholder - column 2"/>
          <p:cNvSpPr>
            <a:spLocks noGrp="1"/>
          </p:cNvSpPr>
          <p:nvPr>
            <p:ph type="body" sz="quarter" idx="13" hasCustomPrompt="1"/>
          </p:nvPr>
        </p:nvSpPr>
        <p:spPr>
          <a:xfrm>
            <a:off x="8299277" y="4354921"/>
            <a:ext cx="3391200" cy="1495079"/>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8" name="Picture Placeholder 4"/>
          <p:cNvSpPr>
            <a:spLocks noGrp="1"/>
          </p:cNvSpPr>
          <p:nvPr>
            <p:ph type="pic" sz="quarter" idx="14" hasCustomPrompt="1"/>
          </p:nvPr>
        </p:nvSpPr>
        <p:spPr bwMode="gray">
          <a:xfrm>
            <a:off x="8299277" y="1620000"/>
            <a:ext cx="3391200" cy="2232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9" name="Text placeholder - column 2"/>
          <p:cNvSpPr>
            <a:spLocks noGrp="1"/>
          </p:cNvSpPr>
          <p:nvPr>
            <p:ph type="body" sz="quarter" idx="15" hasCustomPrompt="1"/>
          </p:nvPr>
        </p:nvSpPr>
        <p:spPr>
          <a:xfrm>
            <a:off x="4401639" y="4354921"/>
            <a:ext cx="3391200" cy="1495079"/>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0" name="Picture Placeholder 4"/>
          <p:cNvSpPr>
            <a:spLocks noGrp="1"/>
          </p:cNvSpPr>
          <p:nvPr>
            <p:ph type="pic" sz="quarter" idx="16" hasCustomPrompt="1"/>
          </p:nvPr>
        </p:nvSpPr>
        <p:spPr bwMode="gray">
          <a:xfrm>
            <a:off x="4401639" y="1620000"/>
            <a:ext cx="3391200" cy="2232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72766759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4 columns - text and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
        <p:nvSpPr>
          <p:cNvPr id="3" name="Text placeholder - column 2"/>
          <p:cNvSpPr>
            <a:spLocks noGrp="1"/>
          </p:cNvSpPr>
          <p:nvPr>
            <p:ph type="body" sz="quarter" idx="10" hasCustomPrompt="1"/>
          </p:nvPr>
        </p:nvSpPr>
        <p:spPr>
          <a:xfrm>
            <a:off x="504000" y="3878220"/>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5" name="Picture Placeholder 4"/>
          <p:cNvSpPr>
            <a:spLocks noGrp="1"/>
          </p:cNvSpPr>
          <p:nvPr>
            <p:ph type="pic" sz="quarter" idx="12" hasCustomPrompt="1"/>
          </p:nvPr>
        </p:nvSpPr>
        <p:spPr bwMode="gray">
          <a:xfrm>
            <a:off x="504000"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17" name="Text placeholder - column 2"/>
          <p:cNvSpPr>
            <a:spLocks noGrp="1"/>
          </p:cNvSpPr>
          <p:nvPr>
            <p:ph type="body" sz="quarter" idx="13" hasCustomPrompt="1"/>
          </p:nvPr>
        </p:nvSpPr>
        <p:spPr>
          <a:xfrm>
            <a:off x="9274877" y="3878221"/>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8" name="Picture Placeholder 4"/>
          <p:cNvSpPr>
            <a:spLocks noGrp="1"/>
          </p:cNvSpPr>
          <p:nvPr>
            <p:ph type="pic" sz="quarter" idx="14" hasCustomPrompt="1"/>
          </p:nvPr>
        </p:nvSpPr>
        <p:spPr bwMode="gray">
          <a:xfrm>
            <a:off x="9274877"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9" name="Text placeholder - column 2"/>
          <p:cNvSpPr>
            <a:spLocks noGrp="1"/>
          </p:cNvSpPr>
          <p:nvPr>
            <p:ph type="body" sz="quarter" idx="15" hasCustomPrompt="1"/>
          </p:nvPr>
        </p:nvSpPr>
        <p:spPr>
          <a:xfrm>
            <a:off x="3427626" y="3878221"/>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0" name="Picture Placeholder 4"/>
          <p:cNvSpPr>
            <a:spLocks noGrp="1"/>
          </p:cNvSpPr>
          <p:nvPr>
            <p:ph type="pic" sz="quarter" idx="16" hasCustomPrompt="1"/>
          </p:nvPr>
        </p:nvSpPr>
        <p:spPr bwMode="gray">
          <a:xfrm>
            <a:off x="3427626"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13" name="Text placeholder - column 2"/>
          <p:cNvSpPr>
            <a:spLocks noGrp="1"/>
          </p:cNvSpPr>
          <p:nvPr>
            <p:ph type="body" sz="quarter" idx="17" hasCustomPrompt="1"/>
          </p:nvPr>
        </p:nvSpPr>
        <p:spPr>
          <a:xfrm>
            <a:off x="6351252" y="3878221"/>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4" name="Picture Placeholder 4"/>
          <p:cNvSpPr>
            <a:spLocks noGrp="1"/>
          </p:cNvSpPr>
          <p:nvPr>
            <p:ph type="pic" sz="quarter" idx="18" hasCustomPrompt="1"/>
          </p:nvPr>
        </p:nvSpPr>
        <p:spPr bwMode="gray">
          <a:xfrm>
            <a:off x="6351252"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268059447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Quote">
    <p:bg>
      <p:bgPr>
        <a:solidFill>
          <a:schemeClr val="bg1"/>
        </a:solidFill>
        <a:effectLst/>
      </p:bgPr>
    </p:bg>
    <p:spTree>
      <p:nvGrpSpPr>
        <p:cNvPr id="1" name=""/>
        <p:cNvGrpSpPr/>
        <p:nvPr/>
      </p:nvGrpSpPr>
      <p:grpSpPr>
        <a:xfrm>
          <a:off x="0" y="0"/>
          <a:ext cx="0" cy="0"/>
          <a:chOff x="0" y="0"/>
          <a:chExt cx="0" cy="0"/>
        </a:xfrm>
      </p:grpSpPr>
      <p:sp>
        <p:nvSpPr>
          <p:cNvPr id="5" name="Quote placeholder"/>
          <p:cNvSpPr>
            <a:spLocks noGrp="1"/>
          </p:cNvSpPr>
          <p:nvPr>
            <p:ph type="body" sz="quarter" idx="10" hasCustomPrompt="1"/>
          </p:nvPr>
        </p:nvSpPr>
        <p:spPr>
          <a:xfrm>
            <a:off x="504000" y="1800000"/>
            <a:ext cx="11185200" cy="3285032"/>
          </a:xfrm>
        </p:spPr>
        <p:txBody>
          <a:bodyPr/>
          <a:lstStyle>
            <a:lvl1pPr marL="395921" indent="-395921">
              <a:lnSpc>
                <a:spcPct val="90000"/>
              </a:lnSpc>
              <a:spcBef>
                <a:spcPts val="600"/>
              </a:spcBef>
              <a:defRPr sz="5999" b="1">
                <a:solidFill>
                  <a:schemeClr val="tx1"/>
                </a:solidFill>
              </a:defRPr>
            </a:lvl1pPr>
            <a:lvl2pPr marL="395921" indent="0">
              <a:buNone/>
              <a:defRPr sz="1200">
                <a:solidFill>
                  <a:schemeClr val="tx1"/>
                </a:solidFill>
              </a:defRPr>
            </a:lvl2pPr>
          </a:lstStyle>
          <a:p>
            <a:pPr lvl="0"/>
            <a:r>
              <a:rPr lang="en-US" noProof="0" dirty="0"/>
              <a:t>“Quote goes here </a:t>
            </a:r>
            <a:br>
              <a:rPr lang="en-US" noProof="0" dirty="0"/>
            </a:br>
            <a:r>
              <a:rPr lang="en-US" noProof="0" dirty="0"/>
              <a:t>and here.”</a:t>
            </a:r>
          </a:p>
          <a:p>
            <a:pPr lvl="1"/>
            <a:r>
              <a:rPr lang="en-US" noProof="0" dirty="0"/>
              <a:t>Source</a:t>
            </a:r>
          </a:p>
        </p:txBody>
      </p:sp>
      <p:sp>
        <p:nvSpPr>
          <p:cNvPr id="2" name="Title 1"/>
          <p:cNvSpPr>
            <a:spLocks noGrp="1"/>
          </p:cNvSpPr>
          <p:nvPr>
            <p:ph type="title" hasCustomPrompt="1"/>
          </p:nvPr>
        </p:nvSpPr>
        <p:spPr/>
        <p:txBody>
          <a:bodyPr/>
          <a:lstStyle>
            <a:lvl1pPr>
              <a:defRPr>
                <a:solidFill>
                  <a:schemeClr val="tx1"/>
                </a:solidFill>
              </a:defRPr>
            </a:lvl1pPr>
          </a:lstStyle>
          <a:p>
            <a:r>
              <a:rPr lang="en-US" noProof="0" dirty="0"/>
              <a:t>Insert page title (sentence case)</a:t>
            </a:r>
            <a:endParaRPr lang="en-US" dirty="0"/>
          </a:p>
        </p:txBody>
      </p:sp>
    </p:spTree>
    <p:extLst>
      <p:ext uri="{BB962C8B-B14F-4D97-AF65-F5344CB8AC3E}">
        <p14:creationId xmlns:p14="http://schemas.microsoft.com/office/powerpoint/2010/main" val="93278590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and text with image 1">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8127175" y="252000"/>
            <a:ext cx="4068000" cy="6606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7" name="Text Placeholder 6"/>
          <p:cNvSpPr>
            <a:spLocks noGrp="1"/>
          </p:cNvSpPr>
          <p:nvPr>
            <p:ph type="body" sz="quarter" idx="11" hasCustomPrompt="1"/>
          </p:nvPr>
        </p:nvSpPr>
        <p:spPr bwMode="gray">
          <a:xfrm>
            <a:off x="503999" y="1620000"/>
            <a:ext cx="7092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7092000"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342502026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and text with image 2">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6111175" y="252000"/>
            <a:ext cx="6084000" cy="6606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7" name="Text Placeholder 6"/>
          <p:cNvSpPr>
            <a:spLocks noGrp="1"/>
          </p:cNvSpPr>
          <p:nvPr>
            <p:ph type="body" sz="quarter" idx="11" hasCustomPrompt="1"/>
          </p:nvPr>
        </p:nvSpPr>
        <p:spPr bwMode="gray">
          <a:xfrm>
            <a:off x="503999" y="1620000"/>
            <a:ext cx="5112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hasCustomPrompt="1"/>
          </p:nvPr>
        </p:nvSpPr>
        <p:spPr>
          <a:xfrm>
            <a:off x="504001" y="504000"/>
            <a:ext cx="5112000"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55278771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Image with motion band">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1" y="252000"/>
            <a:ext cx="12195175" cy="6606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190104987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Full bleed image ">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1" y="0"/>
            <a:ext cx="12195175" cy="6858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413979114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ext and screenshot">
    <p:spTree>
      <p:nvGrpSpPr>
        <p:cNvPr id="1" name=""/>
        <p:cNvGrpSpPr/>
        <p:nvPr/>
      </p:nvGrpSpPr>
      <p:grpSpPr>
        <a:xfrm>
          <a:off x="0" y="0"/>
          <a:ext cx="0" cy="0"/>
          <a:chOff x="0" y="0"/>
          <a:chExt cx="0" cy="0"/>
        </a:xfrm>
      </p:grpSpPr>
      <p:sp>
        <p:nvSpPr>
          <p:cNvPr id="5" name="Picture Placeholder 4"/>
          <p:cNvSpPr>
            <a:spLocks noGrp="1"/>
          </p:cNvSpPr>
          <p:nvPr>
            <p:ph type="pic" sz="quarter" idx="13" hasCustomPrompt="1"/>
          </p:nvPr>
        </p:nvSpPr>
        <p:spPr bwMode="gray">
          <a:xfrm>
            <a:off x="6362477" y="1601628"/>
            <a:ext cx="5328000" cy="4230000"/>
          </a:xfrm>
          <a:solidFill>
            <a:schemeClr val="tx2">
              <a:alpha val="70000"/>
            </a:schemeClr>
          </a:solidFill>
        </p:spPr>
        <p:txBody>
          <a:bodyPr vert="horz" lIns="0" tIns="1512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screenshot</a:t>
            </a:r>
          </a:p>
        </p:txBody>
      </p:sp>
      <p:sp>
        <p:nvSpPr>
          <p:cNvPr id="4" name="Text Placeholder 3"/>
          <p:cNvSpPr>
            <a:spLocks noGrp="1"/>
          </p:cNvSpPr>
          <p:nvPr>
            <p:ph type="body" sz="quarter" idx="10" hasCustomPrompt="1"/>
          </p:nvPr>
        </p:nvSpPr>
        <p:spPr>
          <a:xfrm>
            <a:off x="504000" y="1620000"/>
            <a:ext cx="5328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1287227243"/>
      </p:ext>
    </p:extLst>
  </p:cSld>
  <p:clrMapOvr>
    <a:masterClrMapping/>
  </p:clrMapOvr>
  <p:extLst>
    <p:ext uri="{DCECCB84-F9BA-43D5-87BE-67443E8EF086}">
      <p15:sldGuideLst xmlns:p15="http://schemas.microsoft.com/office/powerpoint/2012/main"/>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Content Placeholder 2"/>
          <p:cNvSpPr>
            <a:spLocks noGrp="1"/>
          </p:cNvSpPr>
          <p:nvPr>
            <p:ph idx="1" hasCustomPrompt="1"/>
          </p:nvPr>
        </p:nvSpPr>
        <p:spPr>
          <a:xfrm>
            <a:off x="504000" y="1620000"/>
            <a:ext cx="11185200" cy="4230000"/>
          </a:xfrm>
          <a:solidFill>
            <a:schemeClr val="tx2">
              <a:alpha val="70000"/>
            </a:schemeClr>
          </a:solidFill>
        </p:spPr>
        <p:txBody>
          <a:bodyPr tIns="1368000"/>
          <a:lstStyle>
            <a:lvl1pPr algn="ctr">
              <a:defRPr sz="1400" b="0"/>
            </a:lvl1pPr>
          </a:lstStyle>
          <a:p>
            <a:pPr lvl="0"/>
            <a:r>
              <a:rPr lang="en-US" dirty="0"/>
              <a:t>Click to add content</a:t>
            </a:r>
          </a:p>
        </p:txBody>
      </p:sp>
      <p:sp>
        <p:nvSpPr>
          <p:cNvPr id="2" name="Title 1"/>
          <p:cNvSpPr>
            <a:spLocks noGrp="1"/>
          </p:cNvSpPr>
          <p:nvPr>
            <p:ph type="title" hasCustomPrompt="1"/>
          </p:nvPr>
        </p:nvSpPr>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418609874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Blank with motion band">
    <p:spTree>
      <p:nvGrpSpPr>
        <p:cNvPr id="1" name=""/>
        <p:cNvGrpSpPr/>
        <p:nvPr/>
      </p:nvGrpSpPr>
      <p:grpSpPr>
        <a:xfrm>
          <a:off x="0" y="0"/>
          <a:ext cx="0" cy="0"/>
          <a:chOff x="0" y="0"/>
          <a:chExt cx="0" cy="0"/>
        </a:xfrm>
      </p:grpSpPr>
      <p:sp>
        <p:nvSpPr>
          <p:cNvPr id="7" name="Rectangle 6"/>
          <p:cNvSpPr/>
          <p:nvPr userDrawn="1"/>
        </p:nvSpPr>
        <p:spPr bwMode="gray">
          <a:xfrm>
            <a:off x="236220" y="1142735"/>
            <a:ext cx="11795760" cy="220929"/>
          </a:xfrm>
          <a:prstGeom prst="rect">
            <a:avLst/>
          </a:prstGeom>
          <a:solidFill>
            <a:schemeClr val="bg1"/>
          </a:solidFill>
          <a:ln w="6350" algn="ctr">
            <a:noFill/>
            <a:miter lim="800000"/>
            <a:headEnd/>
            <a:tailEnd/>
          </a:ln>
        </p:spPr>
        <p:txBody>
          <a:bodyPr lIns="89979" tIns="71983" rIns="89979" bIns="71983"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337924837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21819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p:cSld name="Thank you and contact information">
    <p:spTree>
      <p:nvGrpSpPr>
        <p:cNvPr id="1" name=""/>
        <p:cNvGrpSpPr/>
        <p:nvPr/>
      </p:nvGrpSpPr>
      <p:grpSpPr>
        <a:xfrm>
          <a:off x="0" y="0"/>
          <a:ext cx="0" cy="0"/>
          <a:chOff x="0" y="0"/>
          <a:chExt cx="0" cy="0"/>
        </a:xfrm>
      </p:grpSpPr>
      <p:sp>
        <p:nvSpPr>
          <p:cNvPr id="93" name="Contact information"/>
          <p:cNvSpPr>
            <a:spLocks noGrp="1"/>
          </p:cNvSpPr>
          <p:nvPr>
            <p:ph type="body" sz="quarter" idx="10" hasCustomPrompt="1"/>
          </p:nvPr>
        </p:nvSpPr>
        <p:spPr>
          <a:xfrm>
            <a:off x="504000" y="2905487"/>
            <a:ext cx="5328000" cy="2501010"/>
          </a:xfrm>
        </p:spPr>
        <p:txBody>
          <a:bodyPr anchor="t" anchorCtr="0">
            <a:noAutofit/>
          </a:bodyPr>
          <a:lstStyle>
            <a:lvl1pPr>
              <a:spcBef>
                <a:spcPts val="0"/>
              </a:spcBef>
              <a:spcAft>
                <a:spcPts val="1200"/>
              </a:spcAft>
              <a:defRPr sz="1600" b="0"/>
            </a:lvl1pPr>
            <a:lvl2pPr marL="0" indent="0">
              <a:spcBef>
                <a:spcPts val="0"/>
              </a:spcBef>
              <a:buNone/>
              <a:defRPr sz="1600" b="0"/>
            </a:lvl2pPr>
          </a:lstStyle>
          <a:p>
            <a:r>
              <a:rPr lang="en-US" dirty="0"/>
              <a:t>Contact information:</a:t>
            </a:r>
          </a:p>
          <a:p>
            <a:pPr lvl="1"/>
            <a:r>
              <a:rPr lang="en-US" dirty="0"/>
              <a:t>F name L name</a:t>
            </a:r>
          </a:p>
          <a:p>
            <a:pPr lvl="1"/>
            <a:r>
              <a:rPr lang="en-US" dirty="0"/>
              <a:t>Title</a:t>
            </a:r>
          </a:p>
          <a:p>
            <a:pPr lvl="1"/>
            <a:r>
              <a:rPr lang="en-US" dirty="0"/>
              <a:t>Address</a:t>
            </a:r>
          </a:p>
          <a:p>
            <a:pPr lvl="1"/>
            <a:r>
              <a:rPr lang="en-US" dirty="0"/>
              <a:t>Phone number</a:t>
            </a:r>
          </a:p>
        </p:txBody>
      </p:sp>
      <p:sp>
        <p:nvSpPr>
          <p:cNvPr id="2" name="Thank you"/>
          <p:cNvSpPr>
            <a:spLocks noGrp="1"/>
          </p:cNvSpPr>
          <p:nvPr>
            <p:ph type="ctrTitle" hasCustomPrompt="1"/>
          </p:nvPr>
        </p:nvSpPr>
        <p:spPr bwMode="gray">
          <a:xfrm>
            <a:off x="504000" y="1467009"/>
            <a:ext cx="5328000" cy="923116"/>
          </a:xfrm>
        </p:spPr>
        <p:txBody>
          <a:bodyPr anchor="t" anchorCtr="0">
            <a:noAutofit/>
          </a:bodyPr>
          <a:lstStyle>
            <a:lvl1pPr>
              <a:defRPr sz="5500">
                <a:solidFill>
                  <a:schemeClr val="accent1"/>
                </a:solidFill>
                <a:latin typeface="+mj-lt"/>
              </a:defRPr>
            </a:lvl1pPr>
          </a:lstStyle>
          <a:p>
            <a:r>
              <a:rPr lang="en-US" dirty="0"/>
              <a:t>Thank you.</a:t>
            </a:r>
          </a:p>
        </p:txBody>
      </p:sp>
      <p:pic>
        <p:nvPicPr>
          <p:cNvPr id="7" name="Picture 6"/>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04000" y="5994000"/>
            <a:ext cx="1578462" cy="360000"/>
          </a:xfrm>
          <a:prstGeom prst="rect">
            <a:avLst/>
          </a:prstGeom>
        </p:spPr>
      </p:pic>
    </p:spTree>
    <p:extLst>
      <p:ext uri="{BB962C8B-B14F-4D97-AF65-F5344CB8AC3E}">
        <p14:creationId xmlns:p14="http://schemas.microsoft.com/office/powerpoint/2010/main" val="781090314"/>
      </p:ext>
    </p:extLst>
  </p:cSld>
  <p:clrMapOvr>
    <a:masterClrMapping/>
  </p:clrMapOvr>
  <p:hf sldNum="0" hdr="0" ftr="0" dt="0"/>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Copyright">
    <p:spTree>
      <p:nvGrpSpPr>
        <p:cNvPr id="1" name=""/>
        <p:cNvGrpSpPr/>
        <p:nvPr/>
      </p:nvGrpSpPr>
      <p:grpSpPr>
        <a:xfrm>
          <a:off x="0" y="0"/>
          <a:ext cx="0" cy="0"/>
          <a:chOff x="0" y="0"/>
          <a:chExt cx="0" cy="0"/>
        </a:xfrm>
      </p:grpSpPr>
      <p:sp>
        <p:nvSpPr>
          <p:cNvPr id="4" name="TextBox 3"/>
          <p:cNvSpPr txBox="1"/>
          <p:nvPr/>
        </p:nvSpPr>
        <p:spPr bwMode="gray">
          <a:xfrm>
            <a:off x="503999" y="1620000"/>
            <a:ext cx="11185200" cy="3153980"/>
          </a:xfrm>
          <a:prstGeom prst="rect">
            <a:avLst/>
          </a:prstGeom>
          <a:noFill/>
        </p:spPr>
        <p:txBody>
          <a:bodyPr wrap="square" lIns="0" tIns="0" rIns="0" bIns="0" rtlCol="0">
            <a:spAutoFit/>
          </a:bodyPr>
          <a:lstStyle/>
          <a:p>
            <a:pPr>
              <a:spcBef>
                <a:spcPts val="1200"/>
              </a:spcBef>
            </a:pPr>
            <a:r>
              <a:rPr lang="en-US" sz="1100" kern="1200" dirty="0">
                <a:solidFill>
                  <a:schemeClr val="tx1"/>
                </a:solidFill>
                <a:latin typeface="Arial"/>
                <a:ea typeface="Arial Unicode MS" panose="020B0604020202020204" pitchFamily="34" charset="-128"/>
                <a:cs typeface="+mn-cs"/>
              </a:rPr>
              <a:t>No part of this publication may be reproduced or transmitted in any form or for any purpose without the express permission of SAP SE or an SAP affiliate company.</a:t>
            </a:r>
          </a:p>
          <a:p>
            <a:pPr>
              <a:spcBef>
                <a:spcPts val="1200"/>
              </a:spcBef>
            </a:pPr>
            <a:r>
              <a:rPr lang="en-US" sz="1100" kern="1200" dirty="0">
                <a:solidFill>
                  <a:schemeClr val="tx1"/>
                </a:solidFill>
                <a:latin typeface="Arial"/>
                <a:ea typeface="Arial Unicode MS" panose="020B0604020202020204" pitchFamily="34" charset="-128"/>
                <a:cs typeface="+mn-cs"/>
              </a:rPr>
              <a:t>The information contained herein may be changed without prior notice. Some software products marketed by SAP SE and its distributors contain proprietary software components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of other software vendors. National product specifications may vary.</a:t>
            </a:r>
          </a:p>
          <a:p>
            <a:pPr>
              <a:spcBef>
                <a:spcPts val="1200"/>
              </a:spcBef>
            </a:pPr>
            <a:r>
              <a:rPr lang="en-US" sz="1100" kern="1200" dirty="0">
                <a:solidFill>
                  <a:schemeClr val="tx1"/>
                </a:solidFill>
                <a:latin typeface="Arial"/>
                <a:ea typeface="Arial Unicode MS" panose="020B0604020202020204" pitchFamily="34" charset="-128"/>
                <a:cs typeface="+mn-cs"/>
              </a:rPr>
              <a:t>These materials are provided by SAP SE or an SAP affiliate company for informational purposes only, without representation or warranty of any kind, and SAP or its affiliated companies shall not be liable for errors or omissions with respect to the materials. The only warranties for SAP or SAP affiliate company products and services are those that are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set forth in the express warranty statements accompanying such products and services, if any. Nothing herein should be construed as constituting an additional warranty. </a:t>
            </a:r>
          </a:p>
          <a:p>
            <a:pPr>
              <a:spcBef>
                <a:spcPts val="1200"/>
              </a:spcBef>
            </a:pPr>
            <a:r>
              <a:rPr lang="en-US" sz="1100" kern="1200" dirty="0">
                <a:solidFill>
                  <a:schemeClr val="tx1"/>
                </a:solidFill>
                <a:latin typeface="Arial"/>
                <a:ea typeface="Arial Unicode MS" panose="020B0604020202020204" pitchFamily="34" charset="-128"/>
                <a:cs typeface="+mn-cs"/>
              </a:rPr>
              <a:t>In particular, SAP SE or its affiliated companies have no obligation to pursue any course of business outlined in this document or any related presentation, or to develop or release any functionality mentioned therein. This document, or any related presentation, and SAP SE’s or its affiliated companies’ strategy and possible future developments, products, and/or platform directions and functionality are all subject to change and may be changed by SAP SE or its affiliated companies at any time for any reason without notice. The information in this document is not a commitment, promise, or legal obligation to deliver any material, code, or functionality. All forward-looking statements are subject to various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risks and uncertainties that could cause actual results to differ materially from expectations. Readers are cautioned not to place undue reliance on these forward-looking statements, and they should not be relied upon in making purchasing decisions.</a:t>
            </a:r>
          </a:p>
          <a:p>
            <a:pPr>
              <a:spcBef>
                <a:spcPts val="1200"/>
              </a:spcBef>
            </a:pPr>
            <a:r>
              <a:rPr lang="en-US" sz="1100" kern="1200" dirty="0">
                <a:solidFill>
                  <a:schemeClr val="tx1"/>
                </a:solidFill>
                <a:latin typeface="Arial"/>
                <a:ea typeface="Arial Unicode MS" panose="020B0604020202020204" pitchFamily="34" charset="-128"/>
                <a:cs typeface="+mn-cs"/>
              </a:rPr>
              <a:t>SAP and other SAP products and services mentioned herein as well as their respective logos are trademarks or registered trademarks of SAP SE (or an SAP affiliate company)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in Germany and other countries. All other product and service names mentioned are the trademarks of their respective companies.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See </a:t>
            </a:r>
            <a:r>
              <a:rPr lang="en-US" sz="1100" kern="1200" dirty="0">
                <a:solidFill>
                  <a:schemeClr val="tx2"/>
                </a:solidFill>
                <a:latin typeface="Arial"/>
                <a:ea typeface="Arial Unicode MS" panose="020B0604020202020204" pitchFamily="34" charset="-128"/>
                <a:cs typeface="+mn-cs"/>
                <a:hlinkClick r:id="rId2"/>
              </a:rPr>
              <a:t>http://global.sap.com/corporate-en/legal/copyright/index.epx</a:t>
            </a:r>
            <a:r>
              <a:rPr lang="en-US" sz="1100" kern="1200" dirty="0">
                <a:solidFill>
                  <a:schemeClr val="tx2"/>
                </a:solidFill>
                <a:latin typeface="Arial"/>
                <a:ea typeface="Arial Unicode MS" panose="020B0604020202020204" pitchFamily="34" charset="-128"/>
                <a:cs typeface="+mn-cs"/>
              </a:rPr>
              <a:t> </a:t>
            </a:r>
            <a:r>
              <a:rPr lang="en-US" sz="1100" kern="1200" dirty="0">
                <a:solidFill>
                  <a:schemeClr val="tx1"/>
                </a:solidFill>
                <a:latin typeface="Arial"/>
                <a:ea typeface="Arial Unicode MS" panose="020B0604020202020204" pitchFamily="34" charset="-128"/>
                <a:cs typeface="+mn-cs"/>
              </a:rPr>
              <a:t>for additional trademark information and notices.</a:t>
            </a:r>
          </a:p>
        </p:txBody>
      </p:sp>
      <p:sp>
        <p:nvSpPr>
          <p:cNvPr id="5" name="TextBox 4"/>
          <p:cNvSpPr txBox="1"/>
          <p:nvPr userDrawn="1"/>
        </p:nvSpPr>
        <p:spPr bwMode="gray">
          <a:xfrm>
            <a:off x="504000" y="719834"/>
            <a:ext cx="9540674" cy="369246"/>
          </a:xfrm>
          <a:prstGeom prst="rect">
            <a:avLst/>
          </a:prstGeom>
        </p:spPr>
        <p:txBody>
          <a:bodyPr vert="horz" wrap="square" lIns="0" tIns="0" rIns="0" bIns="0" rtlCol="0" anchor="t" anchorCtr="0">
            <a:spAutoFit/>
          </a:bodyPr>
          <a:lstStyle>
            <a:lvl1pPr>
              <a:spcBef>
                <a:spcPct val="0"/>
              </a:spcBef>
              <a:buNone/>
              <a:defRPr sz="2400" b="1" baseline="0">
                <a:latin typeface="+mj-lt"/>
                <a:ea typeface="+mj-ea"/>
                <a:cs typeface="+mj-cs"/>
              </a:defRPr>
            </a:lvl1pPr>
          </a:lstStyle>
          <a:p>
            <a:pPr lvl="0"/>
            <a:r>
              <a:rPr lang="en-US" sz="2400" b="0" noProof="0" dirty="0"/>
              <a:t>© 2017 SAP SE or an SAP affiliate company. All rights reserved.</a:t>
            </a:r>
          </a:p>
        </p:txBody>
      </p:sp>
      <p:grpSp>
        <p:nvGrpSpPr>
          <p:cNvPr id="16" name="Group 15"/>
          <p:cNvGrpSpPr/>
          <p:nvPr userDrawn="1"/>
        </p:nvGrpSpPr>
        <p:grpSpPr>
          <a:xfrm>
            <a:off x="0" y="0"/>
            <a:ext cx="12196800" cy="251942"/>
            <a:chOff x="0" y="0"/>
            <a:chExt cx="12196800" cy="251942"/>
          </a:xfrm>
        </p:grpSpPr>
        <p:sp>
          <p:nvSpPr>
            <p:cNvPr id="17" name="Rectangle 16"/>
            <p:cNvSpPr/>
            <p:nvPr userDrawn="1"/>
          </p:nvSpPr>
          <p:spPr bwMode="gray">
            <a:xfrm>
              <a:off x="0" y="0"/>
              <a:ext cx="12196800" cy="251942"/>
            </a:xfrm>
            <a:prstGeom prst="rect">
              <a:avLst/>
            </a:prstGeom>
            <a:solidFill>
              <a:srgbClr val="000000"/>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nvGrpSpPr>
            <p:cNvPr id="18" name="Secondary Motion Band"/>
            <p:cNvGrpSpPr/>
            <p:nvPr userDrawn="1"/>
          </p:nvGrpSpPr>
          <p:grpSpPr>
            <a:xfrm>
              <a:off x="10683752" y="0"/>
              <a:ext cx="1513048" cy="251942"/>
              <a:chOff x="10682127" y="0"/>
              <a:chExt cx="1513048" cy="252000"/>
            </a:xfrm>
          </p:grpSpPr>
          <p:sp>
            <p:nvSpPr>
              <p:cNvPr id="19" name="Rectangle 18"/>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0" name="Rectangle 19"/>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1" name="Rectangle 20"/>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grpSp>
    </p:spTree>
    <p:extLst>
      <p:ext uri="{BB962C8B-B14F-4D97-AF65-F5344CB8AC3E}">
        <p14:creationId xmlns:p14="http://schemas.microsoft.com/office/powerpoint/2010/main" val="45192519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p:cSld name="Copyright german">
    <p:spTree>
      <p:nvGrpSpPr>
        <p:cNvPr id="1" name=""/>
        <p:cNvGrpSpPr/>
        <p:nvPr/>
      </p:nvGrpSpPr>
      <p:grpSpPr>
        <a:xfrm>
          <a:off x="0" y="0"/>
          <a:ext cx="0" cy="0"/>
          <a:chOff x="0" y="0"/>
          <a:chExt cx="0" cy="0"/>
        </a:xfrm>
      </p:grpSpPr>
      <p:sp>
        <p:nvSpPr>
          <p:cNvPr id="4" name="TextBox 3"/>
          <p:cNvSpPr txBox="1"/>
          <p:nvPr userDrawn="1"/>
        </p:nvSpPr>
        <p:spPr bwMode="gray">
          <a:xfrm>
            <a:off x="504000" y="1620000"/>
            <a:ext cx="11185200" cy="3830931"/>
          </a:xfrm>
          <a:prstGeom prst="rect">
            <a:avLst/>
          </a:prstGeom>
          <a:noFill/>
        </p:spPr>
        <p:txBody>
          <a:bodyPr wrap="square" lIns="0" tIns="0" rIns="0" bIns="0" rtlCol="0">
            <a:spAutoFit/>
          </a:bodyPr>
          <a:lstStyle/>
          <a:p>
            <a:pPr>
              <a:spcBef>
                <a:spcPts val="1200"/>
              </a:spcBef>
            </a:pPr>
            <a:r>
              <a:rPr lang="en-US" sz="1100" kern="1200" noProof="0" dirty="0" err="1">
                <a:solidFill>
                  <a:schemeClr val="tx1"/>
                </a:solidFill>
                <a:effectLst/>
                <a:latin typeface="Arial"/>
                <a:ea typeface="+mn-ea"/>
                <a:cs typeface="+mn-cs"/>
              </a:rPr>
              <a:t>Weitergabe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Vervielfältigung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von </a:t>
            </a:r>
            <a:r>
              <a:rPr lang="en-US" sz="1100" kern="1200" noProof="0" dirty="0" err="1">
                <a:solidFill>
                  <a:schemeClr val="tx1"/>
                </a:solidFill>
                <a:effectLst/>
                <a:latin typeface="Arial"/>
                <a:ea typeface="+mn-ea"/>
                <a:cs typeface="+mn-cs"/>
              </a:rPr>
              <a:t>Teilen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daraus</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sind</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welchem</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Zweck</a:t>
            </a:r>
            <a:r>
              <a:rPr lang="en-US" sz="1100" kern="1200" noProof="0" dirty="0">
                <a:solidFill>
                  <a:schemeClr val="tx1"/>
                </a:solidFill>
                <a:effectLst/>
                <a:latin typeface="Arial"/>
                <a:ea typeface="+mn-ea"/>
                <a:cs typeface="+mn-cs"/>
              </a:rPr>
              <a:t> und in </a:t>
            </a:r>
            <a:r>
              <a:rPr lang="en-US" sz="1100" kern="1200" noProof="0" dirty="0" err="1">
                <a:solidFill>
                  <a:schemeClr val="tx1"/>
                </a:solidFill>
                <a:effectLst/>
                <a:latin typeface="Arial"/>
                <a:ea typeface="+mn-ea"/>
                <a:cs typeface="+mn-cs"/>
              </a:rPr>
              <a:t>welcher</a:t>
            </a:r>
            <a:r>
              <a:rPr lang="en-US" sz="1100" kern="1200" noProof="0" dirty="0">
                <a:solidFill>
                  <a:schemeClr val="tx1"/>
                </a:solidFill>
                <a:effectLst/>
                <a:latin typeface="Arial"/>
                <a:ea typeface="+mn-ea"/>
                <a:cs typeface="+mn-cs"/>
              </a:rPr>
              <a:t> Form </a:t>
            </a:r>
            <a:r>
              <a:rPr lang="en-US" sz="1100" kern="1200" noProof="0" dirty="0" err="1">
                <a:solidFill>
                  <a:schemeClr val="tx1"/>
                </a:solidFill>
                <a:effectLst/>
                <a:latin typeface="Arial"/>
                <a:ea typeface="+mn-ea"/>
                <a:cs typeface="+mn-cs"/>
              </a:rPr>
              <a:t>auch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immer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ohne</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ausdrückliche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schriftliche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Genehmigung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durch</a:t>
            </a:r>
            <a:r>
              <a:rPr lang="en-US" sz="1100" kern="1200" noProof="0" dirty="0">
                <a:solidFill>
                  <a:schemeClr val="tx1"/>
                </a:solidFill>
                <a:effectLst/>
                <a:latin typeface="Arial"/>
                <a:ea typeface="+mn-ea"/>
                <a:cs typeface="+mn-cs"/>
              </a:rPr>
              <a:t>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a:t>
            </a:r>
            <a:r>
              <a:rPr lang="en-US" sz="1100" kern="1200" noProof="0" dirty="0">
                <a:solidFill>
                  <a:schemeClr val="tx1"/>
                </a:solidFill>
                <a:effectLst/>
                <a:latin typeface="Arial"/>
                <a:ea typeface="+mn-ea"/>
                <a:cs typeface="+mn-cs"/>
              </a:rPr>
              <a:t> SAP-</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nicht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gestattet</a:t>
            </a:r>
            <a:r>
              <a:rPr lang="en-US" sz="1100" kern="1200" noProof="0" dirty="0">
                <a:solidFill>
                  <a:schemeClr val="tx1"/>
                </a:solidFill>
                <a:effectLst/>
                <a:latin typeface="Arial"/>
                <a:ea typeface="+mn-ea"/>
                <a:cs typeface="+mn-cs"/>
              </a:rPr>
              <a:t>.</a:t>
            </a:r>
          </a:p>
          <a:p>
            <a:pPr>
              <a:spcBef>
                <a:spcPts val="1200"/>
              </a:spcBef>
            </a:pPr>
            <a:r>
              <a:rPr lang="en-US" sz="1100" kern="1200" noProof="0" dirty="0">
                <a:solidFill>
                  <a:schemeClr val="tx1"/>
                </a:solidFill>
                <a:effectLst/>
                <a:latin typeface="Arial"/>
                <a:ea typeface="+mn-ea"/>
                <a:cs typeface="+mn-cs"/>
              </a:rPr>
              <a:t>In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enthaltene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ohne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vorherige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Ankündigung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geändert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werden</a:t>
            </a:r>
            <a:r>
              <a:rPr lang="en-US" sz="1100" kern="1200" noProof="0" dirty="0">
                <a:solidFill>
                  <a:schemeClr val="tx1"/>
                </a:solidFill>
                <a:effectLst/>
                <a:latin typeface="Arial"/>
                <a:ea typeface="+mn-ea"/>
                <a:cs typeface="+mn-cs"/>
              </a:rPr>
              <a:t>. Die von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deren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Vertriebsfirmen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angebotenen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Softwareprodukte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Softwarekomponenten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anderer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Softwarehersteller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enthalten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länderspezifische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Unterschiede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aufweisen</a:t>
            </a:r>
            <a:r>
              <a:rPr lang="en-US" sz="1100" kern="1200" noProof="0" dirty="0">
                <a:solidFill>
                  <a:schemeClr val="tx1"/>
                </a:solidFill>
                <a:effectLst/>
                <a:latin typeface="Arial"/>
                <a:ea typeface="+mn-ea"/>
                <a:cs typeface="+mn-cs"/>
              </a:rPr>
              <a:t>.</a:t>
            </a:r>
          </a:p>
          <a:p>
            <a:pPr>
              <a:spcBef>
                <a:spcPts val="1200"/>
              </a:spcBef>
            </a:pPr>
            <a:r>
              <a:rPr lang="en-US" sz="1100" kern="1200" noProof="0" dirty="0">
                <a:solidFill>
                  <a:schemeClr val="tx1"/>
                </a:solidFill>
                <a:effectLst/>
                <a:latin typeface="Arial"/>
                <a:ea typeface="+mn-ea"/>
                <a:cs typeface="+mn-cs"/>
              </a:rPr>
              <a:t>Die </a:t>
            </a:r>
            <a:r>
              <a:rPr lang="en-US" sz="1100" kern="1200" noProof="0" dirty="0" err="1">
                <a:solidFill>
                  <a:schemeClr val="tx1"/>
                </a:solidFill>
                <a:effectLst/>
                <a:latin typeface="Arial"/>
                <a:ea typeface="+mn-ea"/>
                <a:cs typeface="+mn-cs"/>
              </a:rPr>
              <a:t>vorliegenden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Unterlagen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werden</a:t>
            </a:r>
            <a:r>
              <a:rPr lang="en-US" sz="1100" kern="1200" noProof="0" dirty="0">
                <a:solidFill>
                  <a:schemeClr val="tx1"/>
                </a:solidFill>
                <a:effectLst/>
                <a:latin typeface="Arial"/>
                <a:ea typeface="+mn-ea"/>
                <a:cs typeface="+mn-cs"/>
              </a:rPr>
              <a:t> von der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einem</a:t>
            </a:r>
            <a:r>
              <a:rPr lang="en-US" sz="1100" kern="1200" noProof="0" dirty="0">
                <a:solidFill>
                  <a:schemeClr val="tx1"/>
                </a:solidFill>
                <a:effectLst/>
                <a:latin typeface="Arial"/>
                <a:ea typeface="+mn-ea"/>
                <a:cs typeface="+mn-cs"/>
              </a:rPr>
              <a:t> SAP-</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bereitgestellt</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ausschließlich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Informationszwecken</a:t>
            </a:r>
            <a:r>
              <a:rPr lang="en-US" sz="1100" kern="1200" noProof="0" dirty="0">
                <a:solidFill>
                  <a:schemeClr val="tx1"/>
                </a:solidFill>
                <a:effectLst/>
                <a:latin typeface="Arial"/>
                <a:ea typeface="+mn-ea"/>
                <a:cs typeface="+mn-cs"/>
              </a:rPr>
              <a:t>. </a:t>
            </a:r>
            <a:br>
              <a:rPr lang="en-US" sz="1100" kern="1200" noProof="0" dirty="0">
                <a:solidFill>
                  <a:schemeClr val="tx1"/>
                </a:solidFill>
                <a:effectLst/>
                <a:latin typeface="Arial"/>
                <a:ea typeface="+mn-ea"/>
                <a:cs typeface="+mn-cs"/>
              </a:rPr>
            </a:br>
            <a:r>
              <a:rPr lang="en-US" sz="1100" kern="1200" noProof="0" dirty="0">
                <a:solidFill>
                  <a:schemeClr val="tx1"/>
                </a:solidFill>
                <a:effectLst/>
                <a:latin typeface="Arial"/>
                <a:ea typeface="+mn-ea"/>
                <a:cs typeface="+mn-cs"/>
              </a:rPr>
              <a:t>Die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ihre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übernehmen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keinerlei</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Haftung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Gewährleistung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für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Fehler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Unvollständigkeiten</a:t>
            </a:r>
            <a:r>
              <a:rPr lang="en-US" sz="1100" kern="1200" noProof="0" dirty="0">
                <a:solidFill>
                  <a:schemeClr val="tx1"/>
                </a:solidFill>
                <a:effectLst/>
                <a:latin typeface="Arial"/>
                <a:ea typeface="+mn-ea"/>
                <a:cs typeface="+mn-cs"/>
              </a:rPr>
              <a:t> in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br>
              <a:rPr lang="en-US" sz="1100" kern="1200" noProof="0" dirty="0">
                <a:solidFill>
                  <a:schemeClr val="tx1"/>
                </a:solidFill>
                <a:effectLst/>
                <a:latin typeface="Arial"/>
                <a:ea typeface="+mn-ea"/>
                <a:cs typeface="+mn-cs"/>
              </a:rPr>
            </a:br>
            <a:r>
              <a:rPr lang="en-US" sz="1100" kern="1200" noProof="0" dirty="0">
                <a:solidFill>
                  <a:schemeClr val="tx1"/>
                </a:solidFill>
                <a:effectLst/>
                <a:latin typeface="Arial"/>
                <a:ea typeface="+mn-ea"/>
                <a:cs typeface="+mn-cs"/>
              </a:rPr>
              <a:t>Die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a:t>
            </a:r>
            <a:r>
              <a:rPr lang="en-US" sz="1100" kern="1200" noProof="0" dirty="0">
                <a:solidFill>
                  <a:schemeClr val="tx1"/>
                </a:solidFill>
                <a:effectLst/>
                <a:latin typeface="Arial"/>
                <a:ea typeface="+mn-ea"/>
                <a:cs typeface="+mn-cs"/>
              </a:rPr>
              <a:t> SAP-</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steht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lediglich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für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Dienstleistungen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nach</a:t>
            </a:r>
            <a:r>
              <a:rPr lang="en-US" sz="1100" kern="1200" noProof="0" dirty="0">
                <a:solidFill>
                  <a:schemeClr val="tx1"/>
                </a:solidFill>
                <a:effectLst/>
                <a:latin typeface="Arial"/>
                <a:ea typeface="+mn-ea"/>
                <a:cs typeface="+mn-cs"/>
              </a:rPr>
              <a:t> der </a:t>
            </a:r>
            <a:r>
              <a:rPr lang="en-US" sz="1100" kern="1200" noProof="0" dirty="0" err="1">
                <a:solidFill>
                  <a:schemeClr val="tx1"/>
                </a:solidFill>
                <a:effectLst/>
                <a:latin typeface="Arial"/>
                <a:ea typeface="+mn-ea"/>
                <a:cs typeface="+mn-cs"/>
              </a:rPr>
              <a:t>Maßgabe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a:t>
            </a:r>
            <a:r>
              <a:rPr lang="en-US" sz="1100" kern="1200" noProof="0" dirty="0">
                <a:solidFill>
                  <a:schemeClr val="tx1"/>
                </a:solidFill>
                <a:effectLst/>
                <a:latin typeface="Arial"/>
                <a:ea typeface="+mn-ea"/>
                <a:cs typeface="+mn-cs"/>
              </a:rPr>
              <a:t>, die in der </a:t>
            </a:r>
            <a:r>
              <a:rPr lang="en-US" sz="1100" kern="1200" noProof="0" dirty="0" err="1">
                <a:solidFill>
                  <a:schemeClr val="tx1"/>
                </a:solidFill>
                <a:effectLst/>
                <a:latin typeface="Arial"/>
                <a:ea typeface="+mn-ea"/>
                <a:cs typeface="+mn-cs"/>
              </a:rPr>
              <a:t>Vereinbarung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über</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jeweiligen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Dienstleistungen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ausdrücklich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geregelt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ist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Keine</a:t>
            </a:r>
            <a:r>
              <a:rPr lang="en-US" sz="1100" kern="1200" noProof="0" dirty="0">
                <a:solidFill>
                  <a:schemeClr val="tx1"/>
                </a:solidFill>
                <a:effectLst/>
                <a:latin typeface="Arial"/>
                <a:ea typeface="+mn-ea"/>
                <a:cs typeface="+mn-cs"/>
              </a:rPr>
              <a:t> der </a:t>
            </a:r>
            <a:r>
              <a:rPr lang="en-US" sz="1100" kern="1200" noProof="0" dirty="0" err="1">
                <a:solidFill>
                  <a:schemeClr val="tx1"/>
                </a:solidFill>
                <a:effectLst/>
                <a:latin typeface="Arial"/>
                <a:ea typeface="+mn-ea"/>
                <a:cs typeface="+mn-cs"/>
              </a:rPr>
              <a:t>hierin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enthaltenen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ist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als</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zusätzliche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Garantie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interpretieren</a:t>
            </a:r>
            <a:r>
              <a:rPr lang="en-US" sz="1100" kern="1200" noProof="0" dirty="0">
                <a:solidFill>
                  <a:schemeClr val="tx1"/>
                </a:solidFill>
                <a:effectLst/>
                <a:latin typeface="Arial"/>
                <a:ea typeface="+mn-ea"/>
                <a:cs typeface="+mn-cs"/>
              </a:rPr>
              <a:t>. </a:t>
            </a:r>
          </a:p>
          <a:p>
            <a:pPr>
              <a:spcBef>
                <a:spcPts val="1200"/>
              </a:spcBef>
            </a:pPr>
            <a:r>
              <a:rPr lang="en-US" sz="1100" kern="1200" noProof="0" dirty="0" err="1">
                <a:solidFill>
                  <a:schemeClr val="tx1"/>
                </a:solidFill>
                <a:effectLst/>
                <a:latin typeface="Arial"/>
                <a:ea typeface="+mn-ea"/>
                <a:cs typeface="+mn-cs"/>
              </a:rPr>
              <a:t>Insbesondere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sind</a:t>
            </a:r>
            <a:r>
              <a:rPr lang="en-US" sz="1100" kern="1200" noProof="0" dirty="0">
                <a:solidFill>
                  <a:schemeClr val="tx1"/>
                </a:solidFill>
                <a:effectLst/>
                <a:latin typeface="Arial"/>
                <a:ea typeface="+mn-ea"/>
                <a:cs typeface="+mn-cs"/>
              </a:rPr>
              <a:t> die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ihre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in </a:t>
            </a:r>
            <a:r>
              <a:rPr lang="en-US" sz="1100" kern="1200" noProof="0" dirty="0" err="1">
                <a:solidFill>
                  <a:schemeClr val="tx1"/>
                </a:solidFill>
                <a:effectLst/>
                <a:latin typeface="Arial"/>
                <a:ea typeface="+mn-ea"/>
                <a:cs typeface="+mn-cs"/>
              </a:rPr>
              <a:t>keiner</a:t>
            </a:r>
            <a:r>
              <a:rPr lang="en-US" sz="1100" kern="1200" noProof="0" dirty="0">
                <a:solidFill>
                  <a:schemeClr val="tx1"/>
                </a:solidFill>
                <a:effectLst/>
                <a:latin typeface="Arial"/>
                <a:ea typeface="+mn-ea"/>
                <a:cs typeface="+mn-cs"/>
              </a:rPr>
              <a:t> Weise </a:t>
            </a:r>
            <a:r>
              <a:rPr lang="en-US" sz="1100" kern="1200" noProof="0" dirty="0" err="1">
                <a:solidFill>
                  <a:schemeClr val="tx1"/>
                </a:solidFill>
                <a:effectLst/>
                <a:latin typeface="Arial"/>
                <a:ea typeface="+mn-ea"/>
                <a:cs typeface="+mn-cs"/>
              </a:rPr>
              <a:t>verpflichtet</a:t>
            </a:r>
            <a:r>
              <a:rPr lang="en-US" sz="1100" kern="1200" noProof="0" dirty="0">
                <a:solidFill>
                  <a:schemeClr val="tx1"/>
                </a:solidFill>
                <a:effectLst/>
                <a:latin typeface="Arial"/>
                <a:ea typeface="+mn-ea"/>
                <a:cs typeface="+mn-cs"/>
              </a:rPr>
              <a:t>, in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zugehörigen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Präsentation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dargestellte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Geschäftsabläufe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verfolgen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hierin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wiedergegebene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Funktionen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entwickeln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veröffentlichen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Diese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zugehörige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Präsentation</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Strategie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etwaige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künftige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Entwicklungen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und/</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Plattformen</a:t>
            </a:r>
            <a:r>
              <a:rPr lang="en-US" sz="1100" kern="1200" noProof="0" dirty="0">
                <a:solidFill>
                  <a:schemeClr val="tx1"/>
                </a:solidFill>
                <a:effectLst/>
                <a:latin typeface="Arial"/>
                <a:ea typeface="+mn-ea"/>
                <a:cs typeface="+mn-cs"/>
              </a:rPr>
              <a:t> der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ihrer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von der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ihren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jederzeit</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ohne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Angabe</a:t>
            </a:r>
            <a:r>
              <a:rPr lang="en-US" sz="1100" kern="1200" noProof="0" dirty="0">
                <a:solidFill>
                  <a:schemeClr val="tx1"/>
                </a:solidFill>
                <a:effectLst/>
                <a:latin typeface="Arial"/>
                <a:ea typeface="+mn-ea"/>
                <a:cs typeface="+mn-cs"/>
              </a:rPr>
              <a:t> von </a:t>
            </a:r>
            <a:r>
              <a:rPr lang="en-US" sz="1100" kern="1200" noProof="0" dirty="0" err="1">
                <a:solidFill>
                  <a:schemeClr val="tx1"/>
                </a:solidFill>
                <a:effectLst/>
                <a:latin typeface="Arial"/>
                <a:ea typeface="+mn-ea"/>
                <a:cs typeface="+mn-cs"/>
              </a:rPr>
              <a:t>Gründen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unangekündigt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geändert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werden</a:t>
            </a:r>
            <a:r>
              <a:rPr lang="en-US" sz="1100" kern="1200" noProof="0" dirty="0">
                <a:solidFill>
                  <a:schemeClr val="tx1"/>
                </a:solidFill>
                <a:effectLst/>
                <a:latin typeface="Arial"/>
                <a:ea typeface="+mn-ea"/>
                <a:cs typeface="+mn-cs"/>
              </a:rPr>
              <a:t>. Die in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enthaltenen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stellen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Zusage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Versprechen</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keine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rechtliche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Verpflichtung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Lieferung</a:t>
            </a:r>
            <a:r>
              <a:rPr lang="en-US" sz="1100" kern="1200" noProof="0" dirty="0">
                <a:solidFill>
                  <a:schemeClr val="tx1"/>
                </a:solidFill>
                <a:effectLst/>
                <a:latin typeface="Arial"/>
                <a:ea typeface="+mn-ea"/>
                <a:cs typeface="+mn-cs"/>
              </a:rPr>
              <a:t> von Material, Code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Funktionen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dar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Sämtliche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vorausschauenden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Aussagen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unterliegen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unterschiedlichen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Risiken</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Unsicherheiten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durch</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die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tatsächlichen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Ergebnisse</a:t>
            </a:r>
            <a:r>
              <a:rPr lang="en-US" sz="1100" kern="1200" noProof="0" dirty="0">
                <a:solidFill>
                  <a:schemeClr val="tx1"/>
                </a:solidFill>
                <a:effectLst/>
                <a:latin typeface="Arial"/>
                <a:ea typeface="+mn-ea"/>
                <a:cs typeface="+mn-cs"/>
              </a:rPr>
              <a:t> von den </a:t>
            </a:r>
            <a:r>
              <a:rPr lang="en-US" sz="1100" kern="1200" noProof="0" dirty="0" err="1">
                <a:solidFill>
                  <a:schemeClr val="tx1"/>
                </a:solidFill>
                <a:effectLst/>
                <a:latin typeface="Arial"/>
                <a:ea typeface="+mn-ea"/>
                <a:cs typeface="+mn-cs"/>
              </a:rPr>
              <a:t>Erwartungen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abweichen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Dem </a:t>
            </a:r>
            <a:r>
              <a:rPr lang="en-US" sz="1100" kern="1200" noProof="0" dirty="0" err="1">
                <a:solidFill>
                  <a:schemeClr val="tx1"/>
                </a:solidFill>
                <a:effectLst/>
                <a:latin typeface="Arial"/>
                <a:ea typeface="+mn-ea"/>
                <a:cs typeface="+mn-cs"/>
              </a:rPr>
              <a:t>Leser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wird</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empfohlen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diesen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vorausschauenden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Aussagen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übertriebenes</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Vertrauen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schenken</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sich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bei</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Kaufentscheidungen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nicht</a:t>
            </a:r>
            <a:r>
              <a:rPr lang="en-US" sz="1100" kern="1200" noProof="0" dirty="0">
                <a:solidFill>
                  <a:schemeClr val="tx1"/>
                </a:solidFill>
                <a:effectLst/>
                <a:latin typeface="Arial"/>
                <a:ea typeface="+mn-ea"/>
                <a:cs typeface="+mn-cs"/>
              </a:rPr>
              <a:t> auf </a:t>
            </a:r>
            <a:r>
              <a:rPr lang="en-US" sz="1100" kern="1200" noProof="0" dirty="0" err="1">
                <a:solidFill>
                  <a:schemeClr val="tx1"/>
                </a:solidFill>
                <a:effectLst/>
                <a:latin typeface="Arial"/>
                <a:ea typeface="+mn-ea"/>
                <a:cs typeface="+mn-cs"/>
              </a:rPr>
              <a:t>sie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stützen</a:t>
            </a:r>
            <a:r>
              <a:rPr lang="en-US" sz="1100" kern="1200" noProof="0" dirty="0">
                <a:solidFill>
                  <a:schemeClr val="tx1"/>
                </a:solidFill>
                <a:effectLst/>
                <a:latin typeface="Arial"/>
                <a:ea typeface="+mn-ea"/>
                <a:cs typeface="+mn-cs"/>
              </a:rPr>
              <a:t>.</a:t>
            </a:r>
          </a:p>
          <a:p>
            <a:pPr>
              <a:spcBef>
                <a:spcPts val="1200"/>
              </a:spcBef>
            </a:pPr>
            <a:r>
              <a:rPr lang="en-US" sz="1100" kern="1200" noProof="0" dirty="0">
                <a:solidFill>
                  <a:schemeClr val="tx1"/>
                </a:solidFill>
                <a:effectLst/>
                <a:latin typeface="Arial"/>
                <a:ea typeface="+mn-ea"/>
                <a:cs typeface="+mn-cs"/>
              </a:rPr>
              <a:t>SAP und </a:t>
            </a:r>
            <a:r>
              <a:rPr lang="en-US" sz="1100" kern="1200" noProof="0" dirty="0" err="1">
                <a:solidFill>
                  <a:schemeClr val="tx1"/>
                </a:solidFill>
                <a:effectLst/>
                <a:latin typeface="Arial"/>
                <a:ea typeface="+mn-ea"/>
                <a:cs typeface="+mn-cs"/>
              </a:rPr>
              <a:t>andere</a:t>
            </a:r>
            <a:r>
              <a:rPr lang="en-US" sz="1100" kern="1200" noProof="0" dirty="0">
                <a:solidFill>
                  <a:schemeClr val="tx1"/>
                </a:solidFill>
                <a:effectLst/>
                <a:latin typeface="Arial"/>
                <a:ea typeface="+mn-ea"/>
                <a:cs typeface="+mn-cs"/>
              </a:rPr>
              <a:t> in </a:t>
            </a:r>
            <a:r>
              <a:rPr lang="en-US" sz="1100" kern="1200" noProof="0" dirty="0" err="1">
                <a:solidFill>
                  <a:schemeClr val="tx1"/>
                </a:solidFill>
                <a:effectLst/>
                <a:latin typeface="Arial"/>
                <a:ea typeface="+mn-ea"/>
                <a:cs typeface="+mn-cs"/>
              </a:rPr>
              <a:t>diesem</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Dokument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erwähnte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Dienstleistungen</a:t>
            </a:r>
            <a:r>
              <a:rPr lang="en-US" sz="1100" kern="1200" noProof="0" dirty="0">
                <a:solidFill>
                  <a:schemeClr val="tx1"/>
                </a:solidFill>
                <a:effectLst/>
                <a:latin typeface="Arial"/>
                <a:ea typeface="+mn-ea"/>
                <a:cs typeface="+mn-cs"/>
              </a:rPr>
              <a:t> von SAP </a:t>
            </a:r>
            <a:r>
              <a:rPr lang="en-US" sz="1100" kern="1200" noProof="0" dirty="0" err="1">
                <a:solidFill>
                  <a:schemeClr val="tx1"/>
                </a:solidFill>
                <a:effectLst/>
                <a:latin typeface="Arial"/>
                <a:ea typeface="+mn-ea"/>
                <a:cs typeface="+mn-cs"/>
              </a:rPr>
              <a:t>sowie</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dazugehörigen</a:t>
            </a:r>
            <a:r>
              <a:rPr lang="en-US" sz="1100" kern="1200" noProof="0" dirty="0">
                <a:solidFill>
                  <a:schemeClr val="tx1"/>
                </a:solidFill>
                <a:effectLst/>
                <a:latin typeface="Arial"/>
                <a:ea typeface="+mn-ea"/>
                <a:cs typeface="+mn-cs"/>
              </a:rPr>
              <a:t> Logos </a:t>
            </a:r>
            <a:r>
              <a:rPr lang="en-US" sz="1100" kern="1200" noProof="0" dirty="0" err="1">
                <a:solidFill>
                  <a:schemeClr val="tx1"/>
                </a:solidFill>
                <a:effectLst/>
                <a:latin typeface="Arial"/>
                <a:ea typeface="+mn-ea"/>
                <a:cs typeface="+mn-cs"/>
              </a:rPr>
              <a:t>sind</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Marken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eingetragene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Marken</a:t>
            </a:r>
            <a:r>
              <a:rPr lang="en-US" sz="1100" kern="1200" noProof="0" dirty="0">
                <a:solidFill>
                  <a:schemeClr val="tx1"/>
                </a:solidFill>
                <a:effectLst/>
                <a:latin typeface="Arial"/>
                <a:ea typeface="+mn-ea"/>
                <a:cs typeface="+mn-cs"/>
              </a:rPr>
              <a:t> der SAP SE </a:t>
            </a:r>
            <a:br>
              <a:rPr lang="en-US" sz="1100" kern="1200" noProof="0" dirty="0">
                <a:solidFill>
                  <a:schemeClr val="tx1"/>
                </a:solidFill>
                <a:effectLst/>
                <a:latin typeface="Arial"/>
                <a:ea typeface="+mn-ea"/>
                <a:cs typeface="+mn-cs"/>
              </a:rPr>
            </a:br>
            <a:r>
              <a:rPr lang="en-US" sz="1100" kern="1200" noProof="0" dirty="0">
                <a:solidFill>
                  <a:schemeClr val="tx1"/>
                </a:solidFill>
                <a:effectLst/>
                <a:latin typeface="Arial"/>
                <a:ea typeface="+mn-ea"/>
                <a:cs typeface="+mn-cs"/>
              </a:rPr>
              <a:t>(</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von </a:t>
            </a:r>
            <a:r>
              <a:rPr lang="en-US" sz="1100" kern="1200" noProof="0" dirty="0" err="1">
                <a:solidFill>
                  <a:schemeClr val="tx1"/>
                </a:solidFill>
                <a:effectLst/>
                <a:latin typeface="Arial"/>
                <a:ea typeface="+mn-ea"/>
                <a:cs typeface="+mn-cs"/>
              </a:rPr>
              <a:t>einem</a:t>
            </a:r>
            <a:r>
              <a:rPr lang="en-US" sz="1100" kern="1200" noProof="0" dirty="0">
                <a:solidFill>
                  <a:schemeClr val="tx1"/>
                </a:solidFill>
                <a:effectLst/>
                <a:latin typeface="Arial"/>
                <a:ea typeface="+mn-ea"/>
                <a:cs typeface="+mn-cs"/>
              </a:rPr>
              <a:t> SAP-</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in Deutschland und </a:t>
            </a:r>
            <a:r>
              <a:rPr lang="en-US" sz="1100" kern="1200" noProof="0" dirty="0" err="1">
                <a:solidFill>
                  <a:schemeClr val="tx1"/>
                </a:solidFill>
                <a:effectLst/>
                <a:latin typeface="Arial"/>
                <a:ea typeface="+mn-ea"/>
                <a:cs typeface="+mn-cs"/>
              </a:rPr>
              <a:t>verschiedenen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anderen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Ländern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weltweit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Alle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anderen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Namen</a:t>
            </a:r>
            <a:r>
              <a:rPr lang="en-US" sz="1100" kern="1200" noProof="0" dirty="0">
                <a:solidFill>
                  <a:schemeClr val="tx1"/>
                </a:solidFill>
                <a:effectLst/>
                <a:latin typeface="Arial"/>
                <a:ea typeface="+mn-ea"/>
                <a:cs typeface="+mn-cs"/>
              </a:rPr>
              <a:t> von </a:t>
            </a:r>
            <a:r>
              <a:rPr lang="en-US" sz="1100" kern="1200" noProof="0" dirty="0" err="1">
                <a:solidFill>
                  <a:schemeClr val="tx1"/>
                </a:solidFill>
                <a:effectLst/>
                <a:latin typeface="Arial"/>
                <a:ea typeface="+mn-ea"/>
                <a:cs typeface="+mn-cs"/>
              </a:rPr>
              <a:t>Produkten</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Dienstleistungen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sind</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Marken</a:t>
            </a:r>
            <a:r>
              <a:rPr lang="en-US" sz="1100" kern="1200" noProof="0" dirty="0">
                <a:solidFill>
                  <a:schemeClr val="tx1"/>
                </a:solidFill>
                <a:effectLst/>
                <a:latin typeface="Arial"/>
                <a:ea typeface="+mn-ea"/>
                <a:cs typeface="+mn-cs"/>
              </a:rPr>
              <a:t> der </a:t>
            </a:r>
            <a:r>
              <a:rPr lang="en-US" sz="1100" kern="1200" noProof="0" dirty="0" err="1">
                <a:solidFill>
                  <a:schemeClr val="tx1"/>
                </a:solidFill>
                <a:effectLst/>
                <a:latin typeface="Arial"/>
                <a:ea typeface="+mn-ea"/>
                <a:cs typeface="+mn-cs"/>
              </a:rPr>
              <a:t>jeweiligen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Firmen</a:t>
            </a:r>
            <a:r>
              <a:rPr lang="en-US" sz="1100" kern="1200" noProof="0" dirty="0">
                <a:solidFill>
                  <a:schemeClr val="tx1"/>
                </a:solidFill>
                <a:effectLst/>
                <a:latin typeface="Arial"/>
                <a:ea typeface="+mn-ea"/>
                <a:cs typeface="+mn-cs"/>
              </a:rPr>
              <a:t>. </a:t>
            </a:r>
            <a:br>
              <a:rPr lang="en-US" sz="1100" kern="1200" noProof="0" dirty="0">
                <a:solidFill>
                  <a:schemeClr val="tx1"/>
                </a:solidFill>
                <a:effectLst/>
                <a:latin typeface="Arial"/>
                <a:ea typeface="+mn-ea"/>
                <a:cs typeface="+mn-cs"/>
              </a:rPr>
            </a:br>
            <a:r>
              <a:rPr lang="en-US" sz="1100" kern="1200" noProof="0" dirty="0" err="1">
                <a:solidFill>
                  <a:schemeClr val="tx1"/>
                </a:solidFill>
                <a:effectLst/>
                <a:latin typeface="Arial"/>
                <a:ea typeface="+mn-ea"/>
                <a:cs typeface="+mn-cs"/>
              </a:rPr>
              <a:t>Zusätzliche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Marke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Vermerke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finden</a:t>
            </a:r>
            <a:r>
              <a:rPr lang="en-US" sz="1100" kern="1200" noProof="0" dirty="0">
                <a:solidFill>
                  <a:schemeClr val="tx1"/>
                </a:solidFill>
                <a:effectLst/>
                <a:latin typeface="Arial"/>
                <a:ea typeface="+mn-ea"/>
                <a:cs typeface="+mn-cs"/>
              </a:rPr>
              <a:t> Sie auf der </a:t>
            </a:r>
            <a:r>
              <a:rPr lang="en-US" sz="1100" kern="1200" noProof="0" dirty="0" err="1">
                <a:solidFill>
                  <a:schemeClr val="tx1"/>
                </a:solidFill>
                <a:effectLst/>
                <a:latin typeface="Arial"/>
                <a:ea typeface="+mn-ea"/>
                <a:cs typeface="+mn-cs"/>
              </a:rPr>
              <a:t>Seite</a:t>
            </a:r>
            <a:r>
              <a:rPr lang="en-US" sz="1100" kern="1200" noProof="0" dirty="0">
                <a:solidFill>
                  <a:schemeClr val="tx1"/>
                </a:solidFill>
                <a:effectLst/>
                <a:latin typeface="Arial"/>
                <a:ea typeface="+mn-ea"/>
                <a:cs typeface="+mn-cs"/>
              </a:rPr>
              <a:t> </a:t>
            </a:r>
            <a:r>
              <a:rPr lang="en-US" sz="1100" kern="1200" noProof="0" dirty="0">
                <a:solidFill>
                  <a:schemeClr val="tx1"/>
                </a:solidFill>
                <a:effectLst/>
                <a:latin typeface="Arial"/>
                <a:ea typeface="+mn-ea"/>
                <a:cs typeface="+mn-cs"/>
                <a:hlinkClick r:id="rId2"/>
              </a:rPr>
              <a:t>http://www.sap.com/corporate-de/legal/copyright/index.epx</a:t>
            </a:r>
            <a:endParaRPr lang="en-US" sz="1100" kern="1200" noProof="0" dirty="0">
              <a:solidFill>
                <a:schemeClr val="tx1"/>
              </a:solidFill>
              <a:effectLst/>
              <a:latin typeface="Arial"/>
              <a:ea typeface="+mn-ea"/>
              <a:cs typeface="+mn-cs"/>
            </a:endParaRPr>
          </a:p>
        </p:txBody>
      </p:sp>
      <p:sp>
        <p:nvSpPr>
          <p:cNvPr id="5" name="TextBox 4"/>
          <p:cNvSpPr txBox="1"/>
          <p:nvPr userDrawn="1"/>
        </p:nvSpPr>
        <p:spPr bwMode="gray">
          <a:xfrm>
            <a:off x="504000" y="719834"/>
            <a:ext cx="11185200" cy="369246"/>
          </a:xfrm>
          <a:prstGeom prst="rect">
            <a:avLst/>
          </a:prstGeom>
        </p:spPr>
        <p:txBody>
          <a:bodyPr vert="horz" wrap="square" lIns="0" tIns="0" rIns="0" bIns="0" rtlCol="0" anchor="t" anchorCtr="0">
            <a:spAutoFit/>
          </a:bodyPr>
          <a:lstStyle>
            <a:lvl1pPr>
              <a:spcBef>
                <a:spcPct val="0"/>
              </a:spcBef>
              <a:buNone/>
              <a:defRPr sz="2400" b="1" baseline="0">
                <a:latin typeface="+mj-lt"/>
                <a:ea typeface="+mj-ea"/>
                <a:cs typeface="+mj-cs"/>
              </a:defRPr>
            </a:lvl1pPr>
          </a:lstStyle>
          <a:p>
            <a:pPr lvl="0"/>
            <a:r>
              <a:rPr lang="en-US" sz="2400" b="0" noProof="0" dirty="0"/>
              <a:t>© 2017 SAP SE </a:t>
            </a:r>
            <a:r>
              <a:rPr lang="en-US" sz="2400" b="0" noProof="0" dirty="0" err="1"/>
              <a:t>oder</a:t>
            </a:r>
            <a:r>
              <a:rPr lang="en-US" sz="2400" b="0" noProof="0" dirty="0"/>
              <a:t> </a:t>
            </a:r>
            <a:r>
              <a:rPr lang="en-US" sz="2400" b="0" noProof="0" dirty="0" err="1"/>
              <a:t>ein</a:t>
            </a:r>
            <a:r>
              <a:rPr lang="en-US" sz="2400" b="0" noProof="0" dirty="0"/>
              <a:t> SAP-</a:t>
            </a:r>
            <a:r>
              <a:rPr lang="en-US" sz="2400" b="0" noProof="0" dirty="0" err="1"/>
              <a:t>Konzernunternehmen</a:t>
            </a:r>
            <a:r>
              <a:rPr lang="en-US" sz="2400" b="0" noProof="0" dirty="0"/>
              <a:t>. </a:t>
            </a:r>
            <a:r>
              <a:rPr lang="en-US" sz="2400" b="0" noProof="0" dirty="0" err="1"/>
              <a:t>Alle</a:t>
            </a:r>
            <a:r>
              <a:rPr lang="en-US" sz="2400" b="0" noProof="0" dirty="0"/>
              <a:t> </a:t>
            </a:r>
            <a:r>
              <a:rPr lang="en-US" sz="2400" b="0" noProof="0" dirty="0" err="1"/>
              <a:t>Rechte</a:t>
            </a:r>
            <a:r>
              <a:rPr lang="en-US" sz="2400" b="0" noProof="0" dirty="0"/>
              <a:t> </a:t>
            </a:r>
            <a:r>
              <a:rPr lang="en-US" sz="2400" b="0" noProof="0" dirty="0" err="1"/>
              <a:t>vorbehalten</a:t>
            </a:r>
            <a:r>
              <a:rPr lang="en-US" sz="2400" b="0" noProof="0" dirty="0"/>
              <a:t>.</a:t>
            </a:r>
          </a:p>
        </p:txBody>
      </p:sp>
      <p:grpSp>
        <p:nvGrpSpPr>
          <p:cNvPr id="16" name="Group 15"/>
          <p:cNvGrpSpPr/>
          <p:nvPr userDrawn="1"/>
        </p:nvGrpSpPr>
        <p:grpSpPr>
          <a:xfrm>
            <a:off x="0" y="0"/>
            <a:ext cx="12196800" cy="251942"/>
            <a:chOff x="0" y="0"/>
            <a:chExt cx="12196800" cy="251942"/>
          </a:xfrm>
        </p:grpSpPr>
        <p:sp>
          <p:nvSpPr>
            <p:cNvPr id="17" name="Rectangle 16"/>
            <p:cNvSpPr/>
            <p:nvPr userDrawn="1"/>
          </p:nvSpPr>
          <p:spPr bwMode="gray">
            <a:xfrm>
              <a:off x="0" y="0"/>
              <a:ext cx="12196800" cy="251942"/>
            </a:xfrm>
            <a:prstGeom prst="rect">
              <a:avLst/>
            </a:prstGeom>
            <a:solidFill>
              <a:srgbClr val="000000"/>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nvGrpSpPr>
            <p:cNvPr id="18" name="Secondary Motion Band"/>
            <p:cNvGrpSpPr/>
            <p:nvPr userDrawn="1"/>
          </p:nvGrpSpPr>
          <p:grpSpPr>
            <a:xfrm>
              <a:off x="10683752" y="0"/>
              <a:ext cx="1513048" cy="251942"/>
              <a:chOff x="10682127" y="0"/>
              <a:chExt cx="1513048" cy="252000"/>
            </a:xfrm>
          </p:grpSpPr>
          <p:sp>
            <p:nvSpPr>
              <p:cNvPr id="19" name="Rectangle 18"/>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0" name="Rectangle 19"/>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1" name="Rectangle 20"/>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grpSp>
    </p:spTree>
    <p:extLst>
      <p:ext uri="{BB962C8B-B14F-4D97-AF65-F5344CB8AC3E}">
        <p14:creationId xmlns:p14="http://schemas.microsoft.com/office/powerpoint/2010/main" val="19118627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34" name="Slide number"/>
          <p:cNvSpPr txBox="1"/>
          <p:nvPr userDrawn="1"/>
        </p:nvSpPr>
        <p:spPr bwMode="black">
          <a:xfrm>
            <a:off x="11549413" y="6536751"/>
            <a:ext cx="141064" cy="138499"/>
          </a:xfrm>
          <a:prstGeom prst="rect">
            <a:avLst/>
          </a:prstGeom>
          <a:noFill/>
        </p:spPr>
        <p:txBody>
          <a:bodyPr wrap="none" lIns="0" tIns="0" rIns="0" bIns="0" rtlCol="0">
            <a:spAutoFit/>
          </a:bodyPr>
          <a:lstStyle>
            <a:defPPr>
              <a:defRPr lang="de-DE"/>
            </a:defPPr>
            <a:lvl1pPr marL="84138" indent="-84138">
              <a:buClr>
                <a:schemeClr val="tx1"/>
              </a:buClr>
              <a:buFont typeface="Arial" pitchFamily="34" charset="0"/>
              <a:buChar char="©"/>
              <a:tabLst/>
              <a:defRPr sz="600"/>
            </a:lvl1pPr>
          </a:lstStyle>
          <a:p>
            <a:pPr marL="0" lvl="0" indent="0" algn="r">
              <a:buNone/>
            </a:pPr>
            <a:fld id="{0BDC132A-5C91-4078-9777-31DA19A62E0A}" type="slidenum">
              <a:rPr lang="en-US" sz="900" noProof="0" smtClean="0"/>
              <a:pPr marL="0" lvl="0" indent="0" algn="r">
                <a:buNone/>
              </a:pPr>
              <a:t>‹Nr.›</a:t>
            </a:fld>
            <a:endParaRPr lang="en-US" sz="900" noProof="0" dirty="0"/>
          </a:p>
        </p:txBody>
      </p:sp>
      <p:sp>
        <p:nvSpPr>
          <p:cNvPr id="11" name="Classification"/>
          <p:cNvSpPr txBox="1"/>
          <p:nvPr userDrawn="1"/>
        </p:nvSpPr>
        <p:spPr bwMode="black">
          <a:xfrm>
            <a:off x="2814655" y="6559834"/>
            <a:ext cx="381515" cy="92333"/>
          </a:xfrm>
          <a:prstGeom prst="rect">
            <a:avLst/>
          </a:prstGeom>
          <a:noFill/>
        </p:spPr>
        <p:txBody>
          <a:bodyPr wrap="none" lIns="0" tIns="0" rIns="0" bIns="0" rtlCol="0">
            <a:spAutoFit/>
          </a:bodyPr>
          <a:lstStyle/>
          <a:p>
            <a:pPr marL="0" marR="0" indent="0" algn="l" defTabSz="1088558" rtl="0" eaLnBrk="1" fontAlgn="auto" latinLnBrk="0" hangingPunct="1">
              <a:lnSpc>
                <a:spcPct val="100000"/>
              </a:lnSpc>
              <a:spcBef>
                <a:spcPts val="0"/>
              </a:spcBef>
              <a:spcAft>
                <a:spcPts val="0"/>
              </a:spcAft>
              <a:buClr>
                <a:schemeClr val="tx1"/>
              </a:buClr>
              <a:buSzTx/>
              <a:buFont typeface="Arial" pitchFamily="34" charset="0"/>
              <a:buNone/>
              <a:tabLst/>
              <a:defRPr/>
            </a:pPr>
            <a:r>
              <a:rPr kumimoji="0" lang="en-US" sz="600" b="0" i="0" u="none" kern="0" baseline="0">
                <a:solidFill>
                  <a:schemeClr val="tx1"/>
                </a:solidFill>
                <a:latin typeface="Arial"/>
                <a:ea typeface="Arial Unicode MS"/>
                <a:cs typeface="Arial Unicode MS" pitchFamily="34" charset="-128"/>
                <a:sym typeface="Arial"/>
              </a:rPr>
              <a:t>INTERNAL</a:t>
            </a:r>
            <a:endParaRPr kumimoji="0" lang="en-US" sz="600" b="0" i="0" u="none" kern="0" baseline="0" dirty="0">
              <a:solidFill>
                <a:schemeClr val="tx1"/>
              </a:solidFill>
              <a:latin typeface="Arial"/>
              <a:ea typeface="Arial Unicode MS"/>
              <a:cs typeface="Arial Unicode MS" pitchFamily="34" charset="-128"/>
              <a:sym typeface="Arial"/>
            </a:endParaRPr>
          </a:p>
        </p:txBody>
      </p:sp>
      <p:sp>
        <p:nvSpPr>
          <p:cNvPr id="10" name="Copyright"/>
          <p:cNvSpPr txBox="1"/>
          <p:nvPr userDrawn="1"/>
        </p:nvSpPr>
        <p:spPr bwMode="black">
          <a:xfrm>
            <a:off x="504001" y="6559834"/>
            <a:ext cx="2269679" cy="92333"/>
          </a:xfrm>
          <a:prstGeom prst="rect">
            <a:avLst/>
          </a:prstGeom>
          <a:noFill/>
        </p:spPr>
        <p:txBody>
          <a:bodyPr wrap="square" lIns="0" tIns="0" rIns="0" bIns="0" rtlCol="0">
            <a:spAutoFit/>
          </a:bodyPr>
          <a:lstStyle/>
          <a:p>
            <a:pPr marL="84121" marR="0" indent="-84121" algn="l" defTabSz="1088558" rtl="0" eaLnBrk="1" fontAlgn="auto" latinLnBrk="0" hangingPunct="1">
              <a:lnSpc>
                <a:spcPct val="100000"/>
              </a:lnSpc>
              <a:spcBef>
                <a:spcPts val="0"/>
              </a:spcBef>
              <a:spcAft>
                <a:spcPts val="0"/>
              </a:spcAft>
              <a:buClr>
                <a:schemeClr val="tx1"/>
              </a:buClr>
              <a:buSzTx/>
              <a:buFont typeface="Arial" pitchFamily="34" charset="0"/>
              <a:buChar char="©"/>
              <a:tabLst/>
              <a:defRPr/>
            </a:pPr>
            <a:r>
              <a:rPr lang="en-US" sz="600" noProof="0" dirty="0">
                <a:solidFill>
                  <a:schemeClr val="tx1"/>
                </a:solidFill>
              </a:rPr>
              <a:t>2017 SAP SE or an SAP affiliate company. All rights reserved.  </a:t>
            </a:r>
            <a:r>
              <a:rPr kumimoji="0" lang="en-US" sz="600" b="0" i="0" u="none" kern="0" baseline="0" dirty="0">
                <a:solidFill>
                  <a:schemeClr val="tx1"/>
                </a:solidFill>
                <a:latin typeface="Arial"/>
                <a:ea typeface="Arial Unicode MS"/>
                <a:cs typeface="Arial Unicode MS" pitchFamily="34" charset="-128"/>
                <a:sym typeface="Arial"/>
              </a:rPr>
              <a:t>ǀ</a:t>
            </a:r>
          </a:p>
        </p:txBody>
      </p:sp>
      <p:sp>
        <p:nvSpPr>
          <p:cNvPr id="3" name="Text Placeholder 2"/>
          <p:cNvSpPr>
            <a:spLocks noGrp="1"/>
          </p:cNvSpPr>
          <p:nvPr userDrawn="1">
            <p:ph type="body" idx="1"/>
          </p:nvPr>
        </p:nvSpPr>
        <p:spPr bwMode="gray">
          <a:xfrm>
            <a:off x="504001" y="1620000"/>
            <a:ext cx="11186476" cy="4230235"/>
          </a:xfrm>
          <a:prstGeom prst="rect">
            <a:avLst/>
          </a:prstGeom>
        </p:spPr>
        <p:txBody>
          <a:bodyPr vert="horz" lIns="0" tIns="0" rIns="0" bIns="0" rtlCol="0">
            <a:noAutofit/>
          </a:bodyPr>
          <a:lstStyle/>
          <a:p>
            <a:pPr lvl="0"/>
            <a:r>
              <a:rPr lang="en-US" noProof="0" dirty="0"/>
              <a:t>First level</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2" name="Title Placeholder 1"/>
          <p:cNvSpPr>
            <a:spLocks noGrp="1"/>
          </p:cNvSpPr>
          <p:nvPr userDrawn="1">
            <p:ph type="title"/>
          </p:nvPr>
        </p:nvSpPr>
        <p:spPr bwMode="gray">
          <a:xfrm>
            <a:off x="504001" y="504000"/>
            <a:ext cx="11186476" cy="369332"/>
          </a:xfrm>
          <a:prstGeom prst="rect">
            <a:avLst/>
          </a:prstGeom>
        </p:spPr>
        <p:txBody>
          <a:bodyPr vert="horz" wrap="square" lIns="0" tIns="0" rIns="0" bIns="0" rtlCol="0" anchor="t" anchorCtr="0">
            <a:spAutoFit/>
          </a:bodyPr>
          <a:lstStyle/>
          <a:p>
            <a:r>
              <a:rPr lang="en-US" noProof="0" dirty="0"/>
              <a:t>Insert page title (sentence case)</a:t>
            </a:r>
          </a:p>
        </p:txBody>
      </p:sp>
      <p:grpSp>
        <p:nvGrpSpPr>
          <p:cNvPr id="4" name="Group 3"/>
          <p:cNvGrpSpPr/>
          <p:nvPr userDrawn="1"/>
        </p:nvGrpSpPr>
        <p:grpSpPr>
          <a:xfrm>
            <a:off x="0" y="0"/>
            <a:ext cx="12196800" cy="251942"/>
            <a:chOff x="0" y="0"/>
            <a:chExt cx="12196800" cy="251942"/>
          </a:xfrm>
        </p:grpSpPr>
        <p:sp>
          <p:nvSpPr>
            <p:cNvPr id="13" name="Rectangle 12"/>
            <p:cNvSpPr/>
            <p:nvPr userDrawn="1"/>
          </p:nvSpPr>
          <p:spPr bwMode="gray">
            <a:xfrm>
              <a:off x="0" y="0"/>
              <a:ext cx="12196800" cy="251942"/>
            </a:xfrm>
            <a:prstGeom prst="rect">
              <a:avLst/>
            </a:prstGeom>
            <a:solidFill>
              <a:srgbClr val="000000"/>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nvGrpSpPr>
            <p:cNvPr id="14" name="Secondary Motion Band"/>
            <p:cNvGrpSpPr/>
            <p:nvPr userDrawn="1"/>
          </p:nvGrpSpPr>
          <p:grpSpPr>
            <a:xfrm>
              <a:off x="10683752" y="0"/>
              <a:ext cx="1513048" cy="251942"/>
              <a:chOff x="10682127" y="0"/>
              <a:chExt cx="1513048" cy="252000"/>
            </a:xfrm>
          </p:grpSpPr>
          <p:sp>
            <p:nvSpPr>
              <p:cNvPr id="15" name="Rectangle 14"/>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9" name="Rectangle 18"/>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0" name="Rectangle 19"/>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grpSp>
    </p:spTree>
    <p:extLst>
      <p:ext uri="{BB962C8B-B14F-4D97-AF65-F5344CB8AC3E}">
        <p14:creationId xmlns:p14="http://schemas.microsoft.com/office/powerpoint/2010/main" val="3408294523"/>
      </p:ext>
    </p:extLst>
  </p:cSld>
  <p:clrMap bg1="lt1" tx1="dk1" bg2="lt2" tx2="dk2" accent1="accent1" accent2="accent2" accent3="accent3" accent4="accent4" accent5="accent5" accent6="accent6" hlink="hlink" folHlink="folHlink"/>
  <p:sldLayoutIdLst>
    <p:sldLayoutId id="2147483772" r:id="rId1"/>
    <p:sldLayoutId id="2147483776" r:id="rId2"/>
    <p:sldLayoutId id="2147483773" r:id="rId3"/>
    <p:sldLayoutId id="2147483775" r:id="rId4"/>
    <p:sldLayoutId id="2147483741" r:id="rId5"/>
    <p:sldLayoutId id="2147483765" r:id="rId6"/>
    <p:sldLayoutId id="2147483767" r:id="rId7"/>
    <p:sldLayoutId id="2147483743" r:id="rId8"/>
    <p:sldLayoutId id="2147483774" r:id="rId9"/>
    <p:sldLayoutId id="2147483745" r:id="rId10"/>
    <p:sldLayoutId id="2147483760" r:id="rId11"/>
    <p:sldLayoutId id="2147483768" r:id="rId12"/>
    <p:sldLayoutId id="2147483769" r:id="rId13"/>
    <p:sldLayoutId id="2147483770" r:id="rId14"/>
    <p:sldLayoutId id="2147483744" r:id="rId15"/>
    <p:sldLayoutId id="2147483757" r:id="rId16"/>
    <p:sldLayoutId id="2147483748" r:id="rId17"/>
    <p:sldLayoutId id="2147483762" r:id="rId18"/>
    <p:sldLayoutId id="2147483771" r:id="rId19"/>
    <p:sldLayoutId id="2147483763" r:id="rId20"/>
    <p:sldLayoutId id="2147483751" r:id="rId21"/>
    <p:sldLayoutId id="2147483753" r:id="rId22"/>
    <p:sldLayoutId id="2147483756" r:id="rId23"/>
    <p:sldLayoutId id="2147483740" r:id="rId24"/>
    <p:sldLayoutId id="2147483754" r:id="rId25"/>
    <p:sldLayoutId id="2147483755" r:id="rId26"/>
  </p:sldLayoutIdLst>
  <p:hf hdr="0" ftr="0" dt="0"/>
  <p:txStyles>
    <p:titleStyle>
      <a:lvl1pPr algn="l" defTabSz="1088558" rtl="0" eaLnBrk="1" latinLnBrk="0" hangingPunct="1">
        <a:spcBef>
          <a:spcPct val="0"/>
        </a:spcBef>
        <a:buNone/>
        <a:defRPr sz="2400" b="1" kern="1200" baseline="0">
          <a:solidFill>
            <a:schemeClr val="tx1"/>
          </a:solidFill>
          <a:latin typeface="+mj-lt"/>
          <a:ea typeface="+mj-ea"/>
          <a:cs typeface="+mj-cs"/>
        </a:defRPr>
      </a:lvl1pPr>
    </p:titleStyle>
    <p:bodyStyle>
      <a:lvl1pPr marL="0" indent="0" algn="l" defTabSz="1088558" rtl="0" eaLnBrk="1" latinLnBrk="0" hangingPunct="1">
        <a:spcBef>
          <a:spcPts val="1800"/>
        </a:spcBef>
        <a:buClr>
          <a:schemeClr val="accent1"/>
        </a:buClr>
        <a:buSzPct val="80000"/>
        <a:buFontTx/>
        <a:buNone/>
        <a:defRPr sz="2000" b="0" kern="1200">
          <a:solidFill>
            <a:schemeClr val="tx1"/>
          </a:solidFill>
          <a:latin typeface="+mn-lt"/>
          <a:ea typeface="+mn-ea"/>
          <a:cs typeface="+mn-cs"/>
        </a:defRPr>
      </a:lvl1pPr>
      <a:lvl2pPr marL="179964" indent="-179964" algn="l" defTabSz="1088558" rtl="0" eaLnBrk="1" latinLnBrk="0" hangingPunct="1">
        <a:spcBef>
          <a:spcPts val="600"/>
        </a:spcBef>
        <a:buClr>
          <a:schemeClr val="accent1"/>
        </a:buClr>
        <a:buSzPct val="100000"/>
        <a:buFont typeface="Wingdings" pitchFamily="2" charset="2"/>
        <a:buChar char="§"/>
        <a:defRPr sz="1800" kern="1200">
          <a:solidFill>
            <a:schemeClr val="tx1"/>
          </a:solidFill>
          <a:latin typeface="+mn-lt"/>
          <a:ea typeface="+mn-ea"/>
          <a:cs typeface="+mn-cs"/>
        </a:defRPr>
      </a:lvl2pPr>
      <a:lvl3pPr marL="358775" indent="-179388" algn="l" defTabSz="1088558" rtl="0" eaLnBrk="1" latinLnBrk="0" hangingPunct="1">
        <a:spcBef>
          <a:spcPts val="300"/>
        </a:spcBef>
        <a:buClr>
          <a:schemeClr val="tx1"/>
        </a:buClr>
        <a:buSzPct val="100000"/>
        <a:buFont typeface="Arial" panose="020B0604020202020204" pitchFamily="34" charset="0"/>
        <a:buChar char="–"/>
        <a:defRPr lang="en-US" sz="1800" kern="1200" noProof="0" dirty="0" smtClean="0">
          <a:solidFill>
            <a:schemeClr val="tx1"/>
          </a:solidFill>
          <a:latin typeface="+mn-lt"/>
          <a:ea typeface="+mn-ea"/>
          <a:cs typeface="+mn-cs"/>
        </a:defRPr>
      </a:lvl3pPr>
      <a:lvl4pPr marL="539892" indent="-179964" algn="l" defTabSz="1088558" rtl="0" eaLnBrk="1" latinLnBrk="0" hangingPunct="1">
        <a:spcBef>
          <a:spcPts val="300"/>
        </a:spcBef>
        <a:buClr>
          <a:schemeClr val="tx1"/>
        </a:buClr>
        <a:buSzPct val="120000"/>
        <a:buFont typeface="Arial" pitchFamily="34" charset="0"/>
        <a:buChar char="▫"/>
        <a:defRPr sz="1600" kern="1200">
          <a:solidFill>
            <a:schemeClr val="tx1"/>
          </a:solidFill>
          <a:latin typeface="+mn-lt"/>
          <a:ea typeface="+mn-ea"/>
          <a:cs typeface="+mn-cs"/>
        </a:defRPr>
      </a:lvl4pPr>
      <a:lvl5pPr marL="719856" indent="-179964" algn="l" defTabSz="1088558" rtl="0" eaLnBrk="1" latinLnBrk="0" hangingPunct="1">
        <a:spcBef>
          <a:spcPts val="100"/>
        </a:spcBef>
        <a:buClr>
          <a:schemeClr val="tx1"/>
        </a:buClr>
        <a:buSzPct val="100000"/>
        <a:buFont typeface="Symbol" panose="05050102010706020507" pitchFamily="18" charset="2"/>
        <a:buChar char="-"/>
        <a:defRPr sz="1400" kern="1200" baseline="0">
          <a:solidFill>
            <a:schemeClr val="tx1"/>
          </a:solidFill>
          <a:latin typeface="+mn-lt"/>
          <a:ea typeface="+mn-ea"/>
          <a:cs typeface="+mn-cs"/>
        </a:defRPr>
      </a:lvl5pPr>
      <a:lvl6pPr marL="2993535"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6pPr>
      <a:lvl7pPr marL="3537814"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7pPr>
      <a:lvl8pPr marL="408209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8pPr>
      <a:lvl9pPr marL="462637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9pPr>
    </p:bodyStyle>
    <p:otherStyle>
      <a:defPPr>
        <a:defRPr lang="de-DE"/>
      </a:defPPr>
      <a:lvl1pPr marL="0" algn="l" defTabSz="1088558" rtl="0" eaLnBrk="1" latinLnBrk="0" hangingPunct="1">
        <a:defRPr sz="2100" kern="1200">
          <a:solidFill>
            <a:schemeClr val="tx1"/>
          </a:solidFill>
          <a:latin typeface="+mn-lt"/>
          <a:ea typeface="+mn-ea"/>
          <a:cs typeface="+mn-cs"/>
        </a:defRPr>
      </a:lvl1pPr>
      <a:lvl2pPr marL="544279" algn="l" defTabSz="1088558" rtl="0" eaLnBrk="1" latinLnBrk="0" hangingPunct="1">
        <a:defRPr sz="2100" kern="1200">
          <a:solidFill>
            <a:schemeClr val="tx1"/>
          </a:solidFill>
          <a:latin typeface="+mn-lt"/>
          <a:ea typeface="+mn-ea"/>
          <a:cs typeface="+mn-cs"/>
        </a:defRPr>
      </a:lvl2pPr>
      <a:lvl3pPr marL="1088558" algn="l" defTabSz="1088558" rtl="0" eaLnBrk="1" latinLnBrk="0" hangingPunct="1">
        <a:defRPr sz="2100" kern="1200">
          <a:solidFill>
            <a:schemeClr val="tx1"/>
          </a:solidFill>
          <a:latin typeface="+mn-lt"/>
          <a:ea typeface="+mn-ea"/>
          <a:cs typeface="+mn-cs"/>
        </a:defRPr>
      </a:lvl3pPr>
      <a:lvl4pPr marL="1632837" algn="l" defTabSz="1088558" rtl="0" eaLnBrk="1" latinLnBrk="0" hangingPunct="1">
        <a:defRPr sz="2100" kern="1200">
          <a:solidFill>
            <a:schemeClr val="tx1"/>
          </a:solidFill>
          <a:latin typeface="+mn-lt"/>
          <a:ea typeface="+mn-ea"/>
          <a:cs typeface="+mn-cs"/>
        </a:defRPr>
      </a:lvl4pPr>
      <a:lvl5pPr marL="2177116" algn="l" defTabSz="1088558" rtl="0" eaLnBrk="1" latinLnBrk="0" hangingPunct="1">
        <a:defRPr sz="2100" kern="1200">
          <a:solidFill>
            <a:schemeClr val="tx1"/>
          </a:solidFill>
          <a:latin typeface="+mn-lt"/>
          <a:ea typeface="+mn-ea"/>
          <a:cs typeface="+mn-cs"/>
        </a:defRPr>
      </a:lvl5pPr>
      <a:lvl6pPr marL="2721396" algn="l" defTabSz="1088558" rtl="0" eaLnBrk="1" latinLnBrk="0" hangingPunct="1">
        <a:defRPr sz="2100" kern="1200">
          <a:solidFill>
            <a:schemeClr val="tx1"/>
          </a:solidFill>
          <a:latin typeface="+mn-lt"/>
          <a:ea typeface="+mn-ea"/>
          <a:cs typeface="+mn-cs"/>
        </a:defRPr>
      </a:lvl6pPr>
      <a:lvl7pPr marL="3265675" algn="l" defTabSz="1088558" rtl="0" eaLnBrk="1" latinLnBrk="0" hangingPunct="1">
        <a:defRPr sz="2100" kern="1200">
          <a:solidFill>
            <a:schemeClr val="tx1"/>
          </a:solidFill>
          <a:latin typeface="+mn-lt"/>
          <a:ea typeface="+mn-ea"/>
          <a:cs typeface="+mn-cs"/>
        </a:defRPr>
      </a:lvl7pPr>
      <a:lvl8pPr marL="3809954" algn="l" defTabSz="1088558" rtl="0" eaLnBrk="1" latinLnBrk="0" hangingPunct="1">
        <a:defRPr sz="2100" kern="1200">
          <a:solidFill>
            <a:schemeClr val="tx1"/>
          </a:solidFill>
          <a:latin typeface="+mn-lt"/>
          <a:ea typeface="+mn-ea"/>
          <a:cs typeface="+mn-cs"/>
        </a:defRPr>
      </a:lvl8pPr>
      <a:lvl9pPr marL="4354233" algn="l" defTabSz="1088558" rtl="0" eaLnBrk="1" latinLnBrk="0" hangingPunct="1">
        <a:defRPr sz="21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8" Type="http://schemas.openxmlformats.org/officeDocument/2006/relationships/image" Target="../media/image8.sv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8.xml"/><Relationship Id="rId6" Type="http://schemas.openxmlformats.org/officeDocument/2006/relationships/image" Target="../media/image6.svg"/><Relationship Id="rId11" Type="http://schemas.openxmlformats.org/officeDocument/2006/relationships/image" Target="../media/image10.svg"/><Relationship Id="rId5" Type="http://schemas.openxmlformats.org/officeDocument/2006/relationships/image" Target="../media/image5.png"/><Relationship Id="rId10" Type="http://schemas.openxmlformats.org/officeDocument/2006/relationships/image" Target="../media/image9.png"/><Relationship Id="rId4" Type="http://schemas.openxmlformats.org/officeDocument/2006/relationships/image" Target="../media/image4.svg"/><Relationship Id="rId9" Type="http://schemas.openxmlformats.org/officeDocument/2006/relationships/hyperlink" Target="http://hub.docker.com/"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9.xml"/><Relationship Id="rId5" Type="http://schemas.openxmlformats.org/officeDocument/2006/relationships/image" Target="../media/image8.sv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9.xml"/><Relationship Id="rId5" Type="http://schemas.openxmlformats.org/officeDocument/2006/relationships/image" Target="../media/image8.svg"/><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9.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9.xml"/><Relationship Id="rId5" Type="http://schemas.openxmlformats.org/officeDocument/2006/relationships/hyperlink" Target="https://docs.docker.com/engine/docker-overview/" TargetMode="External"/><Relationship Id="rId4" Type="http://schemas.openxmlformats.org/officeDocument/2006/relationships/image" Target="../media/image12.svg"/></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17.emf"/><Relationship Id="rId2" Type="http://schemas.openxmlformats.org/officeDocument/2006/relationships/notesSlide" Target="../notesSlides/notesSlide10.xml"/><Relationship Id="rId1" Type="http://schemas.openxmlformats.org/officeDocument/2006/relationships/slideLayout" Target="../slideLayouts/slideLayout9.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sv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 Placeholder 16"/>
          <p:cNvSpPr>
            <a:spLocks noGrp="1"/>
          </p:cNvSpPr>
          <p:nvPr>
            <p:ph type="body" sz="quarter" idx="14"/>
          </p:nvPr>
        </p:nvSpPr>
        <p:spPr/>
        <p:txBody>
          <a:bodyPr anchor="ctr"/>
          <a:lstStyle/>
          <a:p>
            <a:r>
              <a:rPr lang="en-US" dirty="0"/>
              <a:t>Container </a:t>
            </a:r>
            <a:r>
              <a:rPr lang="en-US" dirty="0">
                <a:solidFill>
                  <a:schemeClr val="accent1"/>
                </a:solidFill>
              </a:rPr>
              <a:t>Lifecycle</a:t>
            </a:r>
          </a:p>
        </p:txBody>
      </p:sp>
      <p:pic>
        <p:nvPicPr>
          <p:cNvPr id="4" name="Picture 3">
            <a:extLst>
              <a:ext uri="{FF2B5EF4-FFF2-40B4-BE49-F238E27FC236}">
                <a16:creationId xmlns:a16="http://schemas.microsoft.com/office/drawing/2014/main" id="{2E8C9C42-BC03-468E-B04E-6BE203085308}"/>
              </a:ext>
            </a:extLst>
          </p:cNvPr>
          <p:cNvPicPr>
            <a:picLocks noChangeAspect="1"/>
          </p:cNvPicPr>
          <p:nvPr/>
        </p:nvPicPr>
        <p:blipFill>
          <a:blip r:embed="rId3"/>
          <a:stretch>
            <a:fillRect/>
          </a:stretch>
        </p:blipFill>
        <p:spPr>
          <a:xfrm>
            <a:off x="6978451" y="1609832"/>
            <a:ext cx="4262244" cy="3190166"/>
          </a:xfrm>
          <a:prstGeom prst="rect">
            <a:avLst/>
          </a:prstGeom>
        </p:spPr>
      </p:pic>
    </p:spTree>
    <p:extLst>
      <p:ext uri="{BB962C8B-B14F-4D97-AF65-F5344CB8AC3E}">
        <p14:creationId xmlns:p14="http://schemas.microsoft.com/office/powerpoint/2010/main" val="421900999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DE822E6E-0756-2D7B-EFD2-3CD84ED9C10F}"/>
              </a:ext>
            </a:extLst>
          </p:cNvPr>
          <p:cNvSpPr>
            <a:spLocks noGrp="1"/>
          </p:cNvSpPr>
          <p:nvPr>
            <p:ph type="title"/>
          </p:nvPr>
        </p:nvSpPr>
        <p:spPr/>
        <p:txBody>
          <a:bodyPr/>
          <a:lstStyle/>
          <a:p>
            <a:r>
              <a:rPr lang="de-DE" dirty="0"/>
              <a:t>Images</a:t>
            </a:r>
          </a:p>
        </p:txBody>
      </p:sp>
      <p:pic>
        <p:nvPicPr>
          <p:cNvPr id="7" name="Grafik 6" descr="Server mit einfarbiger Füllung">
            <a:extLst>
              <a:ext uri="{FF2B5EF4-FFF2-40B4-BE49-F238E27FC236}">
                <a16:creationId xmlns:a16="http://schemas.microsoft.com/office/drawing/2014/main" id="{F8ADDC9F-BFAF-4FD9-8F13-567D096F784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671716" y="4487944"/>
            <a:ext cx="1293813" cy="1293813"/>
          </a:xfrm>
          <a:prstGeom prst="rect">
            <a:avLst/>
          </a:prstGeom>
        </p:spPr>
      </p:pic>
      <p:pic>
        <p:nvPicPr>
          <p:cNvPr id="15" name="Grafik 14" descr="Laptop mit einfarbiger Füllung">
            <a:extLst>
              <a:ext uri="{FF2B5EF4-FFF2-40B4-BE49-F238E27FC236}">
                <a16:creationId xmlns:a16="http://schemas.microsoft.com/office/drawing/2014/main" id="{B15F0B5A-BA52-2144-D57C-0F21968B6E1D}"/>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668967" y="4487944"/>
            <a:ext cx="1293813" cy="1293813"/>
          </a:xfrm>
          <a:prstGeom prst="rect">
            <a:avLst/>
          </a:prstGeom>
        </p:spPr>
      </p:pic>
      <p:grpSp>
        <p:nvGrpSpPr>
          <p:cNvPr id="27" name="Gruppieren 26">
            <a:extLst>
              <a:ext uri="{FF2B5EF4-FFF2-40B4-BE49-F238E27FC236}">
                <a16:creationId xmlns:a16="http://schemas.microsoft.com/office/drawing/2014/main" id="{E5927473-8880-D8C9-311F-78B1D8AB52CA}"/>
              </a:ext>
            </a:extLst>
          </p:cNvPr>
          <p:cNvGrpSpPr/>
          <p:nvPr/>
        </p:nvGrpSpPr>
        <p:grpSpPr>
          <a:xfrm>
            <a:off x="3517364" y="873332"/>
            <a:ext cx="4579275" cy="2784535"/>
            <a:chOff x="3517364" y="873332"/>
            <a:chExt cx="4579275" cy="2784535"/>
          </a:xfrm>
        </p:grpSpPr>
        <p:grpSp>
          <p:nvGrpSpPr>
            <p:cNvPr id="24" name="Gruppieren 23">
              <a:extLst>
                <a:ext uri="{FF2B5EF4-FFF2-40B4-BE49-F238E27FC236}">
                  <a16:creationId xmlns:a16="http://schemas.microsoft.com/office/drawing/2014/main" id="{FF748ADE-D73F-24E0-CD18-B83D70EF8623}"/>
                </a:ext>
              </a:extLst>
            </p:cNvPr>
            <p:cNvGrpSpPr/>
            <p:nvPr/>
          </p:nvGrpSpPr>
          <p:grpSpPr>
            <a:xfrm>
              <a:off x="3517364" y="873332"/>
              <a:ext cx="4579275" cy="2784535"/>
              <a:chOff x="504001" y="2272259"/>
              <a:chExt cx="4579275" cy="2784535"/>
            </a:xfrm>
          </p:grpSpPr>
          <p:pic>
            <p:nvPicPr>
              <p:cNvPr id="13" name="Grafik 12" descr="Platte mit einfarbiger Füllung">
                <a:extLst>
                  <a:ext uri="{FF2B5EF4-FFF2-40B4-BE49-F238E27FC236}">
                    <a16:creationId xmlns:a16="http://schemas.microsoft.com/office/drawing/2014/main" id="{673D6C7D-1CE6-64FA-3A31-6769578C0DEF}"/>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302511" y="2971799"/>
                <a:ext cx="914400" cy="914400"/>
              </a:xfrm>
              <a:prstGeom prst="rect">
                <a:avLst/>
              </a:prstGeom>
            </p:spPr>
          </p:pic>
          <p:sp>
            <p:nvSpPr>
              <p:cNvPr id="16" name="Wolke 15">
                <a:extLst>
                  <a:ext uri="{FF2B5EF4-FFF2-40B4-BE49-F238E27FC236}">
                    <a16:creationId xmlns:a16="http://schemas.microsoft.com/office/drawing/2014/main" id="{90793505-E508-B3CC-FC4C-868D514CA4A8}"/>
                  </a:ext>
                </a:extLst>
              </p:cNvPr>
              <p:cNvSpPr/>
              <p:nvPr/>
            </p:nvSpPr>
            <p:spPr bwMode="gray">
              <a:xfrm>
                <a:off x="504001" y="2272259"/>
                <a:ext cx="4579275" cy="2784535"/>
              </a:xfrm>
              <a:prstGeom prst="cloud">
                <a:avLst/>
              </a:prstGeom>
              <a:noFill/>
              <a:ln w="12700" algn="ctr">
                <a:solidFill>
                  <a:schemeClr val="tx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de-DE" sz="1800" b="0" i="0" u="none" strike="noStrike" kern="0" cap="none" spc="0" normalizeH="0" baseline="0" noProof="0" dirty="0" err="1">
                  <a:ln>
                    <a:noFill/>
                  </a:ln>
                  <a:effectLst/>
                  <a:uLnTx/>
                  <a:uFillTx/>
                  <a:ea typeface="Arial Unicode MS" pitchFamily="34" charset="-128"/>
                  <a:cs typeface="Arial Unicode MS" pitchFamily="34" charset="-128"/>
                </a:endParaRPr>
              </a:p>
            </p:txBody>
          </p:sp>
          <p:pic>
            <p:nvPicPr>
              <p:cNvPr id="17" name="Grafik 16" descr="Platte mit einfarbiger Füllung">
                <a:extLst>
                  <a:ext uri="{FF2B5EF4-FFF2-40B4-BE49-F238E27FC236}">
                    <a16:creationId xmlns:a16="http://schemas.microsoft.com/office/drawing/2014/main" id="{0298D1BD-74E8-1BEB-E458-1851E3928C4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2216911" y="2971799"/>
                <a:ext cx="914400" cy="914400"/>
              </a:xfrm>
              <a:prstGeom prst="rect">
                <a:avLst/>
              </a:prstGeom>
            </p:spPr>
          </p:pic>
          <p:pic>
            <p:nvPicPr>
              <p:cNvPr id="18" name="Grafik 17" descr="Platte mit einfarbiger Füllung">
                <a:extLst>
                  <a:ext uri="{FF2B5EF4-FFF2-40B4-BE49-F238E27FC236}">
                    <a16:creationId xmlns:a16="http://schemas.microsoft.com/office/drawing/2014/main" id="{AC0C61D3-8942-A6F4-0C3C-9AE4322C2B5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3131311" y="2971799"/>
                <a:ext cx="914400" cy="914400"/>
              </a:xfrm>
              <a:prstGeom prst="rect">
                <a:avLst/>
              </a:prstGeom>
            </p:spPr>
          </p:pic>
          <p:sp>
            <p:nvSpPr>
              <p:cNvPr id="21" name="Textfeld 20">
                <a:extLst>
                  <a:ext uri="{FF2B5EF4-FFF2-40B4-BE49-F238E27FC236}">
                    <a16:creationId xmlns:a16="http://schemas.microsoft.com/office/drawing/2014/main" id="{2E10BC73-2958-56BC-A8A0-F521F4DBB137}"/>
                  </a:ext>
                </a:extLst>
              </p:cNvPr>
              <p:cNvSpPr txBox="1"/>
              <p:nvPr/>
            </p:nvSpPr>
            <p:spPr>
              <a:xfrm>
                <a:off x="1517256" y="3886199"/>
                <a:ext cx="484909" cy="276999"/>
              </a:xfrm>
              <a:prstGeom prst="rect">
                <a:avLst/>
              </a:prstGeom>
              <a:noFill/>
            </p:spPr>
            <p:txBody>
              <a:bodyPr wrap="square" lIns="0" tIns="0" rIns="0" bIns="0" rtlCol="0" anchor="ctr">
                <a:spAutoFit/>
              </a:bodyPr>
              <a:lstStyle/>
              <a:p>
                <a:pPr algn="ctr" fontAlgn="base">
                  <a:spcBef>
                    <a:spcPct val="50000"/>
                  </a:spcBef>
                  <a:spcAft>
                    <a:spcPct val="0"/>
                  </a:spcAft>
                  <a:buClr>
                    <a:srgbClr val="F0AB00"/>
                  </a:buClr>
                  <a:buSzPct val="80000"/>
                </a:pPr>
                <a:r>
                  <a:rPr lang="de-DE" sz="1800" kern="0" dirty="0">
                    <a:latin typeface="Courier New" panose="02070309020205020404" pitchFamily="49" charset="0"/>
                    <a:ea typeface="Arial Unicode MS" pitchFamily="34" charset="-128"/>
                    <a:cs typeface="Courier New" panose="02070309020205020404" pitchFamily="49" charset="0"/>
                  </a:rPr>
                  <a:t>v1</a:t>
                </a:r>
              </a:p>
            </p:txBody>
          </p:sp>
          <p:sp>
            <p:nvSpPr>
              <p:cNvPr id="22" name="Textfeld 21">
                <a:extLst>
                  <a:ext uri="{FF2B5EF4-FFF2-40B4-BE49-F238E27FC236}">
                    <a16:creationId xmlns:a16="http://schemas.microsoft.com/office/drawing/2014/main" id="{3CFD8166-5378-82C3-D36F-F0287CA58DA9}"/>
                  </a:ext>
                </a:extLst>
              </p:cNvPr>
              <p:cNvSpPr txBox="1"/>
              <p:nvPr/>
            </p:nvSpPr>
            <p:spPr>
              <a:xfrm>
                <a:off x="2431656" y="3886199"/>
                <a:ext cx="484909" cy="276999"/>
              </a:xfrm>
              <a:prstGeom prst="rect">
                <a:avLst/>
              </a:prstGeom>
              <a:noFill/>
            </p:spPr>
            <p:txBody>
              <a:bodyPr wrap="square" lIns="0" tIns="0" rIns="0" bIns="0" rtlCol="0" anchor="ctr">
                <a:spAutoFit/>
              </a:bodyPr>
              <a:lstStyle/>
              <a:p>
                <a:pPr algn="ctr" fontAlgn="base">
                  <a:spcBef>
                    <a:spcPct val="50000"/>
                  </a:spcBef>
                  <a:spcAft>
                    <a:spcPct val="0"/>
                  </a:spcAft>
                  <a:buClr>
                    <a:srgbClr val="F0AB00"/>
                  </a:buClr>
                  <a:buSzPct val="80000"/>
                </a:pPr>
                <a:r>
                  <a:rPr lang="de-DE" sz="1800" kern="0" dirty="0">
                    <a:latin typeface="Courier New" panose="02070309020205020404" pitchFamily="49" charset="0"/>
                    <a:ea typeface="Arial Unicode MS" pitchFamily="34" charset="-128"/>
                    <a:cs typeface="Courier New" panose="02070309020205020404" pitchFamily="49" charset="0"/>
                  </a:rPr>
                  <a:t>v2</a:t>
                </a:r>
              </a:p>
            </p:txBody>
          </p:sp>
          <p:sp>
            <p:nvSpPr>
              <p:cNvPr id="23" name="Textfeld 22">
                <a:extLst>
                  <a:ext uri="{FF2B5EF4-FFF2-40B4-BE49-F238E27FC236}">
                    <a16:creationId xmlns:a16="http://schemas.microsoft.com/office/drawing/2014/main" id="{6D33DCDE-7BC3-499B-C7FF-18BC28F2BDB9}"/>
                  </a:ext>
                </a:extLst>
              </p:cNvPr>
              <p:cNvSpPr txBox="1"/>
              <p:nvPr/>
            </p:nvSpPr>
            <p:spPr>
              <a:xfrm>
                <a:off x="3155648" y="3886199"/>
                <a:ext cx="865726" cy="276999"/>
              </a:xfrm>
              <a:prstGeom prst="rect">
                <a:avLst/>
              </a:prstGeom>
              <a:noFill/>
            </p:spPr>
            <p:txBody>
              <a:bodyPr wrap="square" lIns="0" tIns="0" rIns="0" bIns="0" rtlCol="0" anchor="ctr">
                <a:spAutoFit/>
              </a:bodyPr>
              <a:lstStyle/>
              <a:p>
                <a:pPr algn="ctr" fontAlgn="base">
                  <a:spcBef>
                    <a:spcPct val="50000"/>
                  </a:spcBef>
                  <a:spcAft>
                    <a:spcPct val="0"/>
                  </a:spcAft>
                  <a:buClr>
                    <a:srgbClr val="F0AB00"/>
                  </a:buClr>
                  <a:buSzPct val="80000"/>
                </a:pPr>
                <a:r>
                  <a:rPr lang="de-DE" sz="1800" kern="0" dirty="0" err="1">
                    <a:latin typeface="Courier New" panose="02070309020205020404" pitchFamily="49" charset="0"/>
                    <a:ea typeface="Arial Unicode MS" pitchFamily="34" charset="-128"/>
                    <a:cs typeface="Courier New" panose="02070309020205020404" pitchFamily="49" charset="0"/>
                  </a:rPr>
                  <a:t>latest</a:t>
                </a:r>
                <a:endParaRPr lang="de-DE" sz="1800" kern="0" dirty="0">
                  <a:latin typeface="Courier New" panose="02070309020205020404" pitchFamily="49" charset="0"/>
                  <a:ea typeface="Arial Unicode MS" pitchFamily="34" charset="-128"/>
                  <a:cs typeface="Courier New" panose="02070309020205020404" pitchFamily="49" charset="0"/>
                </a:endParaRPr>
              </a:p>
            </p:txBody>
          </p:sp>
        </p:grpSp>
        <p:sp>
          <p:nvSpPr>
            <p:cNvPr id="26" name="Textfeld 25">
              <a:hlinkClick r:id="rId9"/>
              <a:extLst>
                <a:ext uri="{FF2B5EF4-FFF2-40B4-BE49-F238E27FC236}">
                  <a16:creationId xmlns:a16="http://schemas.microsoft.com/office/drawing/2014/main" id="{A565545E-B0D8-6EFD-D4F8-35FC41F7D144}"/>
                </a:ext>
              </a:extLst>
            </p:cNvPr>
            <p:cNvSpPr txBox="1"/>
            <p:nvPr/>
          </p:nvSpPr>
          <p:spPr>
            <a:xfrm>
              <a:off x="4703232" y="1316677"/>
              <a:ext cx="1968484" cy="276999"/>
            </a:xfrm>
            <a:prstGeom prst="rect">
              <a:avLst/>
            </a:prstGeom>
            <a:noFill/>
          </p:spPr>
          <p:txBody>
            <a:bodyPr wrap="square" lIns="0" tIns="0" rIns="0" bIns="0" rtlCol="0" anchor="ctr">
              <a:spAutoFit/>
            </a:bodyPr>
            <a:lstStyle/>
            <a:p>
              <a:pPr algn="ctr" fontAlgn="base">
                <a:spcBef>
                  <a:spcPct val="50000"/>
                </a:spcBef>
                <a:spcAft>
                  <a:spcPct val="0"/>
                </a:spcAft>
                <a:buClr>
                  <a:srgbClr val="F0AB00"/>
                </a:buClr>
                <a:buSzPct val="80000"/>
              </a:pPr>
              <a:r>
                <a:rPr lang="de-DE" sz="1800" kern="0" dirty="0" err="1">
                  <a:latin typeface="Courier New" panose="02070309020205020404" pitchFamily="49" charset="0"/>
                  <a:ea typeface="Arial Unicode MS" pitchFamily="34" charset="-128"/>
                  <a:cs typeface="Courier New" panose="02070309020205020404" pitchFamily="49" charset="0"/>
                  <a:hlinkClick r:id="rId9"/>
                </a:rPr>
                <a:t>hub.docker.com</a:t>
              </a:r>
              <a:endParaRPr lang="de-DE" sz="1800" kern="0" dirty="0">
                <a:latin typeface="Courier New" panose="02070309020205020404" pitchFamily="49" charset="0"/>
                <a:ea typeface="Arial Unicode MS" pitchFamily="34" charset="-128"/>
                <a:cs typeface="Courier New" panose="02070309020205020404" pitchFamily="49" charset="0"/>
              </a:endParaRPr>
            </a:p>
          </p:txBody>
        </p:sp>
      </p:grpSp>
      <p:pic>
        <p:nvPicPr>
          <p:cNvPr id="29" name="Grafik 28" descr="Herunterladen mit einfarbiger Füllung">
            <a:extLst>
              <a:ext uri="{FF2B5EF4-FFF2-40B4-BE49-F238E27FC236}">
                <a16:creationId xmlns:a16="http://schemas.microsoft.com/office/drawing/2014/main" id="{699B3ED6-ECA7-F6CD-2EAB-5DFD40B4114D}"/>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3676357" y="3455917"/>
            <a:ext cx="639763" cy="639763"/>
          </a:xfrm>
          <a:prstGeom prst="rect">
            <a:avLst/>
          </a:prstGeom>
        </p:spPr>
      </p:pic>
      <p:pic>
        <p:nvPicPr>
          <p:cNvPr id="30" name="Grafik 29" descr="Herunterladen mit einfarbiger Füllung">
            <a:extLst>
              <a:ext uri="{FF2B5EF4-FFF2-40B4-BE49-F238E27FC236}">
                <a16:creationId xmlns:a16="http://schemas.microsoft.com/office/drawing/2014/main" id="{F60F9A85-DE8C-DA13-4D2A-04714560DB03}"/>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241146" y="3415412"/>
            <a:ext cx="639763" cy="639763"/>
          </a:xfrm>
          <a:prstGeom prst="rect">
            <a:avLst/>
          </a:prstGeom>
        </p:spPr>
      </p:pic>
      <p:cxnSp>
        <p:nvCxnSpPr>
          <p:cNvPr id="32" name="Gerade Verbindung 31">
            <a:extLst>
              <a:ext uri="{FF2B5EF4-FFF2-40B4-BE49-F238E27FC236}">
                <a16:creationId xmlns:a16="http://schemas.microsoft.com/office/drawing/2014/main" id="{0D29D9B7-56F8-C58E-12F1-BD4B0A1A971E}"/>
              </a:ext>
            </a:extLst>
          </p:cNvPr>
          <p:cNvCxnSpPr>
            <a:stCxn id="21" idx="2"/>
            <a:endCxn id="15" idx="0"/>
          </p:cNvCxnSpPr>
          <p:nvPr/>
        </p:nvCxnSpPr>
        <p:spPr>
          <a:xfrm flipH="1">
            <a:off x="4315874" y="2764271"/>
            <a:ext cx="457200" cy="1723673"/>
          </a:xfrm>
          <a:prstGeom prst="line">
            <a:avLst/>
          </a:prstGeom>
          <a:ln w="38100">
            <a:solidFill>
              <a:schemeClr val="tx1"/>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 name="Gerade Verbindung 34">
            <a:extLst>
              <a:ext uri="{FF2B5EF4-FFF2-40B4-BE49-F238E27FC236}">
                <a16:creationId xmlns:a16="http://schemas.microsoft.com/office/drawing/2014/main" id="{906F37CA-ABA5-12BC-D547-78D4F7BEA57E}"/>
              </a:ext>
            </a:extLst>
          </p:cNvPr>
          <p:cNvCxnSpPr>
            <a:cxnSpLocks/>
            <a:stCxn id="23" idx="2"/>
            <a:endCxn id="7" idx="0"/>
          </p:cNvCxnSpPr>
          <p:nvPr/>
        </p:nvCxnSpPr>
        <p:spPr>
          <a:xfrm>
            <a:off x="6601874" y="2764271"/>
            <a:ext cx="716749" cy="1723673"/>
          </a:xfrm>
          <a:prstGeom prst="line">
            <a:avLst/>
          </a:prstGeom>
          <a:ln w="38100">
            <a:solidFill>
              <a:schemeClr val="tx1"/>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 name="Gerade Verbindung 37">
            <a:extLst>
              <a:ext uri="{FF2B5EF4-FFF2-40B4-BE49-F238E27FC236}">
                <a16:creationId xmlns:a16="http://schemas.microsoft.com/office/drawing/2014/main" id="{24A298E1-5CDE-DCAB-6051-0A9817961956}"/>
              </a:ext>
            </a:extLst>
          </p:cNvPr>
          <p:cNvCxnSpPr>
            <a:cxnSpLocks/>
            <a:stCxn id="23" idx="2"/>
            <a:endCxn id="15" idx="0"/>
          </p:cNvCxnSpPr>
          <p:nvPr/>
        </p:nvCxnSpPr>
        <p:spPr>
          <a:xfrm flipH="1">
            <a:off x="4315874" y="2764271"/>
            <a:ext cx="2286000" cy="1723673"/>
          </a:xfrm>
          <a:prstGeom prst="line">
            <a:avLst/>
          </a:prstGeom>
          <a:ln w="38100">
            <a:solidFill>
              <a:schemeClr val="tx1"/>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41" name="Grafik 40" descr="Herunterladen mit einfarbiger Füllung">
            <a:extLst>
              <a:ext uri="{FF2B5EF4-FFF2-40B4-BE49-F238E27FC236}">
                <a16:creationId xmlns:a16="http://schemas.microsoft.com/office/drawing/2014/main" id="{05C84083-20E2-B9D5-08BD-1B1B1FDE9A17}"/>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5174349" y="3707317"/>
            <a:ext cx="639763" cy="639763"/>
          </a:xfrm>
          <a:prstGeom prst="rect">
            <a:avLst/>
          </a:prstGeom>
        </p:spPr>
      </p:pic>
      <p:sp>
        <p:nvSpPr>
          <p:cNvPr id="42" name="Abgerundete rechteckige Legende 41">
            <a:extLst>
              <a:ext uri="{FF2B5EF4-FFF2-40B4-BE49-F238E27FC236}">
                <a16:creationId xmlns:a16="http://schemas.microsoft.com/office/drawing/2014/main" id="{591F30DE-3D96-BCD5-FB3C-8A453A9F276F}"/>
              </a:ext>
            </a:extLst>
          </p:cNvPr>
          <p:cNvSpPr/>
          <p:nvPr/>
        </p:nvSpPr>
        <p:spPr bwMode="gray">
          <a:xfrm>
            <a:off x="8380087" y="942413"/>
            <a:ext cx="3520967" cy="2929932"/>
          </a:xfrm>
          <a:prstGeom prst="wedgeRoundRectCallout">
            <a:avLst>
              <a:gd name="adj1" fmla="val -86974"/>
              <a:gd name="adj2" fmla="val -9071"/>
              <a:gd name="adj3" fmla="val 16667"/>
            </a:avLst>
          </a:prstGeom>
          <a:solidFill>
            <a:schemeClr val="bg1">
              <a:lumMod val="95000"/>
            </a:schemeClr>
          </a:solidFill>
          <a:ln w="12700" algn="ctr">
            <a:solidFill>
              <a:schemeClr val="bg1">
                <a:lumMod val="95000"/>
              </a:schemeClr>
            </a:solidFill>
            <a:miter lim="800000"/>
            <a:headEnd/>
            <a:tailEnd/>
          </a:ln>
        </p:spPr>
        <p:txBody>
          <a:bodyPr lIns="90000" tIns="72000" rIns="90000" bIns="72000" rtlCol="0" anchor="ctr"/>
          <a:lstStyle/>
          <a:p>
            <a:pPr marR="0" defTabSz="914400" eaLnBrk="1" fontAlgn="base" latinLnBrk="0" hangingPunct="1">
              <a:lnSpc>
                <a:spcPct val="100000"/>
              </a:lnSpc>
              <a:spcBef>
                <a:spcPct val="50000"/>
              </a:spcBef>
              <a:spcAft>
                <a:spcPct val="0"/>
              </a:spcAft>
              <a:buClr>
                <a:schemeClr val="tx1"/>
              </a:buClr>
              <a:buSzPct val="80000"/>
              <a:tabLst/>
            </a:pPr>
            <a:r>
              <a:rPr lang="de-DE" sz="1600" kern="0" dirty="0">
                <a:ea typeface="Arial Unicode MS" pitchFamily="34" charset="-128"/>
                <a:cs typeface="Arial Unicode MS" pitchFamily="34" charset="-128"/>
              </a:rPr>
              <a:t>Images:</a:t>
            </a:r>
          </a:p>
          <a:p>
            <a:pPr marL="285750" marR="0" indent="-285750" defTabSz="914400" eaLnBrk="1" fontAlgn="base" latinLnBrk="0" hangingPunct="1">
              <a:lnSpc>
                <a:spcPct val="100000"/>
              </a:lnSpc>
              <a:spcBef>
                <a:spcPct val="50000"/>
              </a:spcBef>
              <a:spcAft>
                <a:spcPct val="0"/>
              </a:spcAft>
              <a:buClr>
                <a:schemeClr val="tx1"/>
              </a:buClr>
              <a:buSzPct val="80000"/>
              <a:buFontTx/>
              <a:buChar char="-"/>
              <a:tabLst/>
            </a:pPr>
            <a:r>
              <a:rPr kumimoji="0" lang="de-DE" sz="1600" b="0" i="0" u="none" strike="noStrike" kern="0" cap="none" spc="0" normalizeH="0" baseline="0" noProof="0" dirty="0" err="1">
                <a:ln>
                  <a:noFill/>
                </a:ln>
                <a:effectLst/>
                <a:uLnTx/>
                <a:uFillTx/>
                <a:ea typeface="Arial Unicode MS" pitchFamily="34" charset="-128"/>
                <a:cs typeface="Arial Unicode MS" pitchFamily="34" charset="-128"/>
              </a:rPr>
              <a:t>read-only</a:t>
            </a:r>
            <a:r>
              <a:rPr kumimoji="0" lang="de-DE" sz="1600" b="0" i="0" u="none" strike="noStrike" kern="0" cap="none" spc="0" normalizeH="0" baseline="0" noProof="0" dirty="0">
                <a:ln>
                  <a:noFill/>
                </a:ln>
                <a:effectLst/>
                <a:uLnTx/>
                <a:uFillTx/>
                <a:ea typeface="Arial Unicode MS" pitchFamily="34" charset="-128"/>
                <a:cs typeface="Arial Unicode MS" pitchFamily="34" charset="-128"/>
              </a:rPr>
              <a:t> </a:t>
            </a:r>
            <a:r>
              <a:rPr kumimoji="0" lang="de-DE" sz="1600" b="0" i="0" u="none" strike="noStrike" kern="0" cap="none" spc="0" normalizeH="0" baseline="0" noProof="0" dirty="0" err="1">
                <a:ln>
                  <a:noFill/>
                </a:ln>
                <a:effectLst/>
                <a:uLnTx/>
                <a:uFillTx/>
                <a:ea typeface="Arial Unicode MS" pitchFamily="34" charset="-128"/>
                <a:cs typeface="Arial Unicode MS" pitchFamily="34" charset="-128"/>
              </a:rPr>
              <a:t>templates</a:t>
            </a:r>
            <a:endParaRPr kumimoji="0" lang="de-DE" sz="1600" b="0" i="0" u="none" strike="noStrike" kern="0" cap="none" spc="0" normalizeH="0" baseline="0" noProof="0" dirty="0">
              <a:ln>
                <a:noFill/>
              </a:ln>
              <a:effectLst/>
              <a:uLnTx/>
              <a:uFillTx/>
              <a:ea typeface="Arial Unicode MS" pitchFamily="34" charset="-128"/>
              <a:cs typeface="Arial Unicode MS" pitchFamily="34" charset="-128"/>
            </a:endParaRPr>
          </a:p>
          <a:p>
            <a:pPr marL="285750" marR="0" indent="-285750" defTabSz="914400" eaLnBrk="1" fontAlgn="base" latinLnBrk="0" hangingPunct="1">
              <a:lnSpc>
                <a:spcPct val="100000"/>
              </a:lnSpc>
              <a:spcBef>
                <a:spcPct val="50000"/>
              </a:spcBef>
              <a:spcAft>
                <a:spcPct val="0"/>
              </a:spcAft>
              <a:buClr>
                <a:schemeClr val="tx1"/>
              </a:buClr>
              <a:buSzPct val="80000"/>
              <a:buFontTx/>
              <a:buChar char="-"/>
              <a:tabLst/>
            </a:pPr>
            <a:r>
              <a:rPr lang="de-DE" sz="1600" kern="0" dirty="0" err="1">
                <a:ea typeface="Arial Unicode MS" pitchFamily="34" charset="-128"/>
                <a:cs typeface="Arial Unicode MS" pitchFamily="34" charset="-128"/>
              </a:rPr>
              <a:t>Stored</a:t>
            </a:r>
            <a:r>
              <a:rPr lang="de-DE" sz="1600" kern="0" dirty="0">
                <a:ea typeface="Arial Unicode MS" pitchFamily="34" charset="-128"/>
                <a:cs typeface="Arial Unicode MS" pitchFamily="34" charset="-128"/>
              </a:rPr>
              <a:t> </a:t>
            </a:r>
            <a:r>
              <a:rPr lang="de-DE" sz="1600" kern="0" dirty="0" err="1">
                <a:ea typeface="Arial Unicode MS" pitchFamily="34" charset="-128"/>
                <a:cs typeface="Arial Unicode MS" pitchFamily="34" charset="-128"/>
              </a:rPr>
              <a:t>centrally</a:t>
            </a:r>
            <a:r>
              <a:rPr lang="de-DE" sz="1600" kern="0" dirty="0">
                <a:ea typeface="Arial Unicode MS" pitchFamily="34" charset="-128"/>
                <a:cs typeface="Arial Unicode MS" pitchFamily="34" charset="-128"/>
              </a:rPr>
              <a:t> in a so-</a:t>
            </a:r>
            <a:r>
              <a:rPr lang="de-DE" sz="1600" kern="0" dirty="0" err="1">
                <a:ea typeface="Arial Unicode MS" pitchFamily="34" charset="-128"/>
                <a:cs typeface="Arial Unicode MS" pitchFamily="34" charset="-128"/>
              </a:rPr>
              <a:t>called</a:t>
            </a:r>
            <a:r>
              <a:rPr lang="de-DE" sz="1600" kern="0" dirty="0">
                <a:ea typeface="Arial Unicode MS" pitchFamily="34" charset="-128"/>
                <a:cs typeface="Arial Unicode MS" pitchFamily="34" charset="-128"/>
              </a:rPr>
              <a:t> </a:t>
            </a:r>
            <a:r>
              <a:rPr lang="de-DE" sz="1600" kern="0" dirty="0" err="1">
                <a:ea typeface="Arial Unicode MS" pitchFamily="34" charset="-128"/>
                <a:cs typeface="Arial Unicode MS" pitchFamily="34" charset="-128"/>
              </a:rPr>
              <a:t>registry</a:t>
            </a:r>
            <a:endParaRPr lang="de-DE" sz="1600" kern="0" dirty="0">
              <a:ea typeface="Arial Unicode MS" pitchFamily="34" charset="-128"/>
              <a:cs typeface="Arial Unicode MS" pitchFamily="34" charset="-128"/>
            </a:endParaRPr>
          </a:p>
          <a:p>
            <a:pPr marL="285750" marR="0" indent="-285750" defTabSz="914400" eaLnBrk="1" fontAlgn="base" latinLnBrk="0" hangingPunct="1">
              <a:lnSpc>
                <a:spcPct val="100000"/>
              </a:lnSpc>
              <a:spcBef>
                <a:spcPct val="50000"/>
              </a:spcBef>
              <a:spcAft>
                <a:spcPct val="0"/>
              </a:spcAft>
              <a:buClr>
                <a:schemeClr val="tx1"/>
              </a:buClr>
              <a:buSzPct val="80000"/>
              <a:buFontTx/>
              <a:buChar char="-"/>
              <a:tabLst/>
            </a:pPr>
            <a:r>
              <a:rPr lang="de-DE" sz="1600" kern="0" dirty="0" err="1">
                <a:ea typeface="Arial Unicode MS" pitchFamily="34" charset="-128"/>
                <a:cs typeface="Arial Unicode MS" pitchFamily="34" charset="-128"/>
              </a:rPr>
              <a:t>Addressable</a:t>
            </a:r>
            <a:r>
              <a:rPr lang="de-DE" sz="1600" kern="0" dirty="0">
                <a:ea typeface="Arial Unicode MS" pitchFamily="34" charset="-128"/>
                <a:cs typeface="Arial Unicode MS" pitchFamily="34" charset="-128"/>
              </a:rPr>
              <a:t> via a „tag“ </a:t>
            </a:r>
            <a:r>
              <a:rPr lang="de-DE" sz="1600" kern="0" dirty="0" err="1">
                <a:ea typeface="Arial Unicode MS" pitchFamily="34" charset="-128"/>
                <a:cs typeface="Arial Unicode MS" pitchFamily="34" charset="-128"/>
              </a:rPr>
              <a:t>or</a:t>
            </a:r>
            <a:r>
              <a:rPr lang="de-DE" sz="1600" kern="0" dirty="0">
                <a:ea typeface="Arial Unicode MS" pitchFamily="34" charset="-128"/>
                <a:cs typeface="Arial Unicode MS" pitchFamily="34" charset="-128"/>
              </a:rPr>
              <a:t> sha256 </a:t>
            </a:r>
            <a:r>
              <a:rPr lang="de-DE" sz="1600" kern="0" dirty="0" err="1">
                <a:ea typeface="Arial Unicode MS" pitchFamily="34" charset="-128"/>
                <a:cs typeface="Arial Unicode MS" pitchFamily="34" charset="-128"/>
              </a:rPr>
              <a:t>digest</a:t>
            </a:r>
            <a:endParaRPr lang="de-DE" sz="1600" kern="0" dirty="0">
              <a:ea typeface="Arial Unicode MS" pitchFamily="34" charset="-128"/>
              <a:cs typeface="Arial Unicode MS" pitchFamily="34" charset="-128"/>
            </a:endParaRPr>
          </a:p>
        </p:txBody>
      </p:sp>
    </p:spTree>
    <p:extLst>
      <p:ext uri="{BB962C8B-B14F-4D97-AF65-F5344CB8AC3E}">
        <p14:creationId xmlns:p14="http://schemas.microsoft.com/office/powerpoint/2010/main" val="3866934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2"/>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0"/>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5"/>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41"/>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2"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2DE7798-65F5-3429-7921-1551166C47AC}"/>
              </a:ext>
            </a:extLst>
          </p:cNvPr>
          <p:cNvSpPr>
            <a:spLocks noGrp="1"/>
          </p:cNvSpPr>
          <p:nvPr>
            <p:ph type="title"/>
          </p:nvPr>
        </p:nvSpPr>
        <p:spPr/>
        <p:txBody>
          <a:bodyPr/>
          <a:lstStyle/>
          <a:p>
            <a:r>
              <a:rPr lang="de-DE" dirty="0" err="1"/>
              <a:t>Please</a:t>
            </a:r>
            <a:r>
              <a:rPr lang="de-DE" dirty="0"/>
              <a:t> type </a:t>
            </a:r>
            <a:r>
              <a:rPr lang="de-DE" dirty="0" err="1"/>
              <a:t>along</a:t>
            </a:r>
            <a:endParaRPr lang="de-DE" dirty="0"/>
          </a:p>
        </p:txBody>
      </p:sp>
      <p:sp>
        <p:nvSpPr>
          <p:cNvPr id="3" name="Textfeld 2">
            <a:extLst>
              <a:ext uri="{FF2B5EF4-FFF2-40B4-BE49-F238E27FC236}">
                <a16:creationId xmlns:a16="http://schemas.microsoft.com/office/drawing/2014/main" id="{3796437A-8539-847E-5ABD-D965AB464BBD}"/>
              </a:ext>
            </a:extLst>
          </p:cNvPr>
          <p:cNvSpPr txBox="1"/>
          <p:nvPr/>
        </p:nvSpPr>
        <p:spPr>
          <a:xfrm>
            <a:off x="504001" y="1282065"/>
            <a:ext cx="8667708" cy="1107996"/>
          </a:xfrm>
          <a:prstGeom prst="rect">
            <a:avLst/>
          </a:prstGeom>
          <a:noFill/>
        </p:spPr>
        <p:txBody>
          <a:bodyPr wrap="square" lIns="0" tIns="0" rIns="0" bIns="0" rtlCol="0" anchor="ctr">
            <a:spAutoFit/>
          </a:bodyPr>
          <a:lstStyle/>
          <a:p>
            <a:pPr fontAlgn="base">
              <a:spcBef>
                <a:spcPct val="50000"/>
              </a:spcBef>
              <a:spcAft>
                <a:spcPct val="0"/>
              </a:spcAft>
              <a:buClr>
                <a:srgbClr val="F0AB00"/>
              </a:buClr>
              <a:buSzPct val="80000"/>
            </a:pP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docker</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info</a:t>
            </a:r>
            <a:endParaRPr lang="de-DE" sz="1800" kern="0" dirty="0">
              <a:latin typeface="Courier New" panose="02070309020205020404" pitchFamily="49" charset="0"/>
              <a:ea typeface="Arial Unicode MS" pitchFamily="34" charset="-128"/>
              <a:cs typeface="Courier New" panose="02070309020205020404" pitchFamily="49" charset="0"/>
            </a:endParaRPr>
          </a:p>
          <a:p>
            <a:pPr fontAlgn="base">
              <a:spcBef>
                <a:spcPct val="50000"/>
              </a:spcBef>
              <a:spcAft>
                <a:spcPct val="0"/>
              </a:spcAft>
              <a:buClr>
                <a:srgbClr val="F0AB00"/>
              </a:buClr>
              <a:buSzPct val="80000"/>
            </a:pPr>
            <a:endParaRPr lang="de-DE" sz="1800" kern="0" dirty="0">
              <a:latin typeface="Courier New" panose="02070309020205020404" pitchFamily="49" charset="0"/>
              <a:ea typeface="Arial Unicode MS" pitchFamily="34" charset="-128"/>
              <a:cs typeface="Courier New" panose="02070309020205020404" pitchFamily="49" charset="0"/>
            </a:endParaRPr>
          </a:p>
          <a:p>
            <a:pPr fontAlgn="base">
              <a:spcBef>
                <a:spcPct val="50000"/>
              </a:spcBef>
              <a:spcAft>
                <a:spcPct val="0"/>
              </a:spcAft>
              <a:buClr>
                <a:srgbClr val="F0AB00"/>
              </a:buClr>
              <a:buSzPct val="80000"/>
            </a:pP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docker</a:t>
            </a:r>
            <a:r>
              <a:rPr lang="de-DE" sz="1800" kern="0" dirty="0">
                <a:latin typeface="Courier New" panose="02070309020205020404" pitchFamily="49" charset="0"/>
                <a:ea typeface="Arial Unicode MS" pitchFamily="34" charset="-128"/>
                <a:cs typeface="Courier New" panose="02070309020205020404" pitchFamily="49" charset="0"/>
              </a:rPr>
              <a:t> pull </a:t>
            </a:r>
            <a:r>
              <a:rPr lang="de-DE" sz="1800" kern="0" dirty="0" err="1">
                <a:latin typeface="Courier New" panose="02070309020205020404" pitchFamily="49" charset="0"/>
                <a:ea typeface="Arial Unicode MS" pitchFamily="34" charset="-128"/>
                <a:cs typeface="Courier New" panose="02070309020205020404" pitchFamily="49" charset="0"/>
              </a:rPr>
              <a:t>docker</a:t>
            </a:r>
            <a:r>
              <a:rPr lang="de-DE" sz="1800" kern="0" dirty="0">
                <a:latin typeface="Courier New" panose="02070309020205020404" pitchFamily="49" charset="0"/>
                <a:ea typeface="Arial Unicode MS" pitchFamily="34" charset="-128"/>
                <a:cs typeface="Courier New" panose="02070309020205020404" pitchFamily="49" charset="0"/>
              </a:rPr>
              <a:t>/</a:t>
            </a:r>
            <a:r>
              <a:rPr lang="de-DE" sz="1800" kern="0" dirty="0" err="1">
                <a:latin typeface="Courier New" panose="02070309020205020404" pitchFamily="49" charset="0"/>
                <a:ea typeface="Arial Unicode MS" pitchFamily="34" charset="-128"/>
                <a:cs typeface="Courier New" panose="02070309020205020404" pitchFamily="49" charset="0"/>
              </a:rPr>
              <a:t>whalesay</a:t>
            </a:r>
            <a:r>
              <a:rPr lang="de-DE" sz="1800" kern="0" dirty="0">
                <a:latin typeface="Courier New" panose="02070309020205020404" pitchFamily="49" charset="0"/>
                <a:ea typeface="Arial Unicode MS" pitchFamily="34" charset="-128"/>
                <a:cs typeface="Courier New" panose="02070309020205020404" pitchFamily="49" charset="0"/>
              </a:rPr>
              <a:t> </a:t>
            </a:r>
          </a:p>
        </p:txBody>
      </p:sp>
    </p:spTree>
    <p:extLst>
      <p:ext uri="{BB962C8B-B14F-4D97-AF65-F5344CB8AC3E}">
        <p14:creationId xmlns:p14="http://schemas.microsoft.com/office/powerpoint/2010/main" val="287583875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de-DE" dirty="0"/>
              <a:t>Container </a:t>
            </a:r>
            <a:r>
              <a:rPr lang="de-DE" dirty="0" err="1"/>
              <a:t>lifecycle</a:t>
            </a:r>
            <a:endParaRPr lang="de-DE" dirty="0"/>
          </a:p>
        </p:txBody>
      </p:sp>
      <p:sp>
        <p:nvSpPr>
          <p:cNvPr id="30" name="Rectangle 29">
            <a:extLst>
              <a:ext uri="{FF2B5EF4-FFF2-40B4-BE49-F238E27FC236}">
                <a16:creationId xmlns:a16="http://schemas.microsoft.com/office/drawing/2014/main" id="{73C33493-32A9-47D6-B0F1-D848EC53CD41}"/>
              </a:ext>
            </a:extLst>
          </p:cNvPr>
          <p:cNvSpPr/>
          <p:nvPr/>
        </p:nvSpPr>
        <p:spPr bwMode="gray">
          <a:xfrm>
            <a:off x="1503862" y="3590486"/>
            <a:ext cx="2913925" cy="322790"/>
          </a:xfrm>
          <a:prstGeom prst="rect">
            <a:avLst/>
          </a:prstGeom>
          <a:solidFill>
            <a:schemeClr val="accent4">
              <a:lumMod val="20000"/>
              <a:lumOff val="80000"/>
            </a:schemeClr>
          </a:solidFill>
          <a:ln>
            <a:headEnd/>
            <a:tailEnd/>
          </a:ln>
        </p:spPr>
        <p:style>
          <a:lnRef idx="2">
            <a:schemeClr val="accent4">
              <a:shade val="50000"/>
            </a:schemeClr>
          </a:lnRef>
          <a:fillRef idx="1">
            <a:schemeClr val="accent4"/>
          </a:fillRef>
          <a:effectRef idx="0">
            <a:schemeClr val="accent4"/>
          </a:effectRef>
          <a:fontRef idx="minor">
            <a:schemeClr val="lt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050" b="1" kern="0" dirty="0">
                <a:ln w="0"/>
                <a:solidFill>
                  <a:schemeClr val="tx1">
                    <a:lumMod val="85000"/>
                    <a:lumOff val="15000"/>
                  </a:schemeClr>
                </a:solidFill>
                <a:ea typeface="Arial Unicode MS" pitchFamily="34" charset="-128"/>
                <a:cs typeface="Arial Unicode MS" pitchFamily="34" charset="-128"/>
              </a:rPr>
              <a:t>Container exists</a:t>
            </a:r>
            <a:endParaRPr kumimoji="0" lang="en-US" sz="1050" b="1" u="none" strike="noStrike" kern="0" normalizeH="0" baseline="0" dirty="0">
              <a:ln w="0"/>
              <a:solidFill>
                <a:schemeClr val="tx1">
                  <a:lumMod val="85000"/>
                  <a:lumOff val="15000"/>
                </a:schemeClr>
              </a:solidFill>
              <a:uLnTx/>
              <a:uFillTx/>
              <a:ea typeface="Arial Unicode MS" pitchFamily="34" charset="-128"/>
              <a:cs typeface="Arial Unicode MS" pitchFamily="34" charset="-128"/>
            </a:endParaRPr>
          </a:p>
        </p:txBody>
      </p:sp>
      <p:grpSp>
        <p:nvGrpSpPr>
          <p:cNvPr id="9" name="Group 8">
            <a:extLst>
              <a:ext uri="{FF2B5EF4-FFF2-40B4-BE49-F238E27FC236}">
                <a16:creationId xmlns:a16="http://schemas.microsoft.com/office/drawing/2014/main" id="{6758F283-7E84-49F0-A77D-8F42AAD03BDC}"/>
              </a:ext>
            </a:extLst>
          </p:cNvPr>
          <p:cNvGrpSpPr/>
          <p:nvPr/>
        </p:nvGrpSpPr>
        <p:grpSpPr>
          <a:xfrm>
            <a:off x="904780" y="2935900"/>
            <a:ext cx="1898923" cy="307512"/>
            <a:chOff x="853924" y="3598589"/>
            <a:chExt cx="1898923" cy="307512"/>
          </a:xfrm>
        </p:grpSpPr>
        <p:sp>
          <p:nvSpPr>
            <p:cNvPr id="31" name="TextBox 30">
              <a:extLst>
                <a:ext uri="{FF2B5EF4-FFF2-40B4-BE49-F238E27FC236}">
                  <a16:creationId xmlns:a16="http://schemas.microsoft.com/office/drawing/2014/main" id="{7E5B70B1-B7DF-45CF-B9E9-B1889FB3284B}"/>
                </a:ext>
              </a:extLst>
            </p:cNvPr>
            <p:cNvSpPr txBox="1"/>
            <p:nvPr/>
          </p:nvSpPr>
          <p:spPr>
            <a:xfrm>
              <a:off x="1356631" y="3660012"/>
              <a:ext cx="1396216" cy="215444"/>
            </a:xfrm>
            <a:prstGeom prst="rect">
              <a:avLst/>
            </a:prstGeom>
            <a:solidFill>
              <a:schemeClr val="bg2">
                <a:lumMod val="20000"/>
                <a:lumOff val="80000"/>
              </a:schemeClr>
            </a:solidFill>
          </p:spPr>
          <p:txBody>
            <a:bodyPr wrap="none" lIns="0" tIns="0" rIns="0" bIns="0" rtlCol="0">
              <a:spAutoFit/>
            </a:bodyPr>
            <a:lstStyle/>
            <a:p>
              <a:pPr fontAlgn="base">
                <a:spcBef>
                  <a:spcPct val="50000"/>
                </a:spcBef>
                <a:spcAft>
                  <a:spcPct val="0"/>
                </a:spcAft>
                <a:buClr>
                  <a:srgbClr val="F0AB00"/>
                </a:buClr>
                <a:buSzPct val="80000"/>
              </a:pPr>
              <a:r>
                <a:rPr lang="de-DE" sz="1400" b="1" kern="0" dirty="0" err="1">
                  <a:latin typeface="Courier New" panose="02070309020205020404" pitchFamily="49" charset="0"/>
                  <a:ea typeface="Arial Unicode MS" pitchFamily="34" charset="-128"/>
                  <a:cs typeface="Courier New" panose="02070309020205020404" pitchFamily="49" charset="0"/>
                </a:rPr>
                <a:t>docker</a:t>
              </a:r>
              <a:r>
                <a:rPr lang="de-DE" sz="1400" b="1" kern="0" dirty="0">
                  <a:latin typeface="Courier New" panose="02070309020205020404" pitchFamily="49" charset="0"/>
                  <a:ea typeface="Arial Unicode MS" pitchFamily="34" charset="-128"/>
                  <a:cs typeface="Courier New" panose="02070309020205020404" pitchFamily="49" charset="0"/>
                </a:rPr>
                <a:t> </a:t>
              </a:r>
              <a:r>
                <a:rPr lang="de-DE" sz="1400" b="1" kern="0" dirty="0" err="1">
                  <a:latin typeface="Courier New" panose="02070309020205020404" pitchFamily="49" charset="0"/>
                  <a:ea typeface="Arial Unicode MS" pitchFamily="34" charset="-128"/>
                  <a:cs typeface="Courier New" panose="02070309020205020404" pitchFamily="49" charset="0"/>
                </a:rPr>
                <a:t>create</a:t>
              </a:r>
              <a:endParaRPr lang="de-DE" sz="1400" b="1" kern="0" dirty="0">
                <a:latin typeface="Courier New" panose="02070309020205020404" pitchFamily="49" charset="0"/>
                <a:ea typeface="Arial Unicode MS" pitchFamily="34" charset="-128"/>
                <a:cs typeface="Courier New" panose="02070309020205020404" pitchFamily="49" charset="0"/>
              </a:endParaRPr>
            </a:p>
          </p:txBody>
        </p:sp>
        <p:pic>
          <p:nvPicPr>
            <p:cNvPr id="32" name="Picture 31">
              <a:extLst>
                <a:ext uri="{FF2B5EF4-FFF2-40B4-BE49-F238E27FC236}">
                  <a16:creationId xmlns:a16="http://schemas.microsoft.com/office/drawing/2014/main" id="{BDCCEBF0-605B-448E-93FA-152B04645F4D}"/>
                </a:ext>
              </a:extLst>
            </p:cNvPr>
            <p:cNvPicPr>
              <a:picLocks noChangeAspect="1"/>
            </p:cNvPicPr>
            <p:nvPr/>
          </p:nvPicPr>
          <p:blipFill>
            <a:blip r:embed="rId3"/>
            <a:stretch>
              <a:fillRect/>
            </a:stretch>
          </p:blipFill>
          <p:spPr>
            <a:xfrm>
              <a:off x="853924" y="3598589"/>
              <a:ext cx="410853" cy="307512"/>
            </a:xfrm>
            <a:prstGeom prst="rect">
              <a:avLst/>
            </a:prstGeom>
          </p:spPr>
        </p:pic>
      </p:grpSp>
      <p:cxnSp>
        <p:nvCxnSpPr>
          <p:cNvPr id="33" name="Straight Arrow Connector 32">
            <a:extLst>
              <a:ext uri="{FF2B5EF4-FFF2-40B4-BE49-F238E27FC236}">
                <a16:creationId xmlns:a16="http://schemas.microsoft.com/office/drawing/2014/main" id="{2A033D17-6ADD-4C01-8E00-ADA80BEA9F63}"/>
              </a:ext>
            </a:extLst>
          </p:cNvPr>
          <p:cNvCxnSpPr>
            <a:cxnSpLocks/>
            <a:endCxn id="30" idx="0"/>
          </p:cNvCxnSpPr>
          <p:nvPr/>
        </p:nvCxnSpPr>
        <p:spPr>
          <a:xfrm>
            <a:off x="2960825" y="2721442"/>
            <a:ext cx="0" cy="869044"/>
          </a:xfrm>
          <a:prstGeom prst="straightConnector1">
            <a:avLst/>
          </a:prstGeom>
          <a:ln w="57150">
            <a:solidFill>
              <a:schemeClr val="bg2"/>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nvGrpSpPr>
          <p:cNvPr id="36" name="Group 35">
            <a:extLst>
              <a:ext uri="{FF2B5EF4-FFF2-40B4-BE49-F238E27FC236}">
                <a16:creationId xmlns:a16="http://schemas.microsoft.com/office/drawing/2014/main" id="{6311455A-B7C6-4A3D-BDB4-53D40970A335}"/>
              </a:ext>
            </a:extLst>
          </p:cNvPr>
          <p:cNvGrpSpPr/>
          <p:nvPr/>
        </p:nvGrpSpPr>
        <p:grpSpPr>
          <a:xfrm>
            <a:off x="5144849" y="3388419"/>
            <a:ext cx="1791521" cy="307512"/>
            <a:chOff x="853924" y="3598589"/>
            <a:chExt cx="1791521" cy="307512"/>
          </a:xfrm>
        </p:grpSpPr>
        <p:sp>
          <p:nvSpPr>
            <p:cNvPr id="37" name="TextBox 36">
              <a:extLst>
                <a:ext uri="{FF2B5EF4-FFF2-40B4-BE49-F238E27FC236}">
                  <a16:creationId xmlns:a16="http://schemas.microsoft.com/office/drawing/2014/main" id="{6AC3430A-5D6C-4A4D-9AC1-7E57218BB7E2}"/>
                </a:ext>
              </a:extLst>
            </p:cNvPr>
            <p:cNvSpPr txBox="1"/>
            <p:nvPr/>
          </p:nvSpPr>
          <p:spPr>
            <a:xfrm>
              <a:off x="1356631" y="3660012"/>
              <a:ext cx="1288814" cy="215444"/>
            </a:xfrm>
            <a:prstGeom prst="rect">
              <a:avLst/>
            </a:prstGeom>
            <a:solidFill>
              <a:schemeClr val="bg2">
                <a:lumMod val="20000"/>
                <a:lumOff val="80000"/>
              </a:schemeClr>
            </a:solidFill>
          </p:spPr>
          <p:txBody>
            <a:bodyPr wrap="none" lIns="0" tIns="0" rIns="0" bIns="0" rtlCol="0">
              <a:spAutoFit/>
            </a:bodyPr>
            <a:lstStyle/>
            <a:p>
              <a:pPr fontAlgn="base">
                <a:spcBef>
                  <a:spcPct val="50000"/>
                </a:spcBef>
                <a:spcAft>
                  <a:spcPct val="0"/>
                </a:spcAft>
                <a:buClr>
                  <a:srgbClr val="F0AB00"/>
                </a:buClr>
                <a:buSzPct val="80000"/>
              </a:pPr>
              <a:r>
                <a:rPr lang="de-DE" sz="1400" b="1" kern="0" dirty="0" err="1">
                  <a:latin typeface="Courier New" panose="02070309020205020404" pitchFamily="49" charset="0"/>
                  <a:ea typeface="Arial Unicode MS" pitchFamily="34" charset="-128"/>
                  <a:cs typeface="Courier New" panose="02070309020205020404" pitchFamily="49" charset="0"/>
                </a:rPr>
                <a:t>docker</a:t>
              </a:r>
              <a:r>
                <a:rPr lang="de-DE" sz="1400" b="1" kern="0" dirty="0">
                  <a:latin typeface="Courier New" panose="02070309020205020404" pitchFamily="49" charset="0"/>
                  <a:ea typeface="Arial Unicode MS" pitchFamily="34" charset="-128"/>
                  <a:cs typeface="Courier New" panose="02070309020205020404" pitchFamily="49" charset="0"/>
                </a:rPr>
                <a:t> </a:t>
              </a:r>
              <a:r>
                <a:rPr lang="de-DE" sz="1400" b="1" kern="0" dirty="0" err="1">
                  <a:latin typeface="Courier New" panose="02070309020205020404" pitchFamily="49" charset="0"/>
                  <a:ea typeface="Arial Unicode MS" pitchFamily="34" charset="-128"/>
                  <a:cs typeface="Courier New" panose="02070309020205020404" pitchFamily="49" charset="0"/>
                </a:rPr>
                <a:t>start</a:t>
              </a:r>
              <a:endParaRPr lang="de-DE" sz="1400" b="1" kern="0" dirty="0">
                <a:latin typeface="Courier New" panose="02070309020205020404" pitchFamily="49" charset="0"/>
                <a:ea typeface="Arial Unicode MS" pitchFamily="34" charset="-128"/>
                <a:cs typeface="Courier New" panose="02070309020205020404" pitchFamily="49" charset="0"/>
              </a:endParaRPr>
            </a:p>
          </p:txBody>
        </p:sp>
        <p:pic>
          <p:nvPicPr>
            <p:cNvPr id="38" name="Picture 37">
              <a:extLst>
                <a:ext uri="{FF2B5EF4-FFF2-40B4-BE49-F238E27FC236}">
                  <a16:creationId xmlns:a16="http://schemas.microsoft.com/office/drawing/2014/main" id="{23BC174D-EC93-40FA-B53E-BFEE70175ADF}"/>
                </a:ext>
              </a:extLst>
            </p:cNvPr>
            <p:cNvPicPr>
              <a:picLocks noChangeAspect="1"/>
            </p:cNvPicPr>
            <p:nvPr/>
          </p:nvPicPr>
          <p:blipFill>
            <a:blip r:embed="rId3"/>
            <a:stretch>
              <a:fillRect/>
            </a:stretch>
          </p:blipFill>
          <p:spPr>
            <a:xfrm>
              <a:off x="853924" y="3598589"/>
              <a:ext cx="410853" cy="307512"/>
            </a:xfrm>
            <a:prstGeom prst="rect">
              <a:avLst/>
            </a:prstGeom>
          </p:spPr>
        </p:pic>
      </p:grpSp>
      <p:cxnSp>
        <p:nvCxnSpPr>
          <p:cNvPr id="39" name="Straight Arrow Connector 38">
            <a:extLst>
              <a:ext uri="{FF2B5EF4-FFF2-40B4-BE49-F238E27FC236}">
                <a16:creationId xmlns:a16="http://schemas.microsoft.com/office/drawing/2014/main" id="{CF34BABA-4BA0-42EC-8170-345137E0771B}"/>
              </a:ext>
            </a:extLst>
          </p:cNvPr>
          <p:cNvCxnSpPr>
            <a:cxnSpLocks/>
            <a:stCxn id="30" idx="3"/>
            <a:endCxn id="35" idx="1"/>
          </p:cNvCxnSpPr>
          <p:nvPr/>
        </p:nvCxnSpPr>
        <p:spPr>
          <a:xfrm flipV="1">
            <a:off x="4417787" y="3749954"/>
            <a:ext cx="3345894" cy="1927"/>
          </a:xfrm>
          <a:prstGeom prst="straightConnector1">
            <a:avLst/>
          </a:prstGeom>
          <a:ln w="57150">
            <a:solidFill>
              <a:schemeClr val="bg2"/>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64" name="Straight Arrow Connector 63">
            <a:extLst>
              <a:ext uri="{FF2B5EF4-FFF2-40B4-BE49-F238E27FC236}">
                <a16:creationId xmlns:a16="http://schemas.microsoft.com/office/drawing/2014/main" id="{F8103F85-12DC-4BDF-833D-548190F6C0EF}"/>
              </a:ext>
            </a:extLst>
          </p:cNvPr>
          <p:cNvCxnSpPr>
            <a:cxnSpLocks/>
            <a:stCxn id="35" idx="2"/>
            <a:endCxn id="77" idx="0"/>
          </p:cNvCxnSpPr>
          <p:nvPr/>
        </p:nvCxnSpPr>
        <p:spPr>
          <a:xfrm>
            <a:off x="9210245" y="3909422"/>
            <a:ext cx="0" cy="1531101"/>
          </a:xfrm>
          <a:prstGeom prst="straightConnector1">
            <a:avLst/>
          </a:prstGeom>
          <a:ln w="57150">
            <a:solidFill>
              <a:schemeClr val="bg2"/>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nvGrpSpPr>
          <p:cNvPr id="69" name="Group 68">
            <a:extLst>
              <a:ext uri="{FF2B5EF4-FFF2-40B4-BE49-F238E27FC236}">
                <a16:creationId xmlns:a16="http://schemas.microsoft.com/office/drawing/2014/main" id="{A31FADFA-1719-40C0-B377-C4E9665BFF18}"/>
              </a:ext>
            </a:extLst>
          </p:cNvPr>
          <p:cNvGrpSpPr/>
          <p:nvPr/>
        </p:nvGrpSpPr>
        <p:grpSpPr>
          <a:xfrm>
            <a:off x="9477123" y="4476115"/>
            <a:ext cx="1684121" cy="307512"/>
            <a:chOff x="853924" y="3598589"/>
            <a:chExt cx="1684121" cy="307512"/>
          </a:xfrm>
        </p:grpSpPr>
        <p:sp>
          <p:nvSpPr>
            <p:cNvPr id="70" name="TextBox 69">
              <a:extLst>
                <a:ext uri="{FF2B5EF4-FFF2-40B4-BE49-F238E27FC236}">
                  <a16:creationId xmlns:a16="http://schemas.microsoft.com/office/drawing/2014/main" id="{75DD4279-15ED-4461-B6B4-EF4309F73AD9}"/>
                </a:ext>
              </a:extLst>
            </p:cNvPr>
            <p:cNvSpPr txBox="1"/>
            <p:nvPr/>
          </p:nvSpPr>
          <p:spPr>
            <a:xfrm>
              <a:off x="1356631" y="3660012"/>
              <a:ext cx="1181414" cy="215444"/>
            </a:xfrm>
            <a:prstGeom prst="rect">
              <a:avLst/>
            </a:prstGeom>
            <a:solidFill>
              <a:schemeClr val="bg2">
                <a:lumMod val="20000"/>
                <a:lumOff val="80000"/>
              </a:schemeClr>
            </a:solidFill>
          </p:spPr>
          <p:txBody>
            <a:bodyPr wrap="none" lIns="0" tIns="0" rIns="0" bIns="0" rtlCol="0">
              <a:spAutoFit/>
            </a:bodyPr>
            <a:lstStyle/>
            <a:p>
              <a:pPr fontAlgn="base">
                <a:spcBef>
                  <a:spcPct val="50000"/>
                </a:spcBef>
                <a:spcAft>
                  <a:spcPct val="0"/>
                </a:spcAft>
                <a:buClr>
                  <a:srgbClr val="F0AB00"/>
                </a:buClr>
                <a:buSzPct val="80000"/>
              </a:pPr>
              <a:r>
                <a:rPr lang="de-DE" sz="1400" b="1" kern="0" dirty="0" err="1">
                  <a:latin typeface="Courier New" panose="02070309020205020404" pitchFamily="49" charset="0"/>
                  <a:ea typeface="Arial Unicode MS" pitchFamily="34" charset="-128"/>
                  <a:cs typeface="Courier New" panose="02070309020205020404" pitchFamily="49" charset="0"/>
                </a:rPr>
                <a:t>docker</a:t>
              </a:r>
              <a:r>
                <a:rPr lang="de-DE" sz="1400" b="1" kern="0" dirty="0">
                  <a:latin typeface="Courier New" panose="02070309020205020404" pitchFamily="49" charset="0"/>
                  <a:ea typeface="Arial Unicode MS" pitchFamily="34" charset="-128"/>
                  <a:cs typeface="Courier New" panose="02070309020205020404" pitchFamily="49" charset="0"/>
                </a:rPr>
                <a:t> </a:t>
              </a:r>
              <a:r>
                <a:rPr lang="de-DE" sz="1400" b="1" kern="0" dirty="0" err="1">
                  <a:latin typeface="Courier New" panose="02070309020205020404" pitchFamily="49" charset="0"/>
                  <a:ea typeface="Arial Unicode MS" pitchFamily="34" charset="-128"/>
                  <a:cs typeface="Courier New" panose="02070309020205020404" pitchFamily="49" charset="0"/>
                </a:rPr>
                <a:t>stop</a:t>
              </a:r>
              <a:endParaRPr lang="de-DE" sz="1400" b="1" kern="0" dirty="0">
                <a:latin typeface="Courier New" panose="02070309020205020404" pitchFamily="49" charset="0"/>
                <a:ea typeface="Arial Unicode MS" pitchFamily="34" charset="-128"/>
                <a:cs typeface="Courier New" panose="02070309020205020404" pitchFamily="49" charset="0"/>
              </a:endParaRPr>
            </a:p>
          </p:txBody>
        </p:sp>
        <p:pic>
          <p:nvPicPr>
            <p:cNvPr id="71" name="Picture 70">
              <a:extLst>
                <a:ext uri="{FF2B5EF4-FFF2-40B4-BE49-F238E27FC236}">
                  <a16:creationId xmlns:a16="http://schemas.microsoft.com/office/drawing/2014/main" id="{34DD894D-3BD4-483B-8E8F-64E7571630AE}"/>
                </a:ext>
              </a:extLst>
            </p:cNvPr>
            <p:cNvPicPr>
              <a:picLocks noChangeAspect="1"/>
            </p:cNvPicPr>
            <p:nvPr/>
          </p:nvPicPr>
          <p:blipFill>
            <a:blip r:embed="rId3"/>
            <a:stretch>
              <a:fillRect/>
            </a:stretch>
          </p:blipFill>
          <p:spPr>
            <a:xfrm>
              <a:off x="853924" y="3598589"/>
              <a:ext cx="410853" cy="307512"/>
            </a:xfrm>
            <a:prstGeom prst="rect">
              <a:avLst/>
            </a:prstGeom>
          </p:spPr>
        </p:pic>
      </p:grpSp>
      <p:sp>
        <p:nvSpPr>
          <p:cNvPr id="77" name="Rectangle 76">
            <a:extLst>
              <a:ext uri="{FF2B5EF4-FFF2-40B4-BE49-F238E27FC236}">
                <a16:creationId xmlns:a16="http://schemas.microsoft.com/office/drawing/2014/main" id="{AD16D3A0-0893-4C91-A142-12BE900A90B7}"/>
              </a:ext>
            </a:extLst>
          </p:cNvPr>
          <p:cNvSpPr/>
          <p:nvPr/>
        </p:nvSpPr>
        <p:spPr bwMode="gray">
          <a:xfrm>
            <a:off x="7763681" y="5440523"/>
            <a:ext cx="2893127" cy="318936"/>
          </a:xfrm>
          <a:prstGeom prst="rect">
            <a:avLst/>
          </a:prstGeom>
          <a:solidFill>
            <a:srgbClr val="C00000"/>
          </a:solidFill>
          <a:ln>
            <a:headEnd/>
            <a:tailEnd/>
          </a:ln>
        </p:spPr>
        <p:style>
          <a:lnRef idx="2">
            <a:schemeClr val="accent4">
              <a:shade val="50000"/>
            </a:schemeClr>
          </a:lnRef>
          <a:fillRef idx="1">
            <a:schemeClr val="accent4"/>
          </a:fillRef>
          <a:effectRef idx="0">
            <a:schemeClr val="accent4"/>
          </a:effectRef>
          <a:fontRef idx="minor">
            <a:schemeClr val="lt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050" b="1" kern="0" dirty="0">
                <a:ln w="0"/>
                <a:solidFill>
                  <a:schemeClr val="tx1">
                    <a:lumMod val="85000"/>
                    <a:lumOff val="15000"/>
                  </a:schemeClr>
                </a:solidFill>
                <a:ea typeface="Arial Unicode MS" pitchFamily="34" charset="-128"/>
                <a:cs typeface="Arial Unicode MS" pitchFamily="34" charset="-128"/>
              </a:rPr>
              <a:t>Container still exists</a:t>
            </a:r>
            <a:endParaRPr kumimoji="0" lang="en-US" sz="1050" b="1" u="none" strike="noStrike" kern="0" normalizeH="0" baseline="0" dirty="0">
              <a:ln w="0"/>
              <a:solidFill>
                <a:schemeClr val="tx1">
                  <a:lumMod val="85000"/>
                  <a:lumOff val="15000"/>
                </a:schemeClr>
              </a:solidFill>
              <a:uLnTx/>
              <a:uFillTx/>
              <a:ea typeface="Arial Unicode MS" pitchFamily="34" charset="-128"/>
              <a:cs typeface="Arial Unicode MS" pitchFamily="34" charset="-128"/>
            </a:endParaRPr>
          </a:p>
        </p:txBody>
      </p:sp>
      <p:grpSp>
        <p:nvGrpSpPr>
          <p:cNvPr id="81" name="Group 80">
            <a:extLst>
              <a:ext uri="{FF2B5EF4-FFF2-40B4-BE49-F238E27FC236}">
                <a16:creationId xmlns:a16="http://schemas.microsoft.com/office/drawing/2014/main" id="{6ADD1F4C-8F5E-49BE-8938-3BFE42F391A2}"/>
              </a:ext>
            </a:extLst>
          </p:cNvPr>
          <p:cNvGrpSpPr/>
          <p:nvPr/>
        </p:nvGrpSpPr>
        <p:grpSpPr>
          <a:xfrm>
            <a:off x="7097100" y="4463426"/>
            <a:ext cx="1791521" cy="307512"/>
            <a:chOff x="853924" y="3598589"/>
            <a:chExt cx="1791521" cy="307512"/>
          </a:xfrm>
        </p:grpSpPr>
        <p:sp>
          <p:nvSpPr>
            <p:cNvPr id="82" name="TextBox 81">
              <a:extLst>
                <a:ext uri="{FF2B5EF4-FFF2-40B4-BE49-F238E27FC236}">
                  <a16:creationId xmlns:a16="http://schemas.microsoft.com/office/drawing/2014/main" id="{C6F5D3F3-3992-4F98-92B9-BC2E17193F10}"/>
                </a:ext>
              </a:extLst>
            </p:cNvPr>
            <p:cNvSpPr txBox="1"/>
            <p:nvPr/>
          </p:nvSpPr>
          <p:spPr>
            <a:xfrm>
              <a:off x="1356631" y="3660012"/>
              <a:ext cx="1288814" cy="215444"/>
            </a:xfrm>
            <a:prstGeom prst="rect">
              <a:avLst/>
            </a:prstGeom>
            <a:solidFill>
              <a:schemeClr val="bg2">
                <a:lumMod val="20000"/>
                <a:lumOff val="80000"/>
              </a:schemeClr>
            </a:solidFill>
          </p:spPr>
          <p:txBody>
            <a:bodyPr wrap="none" lIns="0" tIns="0" rIns="0" bIns="0" rtlCol="0">
              <a:spAutoFit/>
            </a:bodyPr>
            <a:lstStyle/>
            <a:p>
              <a:pPr fontAlgn="base">
                <a:spcBef>
                  <a:spcPct val="50000"/>
                </a:spcBef>
                <a:spcAft>
                  <a:spcPct val="0"/>
                </a:spcAft>
                <a:buClr>
                  <a:srgbClr val="F0AB00"/>
                </a:buClr>
                <a:buSzPct val="80000"/>
              </a:pPr>
              <a:r>
                <a:rPr lang="de-DE" sz="1400" b="1" kern="0" dirty="0" err="1">
                  <a:latin typeface="Courier New" panose="02070309020205020404" pitchFamily="49" charset="0"/>
                  <a:ea typeface="Arial Unicode MS" pitchFamily="34" charset="-128"/>
                  <a:cs typeface="Courier New" panose="02070309020205020404" pitchFamily="49" charset="0"/>
                </a:rPr>
                <a:t>docker</a:t>
              </a:r>
              <a:r>
                <a:rPr lang="de-DE" sz="1400" b="1" kern="0" dirty="0">
                  <a:latin typeface="Courier New" panose="02070309020205020404" pitchFamily="49" charset="0"/>
                  <a:ea typeface="Arial Unicode MS" pitchFamily="34" charset="-128"/>
                  <a:cs typeface="Courier New" panose="02070309020205020404" pitchFamily="49" charset="0"/>
                </a:rPr>
                <a:t> </a:t>
              </a:r>
              <a:r>
                <a:rPr lang="de-DE" sz="1400" b="1" kern="0" dirty="0" err="1">
                  <a:latin typeface="Courier New" panose="02070309020205020404" pitchFamily="49" charset="0"/>
                  <a:ea typeface="Arial Unicode MS" pitchFamily="34" charset="-128"/>
                  <a:cs typeface="Courier New" panose="02070309020205020404" pitchFamily="49" charset="0"/>
                </a:rPr>
                <a:t>start</a:t>
              </a:r>
              <a:endParaRPr lang="de-DE" sz="1400" b="1" kern="0" dirty="0">
                <a:latin typeface="Courier New" panose="02070309020205020404" pitchFamily="49" charset="0"/>
                <a:ea typeface="Arial Unicode MS" pitchFamily="34" charset="-128"/>
                <a:cs typeface="Courier New" panose="02070309020205020404" pitchFamily="49" charset="0"/>
              </a:endParaRPr>
            </a:p>
          </p:txBody>
        </p:sp>
        <p:pic>
          <p:nvPicPr>
            <p:cNvPr id="83" name="Picture 82">
              <a:extLst>
                <a:ext uri="{FF2B5EF4-FFF2-40B4-BE49-F238E27FC236}">
                  <a16:creationId xmlns:a16="http://schemas.microsoft.com/office/drawing/2014/main" id="{2A7619DA-9228-442C-BEFB-DFD8C4578570}"/>
                </a:ext>
              </a:extLst>
            </p:cNvPr>
            <p:cNvPicPr>
              <a:picLocks noChangeAspect="1"/>
            </p:cNvPicPr>
            <p:nvPr/>
          </p:nvPicPr>
          <p:blipFill>
            <a:blip r:embed="rId3"/>
            <a:stretch>
              <a:fillRect/>
            </a:stretch>
          </p:blipFill>
          <p:spPr>
            <a:xfrm>
              <a:off x="853924" y="3598589"/>
              <a:ext cx="410853" cy="307512"/>
            </a:xfrm>
            <a:prstGeom prst="rect">
              <a:avLst/>
            </a:prstGeom>
          </p:spPr>
        </p:pic>
      </p:grpSp>
      <p:cxnSp>
        <p:nvCxnSpPr>
          <p:cNvPr id="84" name="Straight Arrow Connector 83">
            <a:extLst>
              <a:ext uri="{FF2B5EF4-FFF2-40B4-BE49-F238E27FC236}">
                <a16:creationId xmlns:a16="http://schemas.microsoft.com/office/drawing/2014/main" id="{E771766C-56DD-44F2-A3B3-F25BF65D6209}"/>
              </a:ext>
            </a:extLst>
          </p:cNvPr>
          <p:cNvCxnSpPr>
            <a:cxnSpLocks/>
          </p:cNvCxnSpPr>
          <p:nvPr/>
        </p:nvCxnSpPr>
        <p:spPr>
          <a:xfrm flipV="1">
            <a:off x="9041432" y="3909422"/>
            <a:ext cx="0" cy="1519580"/>
          </a:xfrm>
          <a:prstGeom prst="straightConnector1">
            <a:avLst/>
          </a:prstGeom>
          <a:ln w="57150">
            <a:solidFill>
              <a:schemeClr val="bg2"/>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87" name="Rectangle 86">
            <a:extLst>
              <a:ext uri="{FF2B5EF4-FFF2-40B4-BE49-F238E27FC236}">
                <a16:creationId xmlns:a16="http://schemas.microsoft.com/office/drawing/2014/main" id="{6577650D-C412-4CFC-9B83-C5E26687CAFF}"/>
              </a:ext>
            </a:extLst>
          </p:cNvPr>
          <p:cNvSpPr/>
          <p:nvPr/>
        </p:nvSpPr>
        <p:spPr bwMode="gray">
          <a:xfrm>
            <a:off x="1503862" y="5440523"/>
            <a:ext cx="2893127" cy="318936"/>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defTabSz="914400" fontAlgn="base">
              <a:spcBef>
                <a:spcPct val="50000"/>
              </a:spcBef>
              <a:spcAft>
                <a:spcPct val="0"/>
              </a:spcAft>
              <a:buClr>
                <a:srgbClr val="F0AB00"/>
              </a:buClr>
              <a:buSzPct val="80000"/>
            </a:pPr>
            <a:r>
              <a:rPr kumimoji="0" lang="en-US" sz="1050" b="1" u="none" strike="noStrike" kern="0" normalizeH="0" baseline="0" dirty="0">
                <a:ln w="0"/>
                <a:solidFill>
                  <a:schemeClr val="tx1">
                    <a:lumMod val="85000"/>
                    <a:lumOff val="15000"/>
                  </a:schemeClr>
                </a:solidFill>
                <a:uLnTx/>
                <a:uFillTx/>
                <a:ea typeface="Arial Unicode MS" pitchFamily="34" charset="-128"/>
                <a:cs typeface="Arial Unicode MS" pitchFamily="34" charset="-128"/>
              </a:rPr>
              <a:t>Everything is gone</a:t>
            </a:r>
          </a:p>
        </p:txBody>
      </p:sp>
      <p:sp>
        <p:nvSpPr>
          <p:cNvPr id="88" name="Multiplication Sign 87">
            <a:extLst>
              <a:ext uri="{FF2B5EF4-FFF2-40B4-BE49-F238E27FC236}">
                <a16:creationId xmlns:a16="http://schemas.microsoft.com/office/drawing/2014/main" id="{12D4D4F1-26ED-4D92-AD8D-4B5FCDF2A6DE}"/>
              </a:ext>
            </a:extLst>
          </p:cNvPr>
          <p:cNvSpPr/>
          <p:nvPr/>
        </p:nvSpPr>
        <p:spPr bwMode="gray">
          <a:xfrm>
            <a:off x="2440733" y="4890690"/>
            <a:ext cx="2076628" cy="1418601"/>
          </a:xfrm>
          <a:prstGeom prst="mathMultiply">
            <a:avLst>
              <a:gd name="adj1" fmla="val 19772"/>
            </a:avLst>
          </a:prstGeom>
          <a:solidFill>
            <a:srgbClr val="C00000"/>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grpSp>
        <p:nvGrpSpPr>
          <p:cNvPr id="89" name="Group 88">
            <a:extLst>
              <a:ext uri="{FF2B5EF4-FFF2-40B4-BE49-F238E27FC236}">
                <a16:creationId xmlns:a16="http://schemas.microsoft.com/office/drawing/2014/main" id="{0539C04C-8743-41B9-ABB3-F9CB0D01F13A}"/>
              </a:ext>
            </a:extLst>
          </p:cNvPr>
          <p:cNvGrpSpPr/>
          <p:nvPr/>
        </p:nvGrpSpPr>
        <p:grpSpPr>
          <a:xfrm>
            <a:off x="5141550" y="5187993"/>
            <a:ext cx="1469318" cy="307512"/>
            <a:chOff x="853924" y="3598589"/>
            <a:chExt cx="1469318" cy="307512"/>
          </a:xfrm>
        </p:grpSpPr>
        <p:sp>
          <p:nvSpPr>
            <p:cNvPr id="90" name="TextBox 89">
              <a:extLst>
                <a:ext uri="{FF2B5EF4-FFF2-40B4-BE49-F238E27FC236}">
                  <a16:creationId xmlns:a16="http://schemas.microsoft.com/office/drawing/2014/main" id="{EAA63DD8-8D69-4546-9D27-1967C2B7B7A1}"/>
                </a:ext>
              </a:extLst>
            </p:cNvPr>
            <p:cNvSpPr txBox="1"/>
            <p:nvPr/>
          </p:nvSpPr>
          <p:spPr>
            <a:xfrm>
              <a:off x="1356631" y="3660012"/>
              <a:ext cx="966611" cy="215444"/>
            </a:xfrm>
            <a:prstGeom prst="rect">
              <a:avLst/>
            </a:prstGeom>
            <a:solidFill>
              <a:schemeClr val="bg2">
                <a:lumMod val="20000"/>
                <a:lumOff val="80000"/>
              </a:schemeClr>
            </a:solidFill>
          </p:spPr>
          <p:txBody>
            <a:bodyPr wrap="none" lIns="0" tIns="0" rIns="0" bIns="0" rtlCol="0">
              <a:spAutoFit/>
            </a:bodyPr>
            <a:lstStyle/>
            <a:p>
              <a:pPr fontAlgn="base">
                <a:spcBef>
                  <a:spcPct val="50000"/>
                </a:spcBef>
                <a:spcAft>
                  <a:spcPct val="0"/>
                </a:spcAft>
                <a:buClr>
                  <a:srgbClr val="F0AB00"/>
                </a:buClr>
                <a:buSzPct val="80000"/>
              </a:pPr>
              <a:r>
                <a:rPr lang="de-DE" sz="1400" b="1" kern="0" dirty="0" err="1">
                  <a:latin typeface="Courier New" panose="02070309020205020404" pitchFamily="49" charset="0"/>
                  <a:ea typeface="Arial Unicode MS" pitchFamily="34" charset="-128"/>
                  <a:cs typeface="Courier New" panose="02070309020205020404" pitchFamily="49" charset="0"/>
                </a:rPr>
                <a:t>docker</a:t>
              </a:r>
              <a:r>
                <a:rPr lang="de-DE" sz="1400" b="1" kern="0" dirty="0">
                  <a:latin typeface="Courier New" panose="02070309020205020404" pitchFamily="49" charset="0"/>
                  <a:ea typeface="Arial Unicode MS" pitchFamily="34" charset="-128"/>
                  <a:cs typeface="Courier New" panose="02070309020205020404" pitchFamily="49" charset="0"/>
                </a:rPr>
                <a:t> </a:t>
              </a:r>
              <a:r>
                <a:rPr lang="de-DE" sz="1400" b="1" kern="0" dirty="0" err="1">
                  <a:latin typeface="Courier New" panose="02070309020205020404" pitchFamily="49" charset="0"/>
                  <a:ea typeface="Arial Unicode MS" pitchFamily="34" charset="-128"/>
                  <a:cs typeface="Courier New" panose="02070309020205020404" pitchFamily="49" charset="0"/>
                </a:rPr>
                <a:t>rm</a:t>
              </a:r>
              <a:endParaRPr lang="de-DE" sz="1400" b="1" kern="0" dirty="0">
                <a:latin typeface="Courier New" panose="02070309020205020404" pitchFamily="49" charset="0"/>
                <a:ea typeface="Arial Unicode MS" pitchFamily="34" charset="-128"/>
                <a:cs typeface="Courier New" panose="02070309020205020404" pitchFamily="49" charset="0"/>
              </a:endParaRPr>
            </a:p>
          </p:txBody>
        </p:sp>
        <p:pic>
          <p:nvPicPr>
            <p:cNvPr id="91" name="Picture 90">
              <a:extLst>
                <a:ext uri="{FF2B5EF4-FFF2-40B4-BE49-F238E27FC236}">
                  <a16:creationId xmlns:a16="http://schemas.microsoft.com/office/drawing/2014/main" id="{F1F6CA4F-0C43-4AD3-9A79-CB5AFE28CB7B}"/>
                </a:ext>
              </a:extLst>
            </p:cNvPr>
            <p:cNvPicPr>
              <a:picLocks noChangeAspect="1"/>
            </p:cNvPicPr>
            <p:nvPr/>
          </p:nvPicPr>
          <p:blipFill>
            <a:blip r:embed="rId3"/>
            <a:stretch>
              <a:fillRect/>
            </a:stretch>
          </p:blipFill>
          <p:spPr>
            <a:xfrm>
              <a:off x="853924" y="3598589"/>
              <a:ext cx="410853" cy="307512"/>
            </a:xfrm>
            <a:prstGeom prst="rect">
              <a:avLst/>
            </a:prstGeom>
          </p:spPr>
        </p:pic>
      </p:grpSp>
      <p:cxnSp>
        <p:nvCxnSpPr>
          <p:cNvPr id="99" name="Straight Arrow Connector 98">
            <a:extLst>
              <a:ext uri="{FF2B5EF4-FFF2-40B4-BE49-F238E27FC236}">
                <a16:creationId xmlns:a16="http://schemas.microsoft.com/office/drawing/2014/main" id="{ED2E34F9-AFE3-461E-BCE9-F611A0AA4487}"/>
              </a:ext>
            </a:extLst>
          </p:cNvPr>
          <p:cNvCxnSpPr>
            <a:stCxn id="77" idx="1"/>
            <a:endCxn id="87" idx="3"/>
          </p:cNvCxnSpPr>
          <p:nvPr/>
        </p:nvCxnSpPr>
        <p:spPr>
          <a:xfrm flipH="1">
            <a:off x="4396989" y="5599991"/>
            <a:ext cx="3366692" cy="0"/>
          </a:xfrm>
          <a:prstGeom prst="straightConnector1">
            <a:avLst/>
          </a:prstGeom>
          <a:ln w="57150">
            <a:solidFill>
              <a:schemeClr val="bg2"/>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35" name="Rectangle 34">
            <a:extLst>
              <a:ext uri="{FF2B5EF4-FFF2-40B4-BE49-F238E27FC236}">
                <a16:creationId xmlns:a16="http://schemas.microsoft.com/office/drawing/2014/main" id="{F88AAB92-4231-4CD6-8B42-F0F5C84CCF18}"/>
              </a:ext>
            </a:extLst>
          </p:cNvPr>
          <p:cNvSpPr/>
          <p:nvPr/>
        </p:nvSpPr>
        <p:spPr bwMode="gray">
          <a:xfrm>
            <a:off x="7763681" y="3590486"/>
            <a:ext cx="2893127" cy="318936"/>
          </a:xfrm>
          <a:prstGeom prst="rect">
            <a:avLst/>
          </a:prstGeom>
          <a:solidFill>
            <a:schemeClr val="accent4">
              <a:lumMod val="75000"/>
            </a:schemeClr>
          </a:solidFill>
          <a:ln>
            <a:headEnd/>
            <a:tailEnd/>
          </a:ln>
        </p:spPr>
        <p:style>
          <a:lnRef idx="2">
            <a:schemeClr val="accent4">
              <a:shade val="50000"/>
            </a:schemeClr>
          </a:lnRef>
          <a:fillRef idx="1">
            <a:schemeClr val="accent4"/>
          </a:fillRef>
          <a:effectRef idx="0">
            <a:schemeClr val="accent4"/>
          </a:effectRef>
          <a:fontRef idx="minor">
            <a:schemeClr val="lt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050" b="1" kern="0" dirty="0">
                <a:ln w="0"/>
                <a:solidFill>
                  <a:schemeClr val="tx1">
                    <a:lumMod val="85000"/>
                    <a:lumOff val="15000"/>
                  </a:schemeClr>
                </a:solidFill>
                <a:ea typeface="Arial Unicode MS" pitchFamily="34" charset="-128"/>
                <a:cs typeface="Arial Unicode MS" pitchFamily="34" charset="-128"/>
              </a:rPr>
              <a:t>$: echo hello world</a:t>
            </a:r>
            <a:endParaRPr kumimoji="0" lang="en-US" sz="1050" b="1" u="none" strike="noStrike" kern="0" normalizeH="0" baseline="0" dirty="0">
              <a:ln w="0"/>
              <a:solidFill>
                <a:schemeClr val="tx1">
                  <a:lumMod val="85000"/>
                  <a:lumOff val="15000"/>
                </a:schemeClr>
              </a:solidFill>
              <a:uLnTx/>
              <a:uFillTx/>
              <a:ea typeface="Arial Unicode MS" pitchFamily="34" charset="-128"/>
              <a:cs typeface="Arial Unicode MS" pitchFamily="34" charset="-128"/>
            </a:endParaRPr>
          </a:p>
        </p:txBody>
      </p:sp>
      <p:pic>
        <p:nvPicPr>
          <p:cNvPr id="4" name="Grafik 3" descr="Platte mit einfarbiger Füllung">
            <a:extLst>
              <a:ext uri="{FF2B5EF4-FFF2-40B4-BE49-F238E27FC236}">
                <a16:creationId xmlns:a16="http://schemas.microsoft.com/office/drawing/2014/main" id="{195311E9-E7B0-71A9-9BB9-7DA94CE8802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015795" y="1000698"/>
            <a:ext cx="1869259" cy="1869259"/>
          </a:xfrm>
          <a:prstGeom prst="rect">
            <a:avLst/>
          </a:prstGeom>
        </p:spPr>
      </p:pic>
      <p:sp>
        <p:nvSpPr>
          <p:cNvPr id="10" name="Textfeld 9">
            <a:extLst>
              <a:ext uri="{FF2B5EF4-FFF2-40B4-BE49-F238E27FC236}">
                <a16:creationId xmlns:a16="http://schemas.microsoft.com/office/drawing/2014/main" id="{88D22BC3-5EEB-AA7E-7EC7-90359B6C95E7}"/>
              </a:ext>
            </a:extLst>
          </p:cNvPr>
          <p:cNvSpPr txBox="1"/>
          <p:nvPr/>
        </p:nvSpPr>
        <p:spPr>
          <a:xfrm>
            <a:off x="3742769" y="1792519"/>
            <a:ext cx="2156072" cy="276999"/>
          </a:xfrm>
          <a:prstGeom prst="rect">
            <a:avLst/>
          </a:prstGeom>
          <a:noFill/>
        </p:spPr>
        <p:txBody>
          <a:bodyPr wrap="square" lIns="0" tIns="0" rIns="0" bIns="0" rtlCol="0" anchor="ctr">
            <a:spAutoFit/>
          </a:bodyPr>
          <a:lstStyle/>
          <a:p>
            <a:pPr algn="ctr" fontAlgn="base">
              <a:spcBef>
                <a:spcPct val="50000"/>
              </a:spcBef>
              <a:spcAft>
                <a:spcPct val="0"/>
              </a:spcAft>
              <a:buClr>
                <a:srgbClr val="F0AB00"/>
              </a:buClr>
              <a:buSzPct val="80000"/>
            </a:pPr>
            <a:r>
              <a:rPr lang="de-DE" sz="1800" kern="0" dirty="0" err="1">
                <a:latin typeface="Courier New" panose="02070309020205020404" pitchFamily="49" charset="0"/>
                <a:ea typeface="Arial Unicode MS" pitchFamily="34" charset="-128"/>
                <a:cs typeface="Courier New" panose="02070309020205020404" pitchFamily="49" charset="0"/>
              </a:rPr>
              <a:t>docker</a:t>
            </a:r>
            <a:r>
              <a:rPr lang="de-DE" sz="1800" kern="0" dirty="0">
                <a:latin typeface="Courier New" panose="02070309020205020404" pitchFamily="49" charset="0"/>
                <a:ea typeface="Arial Unicode MS" pitchFamily="34" charset="-128"/>
                <a:cs typeface="Courier New" panose="02070309020205020404" pitchFamily="49" charset="0"/>
              </a:rPr>
              <a:t>/</a:t>
            </a:r>
            <a:r>
              <a:rPr lang="de-DE" sz="1800" kern="0" dirty="0" err="1">
                <a:latin typeface="Courier New" panose="02070309020205020404" pitchFamily="49" charset="0"/>
                <a:ea typeface="Arial Unicode MS" pitchFamily="34" charset="-128"/>
                <a:cs typeface="Courier New" panose="02070309020205020404" pitchFamily="49" charset="0"/>
              </a:rPr>
              <a:t>whalesay</a:t>
            </a:r>
            <a:r>
              <a:rPr lang="de-DE" sz="1800" kern="0" dirty="0">
                <a:latin typeface="Courier New" panose="02070309020205020404" pitchFamily="49" charset="0"/>
                <a:ea typeface="Arial Unicode MS" pitchFamily="34" charset="-128"/>
                <a:cs typeface="Courier New" panose="02070309020205020404" pitchFamily="49" charset="0"/>
              </a:rPr>
              <a:t> </a:t>
            </a:r>
          </a:p>
        </p:txBody>
      </p:sp>
    </p:spTree>
    <p:extLst>
      <p:ext uri="{BB962C8B-B14F-4D97-AF65-F5344CB8AC3E}">
        <p14:creationId xmlns:p14="http://schemas.microsoft.com/office/powerpoint/2010/main" val="32908969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9"/>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7"/>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69"/>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6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81"/>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8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87"/>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99"/>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89"/>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8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77" grpId="0" animBg="1"/>
      <p:bldP spid="87" grpId="0" animBg="1"/>
      <p:bldP spid="88" grpId="0" animBg="1"/>
      <p:bldP spid="35"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2DE7798-65F5-3429-7921-1551166C47AC}"/>
              </a:ext>
            </a:extLst>
          </p:cNvPr>
          <p:cNvSpPr>
            <a:spLocks noGrp="1"/>
          </p:cNvSpPr>
          <p:nvPr>
            <p:ph type="title"/>
          </p:nvPr>
        </p:nvSpPr>
        <p:spPr/>
        <p:txBody>
          <a:bodyPr/>
          <a:lstStyle/>
          <a:p>
            <a:r>
              <a:rPr lang="de-DE" dirty="0" err="1"/>
              <a:t>Please</a:t>
            </a:r>
            <a:r>
              <a:rPr lang="de-DE" dirty="0"/>
              <a:t> type </a:t>
            </a:r>
            <a:r>
              <a:rPr lang="de-DE" dirty="0" err="1"/>
              <a:t>along</a:t>
            </a:r>
            <a:r>
              <a:rPr lang="de-DE" dirty="0"/>
              <a:t> (1)</a:t>
            </a:r>
          </a:p>
        </p:txBody>
      </p:sp>
      <p:sp>
        <p:nvSpPr>
          <p:cNvPr id="3" name="Textfeld 2">
            <a:extLst>
              <a:ext uri="{FF2B5EF4-FFF2-40B4-BE49-F238E27FC236}">
                <a16:creationId xmlns:a16="http://schemas.microsoft.com/office/drawing/2014/main" id="{3796437A-8539-847E-5ABD-D965AB464BBD}"/>
              </a:ext>
            </a:extLst>
          </p:cNvPr>
          <p:cNvSpPr txBox="1"/>
          <p:nvPr/>
        </p:nvSpPr>
        <p:spPr>
          <a:xfrm>
            <a:off x="504001" y="1576570"/>
            <a:ext cx="8667708" cy="3704860"/>
          </a:xfrm>
          <a:prstGeom prst="rect">
            <a:avLst/>
          </a:prstGeom>
          <a:noFill/>
        </p:spPr>
        <p:txBody>
          <a:bodyPr wrap="square" lIns="0" tIns="0" rIns="0" bIns="0" rtlCol="0" anchor="ctr">
            <a:spAutoFit/>
          </a:bodyPr>
          <a:lstStyle/>
          <a:p>
            <a:pPr fontAlgn="base">
              <a:lnSpc>
                <a:spcPct val="150000"/>
              </a:lnSpc>
              <a:spcBef>
                <a:spcPct val="50000"/>
              </a:spcBef>
              <a:spcAft>
                <a:spcPct val="0"/>
              </a:spcAft>
              <a:buClr>
                <a:srgbClr val="F0AB00"/>
              </a:buClr>
              <a:buSzPct val="80000"/>
            </a:pP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docker</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container</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create</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help</a:t>
            </a:r>
            <a:endParaRPr lang="de-DE" sz="1800" kern="0" dirty="0">
              <a:latin typeface="Courier New" panose="02070309020205020404" pitchFamily="49" charset="0"/>
              <a:ea typeface="Arial Unicode MS" pitchFamily="34" charset="-128"/>
              <a:cs typeface="Courier New" panose="02070309020205020404" pitchFamily="49" charset="0"/>
            </a:endParaRPr>
          </a:p>
          <a:p>
            <a:pPr fontAlgn="base">
              <a:lnSpc>
                <a:spcPct val="150000"/>
              </a:lnSpc>
              <a:spcBef>
                <a:spcPct val="50000"/>
              </a:spcBef>
              <a:spcAft>
                <a:spcPct val="0"/>
              </a:spcAft>
              <a:buClr>
                <a:srgbClr val="F0AB00"/>
              </a:buClr>
              <a:buSzPct val="80000"/>
            </a:pP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docker</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container</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create</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it</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docker</a:t>
            </a:r>
            <a:r>
              <a:rPr lang="de-DE" sz="1800" kern="0" dirty="0">
                <a:latin typeface="Courier New" panose="02070309020205020404" pitchFamily="49" charset="0"/>
                <a:ea typeface="Arial Unicode MS" pitchFamily="34" charset="-128"/>
                <a:cs typeface="Courier New" panose="02070309020205020404" pitchFamily="49" charset="0"/>
              </a:rPr>
              <a:t>/</a:t>
            </a:r>
            <a:r>
              <a:rPr lang="de-DE" sz="1800" kern="0" dirty="0" err="1">
                <a:latin typeface="Courier New" panose="02070309020205020404" pitchFamily="49" charset="0"/>
                <a:ea typeface="Arial Unicode MS" pitchFamily="34" charset="-128"/>
                <a:cs typeface="Courier New" panose="02070309020205020404" pitchFamily="49" charset="0"/>
              </a:rPr>
              <a:t>whalesay</a:t>
            </a:r>
            <a:endParaRPr lang="de-DE" sz="1800" kern="0" dirty="0">
              <a:latin typeface="Courier New" panose="02070309020205020404" pitchFamily="49" charset="0"/>
              <a:ea typeface="Arial Unicode MS" pitchFamily="34" charset="-128"/>
              <a:cs typeface="Courier New" panose="02070309020205020404" pitchFamily="49" charset="0"/>
            </a:endParaRPr>
          </a:p>
          <a:p>
            <a:pPr fontAlgn="base">
              <a:lnSpc>
                <a:spcPct val="150000"/>
              </a:lnSpc>
              <a:spcBef>
                <a:spcPct val="50000"/>
              </a:spcBef>
              <a:spcAft>
                <a:spcPct val="0"/>
              </a:spcAft>
              <a:buClr>
                <a:srgbClr val="F0AB00"/>
              </a:buClr>
              <a:buSzPct val="80000"/>
            </a:pP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docker</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container</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list</a:t>
            </a:r>
            <a:r>
              <a:rPr lang="de-DE" sz="1800" kern="0" dirty="0">
                <a:latin typeface="Courier New" panose="02070309020205020404" pitchFamily="49" charset="0"/>
                <a:ea typeface="Arial Unicode MS" pitchFamily="34" charset="-128"/>
                <a:cs typeface="Courier New" panose="02070309020205020404" pitchFamily="49" charset="0"/>
              </a:rPr>
              <a:t> –a</a:t>
            </a:r>
          </a:p>
          <a:p>
            <a:pPr fontAlgn="base">
              <a:lnSpc>
                <a:spcPct val="150000"/>
              </a:lnSpc>
              <a:spcBef>
                <a:spcPct val="50000"/>
              </a:spcBef>
              <a:spcAft>
                <a:spcPct val="0"/>
              </a:spcAft>
              <a:buClr>
                <a:srgbClr val="F0AB00"/>
              </a:buClr>
              <a:buSzPct val="80000"/>
            </a:pP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docker</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container</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start</a:t>
            </a:r>
            <a:r>
              <a:rPr lang="de-DE" sz="1800" kern="0" dirty="0">
                <a:latin typeface="Courier New" panose="02070309020205020404" pitchFamily="49" charset="0"/>
                <a:ea typeface="Arial Unicode MS" pitchFamily="34" charset="-128"/>
                <a:cs typeface="Courier New" panose="02070309020205020404" pitchFamily="49" charset="0"/>
              </a:rPr>
              <a:t> –i &lt;</a:t>
            </a:r>
            <a:r>
              <a:rPr lang="de-DE" sz="1800" kern="0" dirty="0" err="1">
                <a:latin typeface="Courier New" panose="02070309020205020404" pitchFamily="49" charset="0"/>
                <a:ea typeface="Arial Unicode MS" pitchFamily="34" charset="-128"/>
                <a:cs typeface="Courier New" panose="02070309020205020404" pitchFamily="49" charset="0"/>
              </a:rPr>
              <a:t>name</a:t>
            </a:r>
            <a:r>
              <a:rPr lang="de-DE" sz="1800" kern="0" dirty="0">
                <a:latin typeface="Courier New" panose="02070309020205020404" pitchFamily="49" charset="0"/>
                <a:ea typeface="Arial Unicode MS" pitchFamily="34" charset="-128"/>
                <a:cs typeface="Courier New" panose="02070309020205020404" pitchFamily="49" charset="0"/>
              </a:rPr>
              <a:t>/ID </a:t>
            </a:r>
            <a:r>
              <a:rPr lang="de-DE" sz="1800" kern="0" dirty="0" err="1">
                <a:latin typeface="Courier New" panose="02070309020205020404" pitchFamily="49" charset="0"/>
                <a:ea typeface="Arial Unicode MS" pitchFamily="34" charset="-128"/>
                <a:cs typeface="Courier New" panose="02070309020205020404" pitchFamily="49" charset="0"/>
              </a:rPr>
              <a:t>of</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your</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container</a:t>
            </a:r>
            <a:r>
              <a:rPr lang="de-DE" sz="1800" kern="0" dirty="0">
                <a:latin typeface="Courier New" panose="02070309020205020404" pitchFamily="49" charset="0"/>
                <a:ea typeface="Arial Unicode MS" pitchFamily="34" charset="-128"/>
                <a:cs typeface="Courier New" panose="02070309020205020404" pitchFamily="49" charset="0"/>
              </a:rPr>
              <a:t>&gt;</a:t>
            </a:r>
          </a:p>
          <a:p>
            <a:pPr fontAlgn="base">
              <a:lnSpc>
                <a:spcPct val="150000"/>
              </a:lnSpc>
              <a:spcBef>
                <a:spcPct val="50000"/>
              </a:spcBef>
              <a:spcAft>
                <a:spcPct val="0"/>
              </a:spcAft>
              <a:buClr>
                <a:srgbClr val="F0AB00"/>
              </a:buClr>
              <a:buSzPct val="80000"/>
            </a:pPr>
            <a:r>
              <a:rPr lang="de-DE" sz="1800" kern="0" dirty="0">
                <a:latin typeface="Courier New" panose="02070309020205020404" pitchFamily="49" charset="0"/>
                <a:ea typeface="Arial Unicode MS" pitchFamily="34" charset="-128"/>
                <a:cs typeface="Courier New" panose="02070309020205020404" pitchFamily="49" charset="0"/>
              </a:rPr>
              <a:t>	$: </a:t>
            </a:r>
            <a:r>
              <a:rPr lang="de-DE" sz="1800" kern="0" dirty="0" err="1">
                <a:latin typeface="Courier New" panose="02070309020205020404" pitchFamily="49" charset="0"/>
                <a:ea typeface="Arial Unicode MS" pitchFamily="34" charset="-128"/>
                <a:cs typeface="Courier New" panose="02070309020205020404" pitchFamily="49" charset="0"/>
              </a:rPr>
              <a:t>cowsay</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hello</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world</a:t>
            </a:r>
            <a:endParaRPr lang="de-DE" sz="1800" kern="0" dirty="0">
              <a:latin typeface="Courier New" panose="02070309020205020404" pitchFamily="49" charset="0"/>
              <a:ea typeface="Arial Unicode MS" pitchFamily="34" charset="-128"/>
              <a:cs typeface="Courier New" panose="02070309020205020404" pitchFamily="49" charset="0"/>
            </a:endParaRPr>
          </a:p>
          <a:p>
            <a:pPr fontAlgn="base">
              <a:lnSpc>
                <a:spcPct val="150000"/>
              </a:lnSpc>
              <a:spcBef>
                <a:spcPct val="50000"/>
              </a:spcBef>
              <a:spcAft>
                <a:spcPct val="0"/>
              </a:spcAft>
              <a:buClr>
                <a:srgbClr val="F0AB00"/>
              </a:buClr>
              <a:buSzPct val="80000"/>
            </a:pPr>
            <a:r>
              <a:rPr lang="de-DE" sz="1800" kern="0" dirty="0">
                <a:latin typeface="Courier New" panose="02070309020205020404" pitchFamily="49" charset="0"/>
                <a:ea typeface="Arial Unicode MS" pitchFamily="34" charset="-128"/>
                <a:cs typeface="Courier New" panose="02070309020205020404" pitchFamily="49" charset="0"/>
              </a:rPr>
              <a:t>	$: </a:t>
            </a:r>
            <a:r>
              <a:rPr lang="de-DE" sz="1800" kern="0" dirty="0" err="1">
                <a:latin typeface="Courier New" panose="02070309020205020404" pitchFamily="49" charset="0"/>
                <a:ea typeface="Arial Unicode MS" pitchFamily="34" charset="-128"/>
                <a:cs typeface="Courier New" panose="02070309020205020404" pitchFamily="49" charset="0"/>
              </a:rPr>
              <a:t>exit</a:t>
            </a:r>
            <a:endParaRPr lang="de-DE" sz="1800" kern="0" dirty="0">
              <a:latin typeface="Courier New" panose="02070309020205020404" pitchFamily="49" charset="0"/>
              <a:ea typeface="Arial Unicode MS" pitchFamily="34" charset="-128"/>
              <a:cs typeface="Courier New" panose="02070309020205020404" pitchFamily="49" charset="0"/>
            </a:endParaRPr>
          </a:p>
          <a:p>
            <a:pPr fontAlgn="base">
              <a:lnSpc>
                <a:spcPct val="150000"/>
              </a:lnSpc>
              <a:spcBef>
                <a:spcPct val="50000"/>
              </a:spcBef>
              <a:spcAft>
                <a:spcPct val="0"/>
              </a:spcAft>
              <a:buClr>
                <a:srgbClr val="F0AB00"/>
              </a:buClr>
              <a:buSzPct val="80000"/>
            </a:pP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docker</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container</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list</a:t>
            </a:r>
            <a:r>
              <a:rPr lang="de-DE" sz="1800" kern="0" dirty="0">
                <a:latin typeface="Courier New" panose="02070309020205020404" pitchFamily="49" charset="0"/>
                <a:ea typeface="Arial Unicode MS" pitchFamily="34" charset="-128"/>
                <a:cs typeface="Courier New" panose="02070309020205020404" pitchFamily="49" charset="0"/>
              </a:rPr>
              <a:t> -a</a:t>
            </a:r>
          </a:p>
        </p:txBody>
      </p:sp>
    </p:spTree>
    <p:extLst>
      <p:ext uri="{BB962C8B-B14F-4D97-AF65-F5344CB8AC3E}">
        <p14:creationId xmlns:p14="http://schemas.microsoft.com/office/powerpoint/2010/main" val="125725527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2DE7798-65F5-3429-7921-1551166C47AC}"/>
              </a:ext>
            </a:extLst>
          </p:cNvPr>
          <p:cNvSpPr>
            <a:spLocks noGrp="1"/>
          </p:cNvSpPr>
          <p:nvPr>
            <p:ph type="title"/>
          </p:nvPr>
        </p:nvSpPr>
        <p:spPr/>
        <p:txBody>
          <a:bodyPr/>
          <a:lstStyle/>
          <a:p>
            <a:r>
              <a:rPr lang="de-DE" dirty="0" err="1"/>
              <a:t>Please</a:t>
            </a:r>
            <a:r>
              <a:rPr lang="de-DE" dirty="0"/>
              <a:t> type </a:t>
            </a:r>
            <a:r>
              <a:rPr lang="de-DE" dirty="0" err="1"/>
              <a:t>along</a:t>
            </a:r>
            <a:r>
              <a:rPr lang="de-DE" dirty="0"/>
              <a:t> (2)</a:t>
            </a:r>
          </a:p>
        </p:txBody>
      </p:sp>
      <p:sp>
        <p:nvSpPr>
          <p:cNvPr id="3" name="Textfeld 2">
            <a:extLst>
              <a:ext uri="{FF2B5EF4-FFF2-40B4-BE49-F238E27FC236}">
                <a16:creationId xmlns:a16="http://schemas.microsoft.com/office/drawing/2014/main" id="{3796437A-8539-847E-5ABD-D965AB464BBD}"/>
              </a:ext>
            </a:extLst>
          </p:cNvPr>
          <p:cNvSpPr txBox="1"/>
          <p:nvPr/>
        </p:nvSpPr>
        <p:spPr>
          <a:xfrm>
            <a:off x="504001" y="1576570"/>
            <a:ext cx="8667708" cy="3704860"/>
          </a:xfrm>
          <a:prstGeom prst="rect">
            <a:avLst/>
          </a:prstGeom>
          <a:noFill/>
        </p:spPr>
        <p:txBody>
          <a:bodyPr wrap="square" lIns="0" tIns="0" rIns="0" bIns="0" rtlCol="0" anchor="ctr">
            <a:spAutoFit/>
          </a:bodyPr>
          <a:lstStyle/>
          <a:p>
            <a:pPr fontAlgn="base">
              <a:lnSpc>
                <a:spcPct val="150000"/>
              </a:lnSpc>
              <a:spcBef>
                <a:spcPct val="50000"/>
              </a:spcBef>
              <a:spcAft>
                <a:spcPct val="0"/>
              </a:spcAft>
              <a:buClr>
                <a:srgbClr val="F0AB00"/>
              </a:buClr>
              <a:buSzPct val="80000"/>
            </a:pP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docker</a:t>
            </a:r>
            <a:r>
              <a:rPr lang="de-DE" sz="1800" kern="0" dirty="0">
                <a:latin typeface="Courier New" panose="02070309020205020404" pitchFamily="49" charset="0"/>
                <a:ea typeface="Arial Unicode MS" pitchFamily="34" charset="-128"/>
                <a:cs typeface="Courier New" panose="02070309020205020404" pitchFamily="49" charset="0"/>
              </a:rPr>
              <a:t> pull </a:t>
            </a:r>
            <a:r>
              <a:rPr lang="de-DE" sz="1800" kern="0" dirty="0" err="1">
                <a:latin typeface="Courier New" panose="02070309020205020404" pitchFamily="49" charset="0"/>
                <a:ea typeface="Arial Unicode MS" pitchFamily="34" charset="-128"/>
                <a:cs typeface="Courier New" panose="02070309020205020404" pitchFamily="49" charset="0"/>
              </a:rPr>
              <a:t>nginx:latest</a:t>
            </a:r>
            <a:endParaRPr lang="de-DE" sz="1800" kern="0" dirty="0">
              <a:latin typeface="Courier New" panose="02070309020205020404" pitchFamily="49" charset="0"/>
              <a:ea typeface="Arial Unicode MS" pitchFamily="34" charset="-128"/>
              <a:cs typeface="Courier New" panose="02070309020205020404" pitchFamily="49" charset="0"/>
            </a:endParaRPr>
          </a:p>
          <a:p>
            <a:pPr fontAlgn="base">
              <a:lnSpc>
                <a:spcPct val="150000"/>
              </a:lnSpc>
              <a:spcBef>
                <a:spcPct val="50000"/>
              </a:spcBef>
              <a:spcAft>
                <a:spcPct val="0"/>
              </a:spcAft>
              <a:buClr>
                <a:srgbClr val="F0AB00"/>
              </a:buClr>
              <a:buSzPct val="80000"/>
            </a:pP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docker</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create</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nginx:latest</a:t>
            </a:r>
            <a:endParaRPr lang="de-DE" sz="1800" kern="0" dirty="0">
              <a:latin typeface="Courier New" panose="02070309020205020404" pitchFamily="49" charset="0"/>
              <a:ea typeface="Arial Unicode MS" pitchFamily="34" charset="-128"/>
              <a:cs typeface="Courier New" panose="02070309020205020404" pitchFamily="49" charset="0"/>
            </a:endParaRPr>
          </a:p>
          <a:p>
            <a:pPr fontAlgn="base">
              <a:lnSpc>
                <a:spcPct val="150000"/>
              </a:lnSpc>
              <a:spcBef>
                <a:spcPct val="50000"/>
              </a:spcBef>
              <a:spcAft>
                <a:spcPct val="0"/>
              </a:spcAft>
              <a:buClr>
                <a:srgbClr val="F0AB00"/>
              </a:buClr>
              <a:buSzPct val="80000"/>
            </a:pP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docker</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start</a:t>
            </a:r>
            <a:r>
              <a:rPr lang="de-DE" sz="1800" kern="0" dirty="0">
                <a:latin typeface="Courier New" panose="02070309020205020404" pitchFamily="49" charset="0"/>
                <a:ea typeface="Arial Unicode MS" pitchFamily="34" charset="-128"/>
                <a:cs typeface="Courier New" panose="02070309020205020404" pitchFamily="49" charset="0"/>
              </a:rPr>
              <a:t> &lt;ID </a:t>
            </a:r>
            <a:r>
              <a:rPr lang="de-DE" sz="1800" kern="0" dirty="0" err="1">
                <a:latin typeface="Courier New" panose="02070309020205020404" pitchFamily="49" charset="0"/>
                <a:ea typeface="Arial Unicode MS" pitchFamily="34" charset="-128"/>
                <a:cs typeface="Courier New" panose="02070309020205020404" pitchFamily="49" charset="0"/>
              </a:rPr>
              <a:t>of</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your</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container</a:t>
            </a:r>
            <a:r>
              <a:rPr lang="de-DE" sz="1800" kern="0" dirty="0">
                <a:latin typeface="Courier New" panose="02070309020205020404" pitchFamily="49" charset="0"/>
                <a:ea typeface="Arial Unicode MS" pitchFamily="34" charset="-128"/>
                <a:cs typeface="Courier New" panose="02070309020205020404" pitchFamily="49" charset="0"/>
              </a:rPr>
              <a:t>&gt;</a:t>
            </a:r>
          </a:p>
          <a:p>
            <a:pPr fontAlgn="base">
              <a:lnSpc>
                <a:spcPct val="150000"/>
              </a:lnSpc>
              <a:spcBef>
                <a:spcPct val="50000"/>
              </a:spcBef>
              <a:spcAft>
                <a:spcPct val="0"/>
              </a:spcAft>
              <a:buClr>
                <a:srgbClr val="F0AB00"/>
              </a:buClr>
              <a:buSzPct val="80000"/>
            </a:pP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docker</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container</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list</a:t>
            </a:r>
            <a:r>
              <a:rPr lang="de-DE" sz="1800" kern="0" dirty="0">
                <a:latin typeface="Courier New" panose="02070309020205020404" pitchFamily="49" charset="0"/>
                <a:ea typeface="Arial Unicode MS" pitchFamily="34" charset="-128"/>
                <a:cs typeface="Courier New" panose="02070309020205020404" pitchFamily="49" charset="0"/>
              </a:rPr>
              <a:t> –a</a:t>
            </a:r>
          </a:p>
          <a:p>
            <a:pPr fontAlgn="base">
              <a:lnSpc>
                <a:spcPct val="150000"/>
              </a:lnSpc>
              <a:spcBef>
                <a:spcPct val="50000"/>
              </a:spcBef>
              <a:spcAft>
                <a:spcPct val="0"/>
              </a:spcAft>
              <a:buClr>
                <a:srgbClr val="F0AB00"/>
              </a:buClr>
              <a:buSzPct val="80000"/>
            </a:pP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docker</a:t>
            </a:r>
            <a:r>
              <a:rPr lang="de-DE" sz="1800" kern="0" dirty="0">
                <a:latin typeface="Courier New" panose="02070309020205020404" pitchFamily="49" charset="0"/>
                <a:ea typeface="Arial Unicode MS" pitchFamily="34" charset="-128"/>
                <a:cs typeface="Courier New" panose="02070309020205020404" pitchFamily="49" charset="0"/>
              </a:rPr>
              <a:t> logs &lt;ID/</a:t>
            </a:r>
            <a:r>
              <a:rPr lang="de-DE" sz="1800" kern="0" dirty="0" err="1">
                <a:latin typeface="Courier New" panose="02070309020205020404" pitchFamily="49" charset="0"/>
                <a:ea typeface="Arial Unicode MS" pitchFamily="34" charset="-128"/>
                <a:cs typeface="Courier New" panose="02070309020205020404" pitchFamily="49" charset="0"/>
              </a:rPr>
              <a:t>name</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of</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your</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container</a:t>
            </a:r>
            <a:r>
              <a:rPr lang="de-DE" sz="1800" kern="0" dirty="0">
                <a:latin typeface="Courier New" panose="02070309020205020404" pitchFamily="49" charset="0"/>
                <a:ea typeface="Arial Unicode MS" pitchFamily="34" charset="-128"/>
                <a:cs typeface="Courier New" panose="02070309020205020404" pitchFamily="49" charset="0"/>
              </a:rPr>
              <a:t>&gt;</a:t>
            </a:r>
          </a:p>
          <a:p>
            <a:pPr fontAlgn="base">
              <a:lnSpc>
                <a:spcPct val="150000"/>
              </a:lnSpc>
              <a:spcBef>
                <a:spcPct val="50000"/>
              </a:spcBef>
              <a:spcAft>
                <a:spcPct val="0"/>
              </a:spcAft>
              <a:buClr>
                <a:srgbClr val="F0AB00"/>
              </a:buClr>
              <a:buSzPct val="80000"/>
            </a:pP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docker</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stop</a:t>
            </a:r>
            <a:r>
              <a:rPr lang="de-DE" sz="1800" kern="0" dirty="0">
                <a:latin typeface="Courier New" panose="02070309020205020404" pitchFamily="49" charset="0"/>
                <a:ea typeface="Arial Unicode MS" pitchFamily="34" charset="-128"/>
                <a:cs typeface="Courier New" panose="02070309020205020404" pitchFamily="49" charset="0"/>
              </a:rPr>
              <a:t> &lt;ID/</a:t>
            </a:r>
            <a:r>
              <a:rPr lang="de-DE" sz="1800" kern="0" dirty="0" err="1">
                <a:latin typeface="Courier New" panose="02070309020205020404" pitchFamily="49" charset="0"/>
                <a:ea typeface="Arial Unicode MS" pitchFamily="34" charset="-128"/>
                <a:cs typeface="Courier New" panose="02070309020205020404" pitchFamily="49" charset="0"/>
              </a:rPr>
              <a:t>name</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of</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your</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container</a:t>
            </a:r>
            <a:r>
              <a:rPr lang="de-DE" sz="1800" kern="0" dirty="0">
                <a:latin typeface="Courier New" panose="02070309020205020404" pitchFamily="49" charset="0"/>
                <a:ea typeface="Arial Unicode MS" pitchFamily="34" charset="-128"/>
                <a:cs typeface="Courier New" panose="02070309020205020404" pitchFamily="49" charset="0"/>
              </a:rPr>
              <a:t>&gt;</a:t>
            </a:r>
          </a:p>
          <a:p>
            <a:pPr fontAlgn="base">
              <a:lnSpc>
                <a:spcPct val="150000"/>
              </a:lnSpc>
              <a:spcBef>
                <a:spcPct val="50000"/>
              </a:spcBef>
              <a:spcAft>
                <a:spcPct val="0"/>
              </a:spcAft>
              <a:buClr>
                <a:srgbClr val="F0AB00"/>
              </a:buClr>
              <a:buSzPct val="80000"/>
            </a:pP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docker</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container</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list</a:t>
            </a:r>
            <a:r>
              <a:rPr lang="de-DE" sz="1800" kern="0" dirty="0">
                <a:latin typeface="Courier New" panose="02070309020205020404" pitchFamily="49" charset="0"/>
                <a:ea typeface="Arial Unicode MS" pitchFamily="34" charset="-128"/>
                <a:cs typeface="Courier New" panose="02070309020205020404" pitchFamily="49" charset="0"/>
              </a:rPr>
              <a:t> –a</a:t>
            </a:r>
          </a:p>
        </p:txBody>
      </p:sp>
    </p:spTree>
    <p:extLst>
      <p:ext uri="{BB962C8B-B14F-4D97-AF65-F5344CB8AC3E}">
        <p14:creationId xmlns:p14="http://schemas.microsoft.com/office/powerpoint/2010/main" val="323540794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2DE7798-65F5-3429-7921-1551166C47AC}"/>
              </a:ext>
            </a:extLst>
          </p:cNvPr>
          <p:cNvSpPr>
            <a:spLocks noGrp="1"/>
          </p:cNvSpPr>
          <p:nvPr>
            <p:ph type="title"/>
          </p:nvPr>
        </p:nvSpPr>
        <p:spPr/>
        <p:txBody>
          <a:bodyPr/>
          <a:lstStyle/>
          <a:p>
            <a:r>
              <a:rPr lang="de-DE" dirty="0" err="1"/>
              <a:t>Please</a:t>
            </a:r>
            <a:r>
              <a:rPr lang="de-DE" dirty="0"/>
              <a:t> type </a:t>
            </a:r>
            <a:r>
              <a:rPr lang="de-DE" dirty="0" err="1"/>
              <a:t>along</a:t>
            </a:r>
            <a:r>
              <a:rPr lang="de-DE" dirty="0"/>
              <a:t> (3)</a:t>
            </a:r>
          </a:p>
        </p:txBody>
      </p:sp>
      <p:sp>
        <p:nvSpPr>
          <p:cNvPr id="3" name="Textfeld 2">
            <a:extLst>
              <a:ext uri="{FF2B5EF4-FFF2-40B4-BE49-F238E27FC236}">
                <a16:creationId xmlns:a16="http://schemas.microsoft.com/office/drawing/2014/main" id="{3796437A-8539-847E-5ABD-D965AB464BBD}"/>
              </a:ext>
            </a:extLst>
          </p:cNvPr>
          <p:cNvSpPr txBox="1"/>
          <p:nvPr/>
        </p:nvSpPr>
        <p:spPr>
          <a:xfrm>
            <a:off x="504001" y="2625383"/>
            <a:ext cx="8667708" cy="2595903"/>
          </a:xfrm>
          <a:prstGeom prst="rect">
            <a:avLst/>
          </a:prstGeom>
          <a:noFill/>
        </p:spPr>
        <p:txBody>
          <a:bodyPr wrap="square" lIns="0" tIns="0" rIns="0" bIns="0" rtlCol="0" anchor="ctr">
            <a:spAutoFit/>
          </a:bodyPr>
          <a:lstStyle/>
          <a:p>
            <a:pPr fontAlgn="base">
              <a:lnSpc>
                <a:spcPct val="150000"/>
              </a:lnSpc>
              <a:spcBef>
                <a:spcPct val="50000"/>
              </a:spcBef>
              <a:spcAft>
                <a:spcPct val="0"/>
              </a:spcAft>
              <a:buClr>
                <a:srgbClr val="F0AB00"/>
              </a:buClr>
              <a:buSzPct val="80000"/>
            </a:pP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docker</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start</a:t>
            </a:r>
            <a:r>
              <a:rPr lang="de-DE" sz="1800" kern="0" dirty="0">
                <a:latin typeface="Courier New" panose="02070309020205020404" pitchFamily="49" charset="0"/>
                <a:ea typeface="Arial Unicode MS" pitchFamily="34" charset="-128"/>
                <a:cs typeface="Courier New" panose="02070309020205020404" pitchFamily="49" charset="0"/>
              </a:rPr>
              <a:t> &lt;ID/</a:t>
            </a:r>
            <a:r>
              <a:rPr lang="de-DE" sz="1800" kern="0" dirty="0" err="1">
                <a:latin typeface="Courier New" panose="02070309020205020404" pitchFamily="49" charset="0"/>
                <a:ea typeface="Arial Unicode MS" pitchFamily="34" charset="-128"/>
                <a:cs typeface="Courier New" panose="02070309020205020404" pitchFamily="49" charset="0"/>
              </a:rPr>
              <a:t>name</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of</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your</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container</a:t>
            </a:r>
            <a:r>
              <a:rPr lang="de-DE" sz="1800" kern="0" dirty="0">
                <a:latin typeface="Courier New" panose="02070309020205020404" pitchFamily="49" charset="0"/>
                <a:ea typeface="Arial Unicode MS" pitchFamily="34" charset="-128"/>
                <a:cs typeface="Courier New" panose="02070309020205020404" pitchFamily="49" charset="0"/>
              </a:rPr>
              <a:t>&gt;</a:t>
            </a:r>
          </a:p>
          <a:p>
            <a:pPr fontAlgn="base">
              <a:lnSpc>
                <a:spcPct val="150000"/>
              </a:lnSpc>
              <a:spcBef>
                <a:spcPct val="50000"/>
              </a:spcBef>
              <a:spcAft>
                <a:spcPct val="0"/>
              </a:spcAft>
              <a:buClr>
                <a:srgbClr val="F0AB00"/>
              </a:buClr>
              <a:buSzPct val="80000"/>
            </a:pP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docker</a:t>
            </a:r>
            <a:r>
              <a:rPr lang="de-DE" sz="1800" kern="0" dirty="0">
                <a:latin typeface="Courier New" panose="02070309020205020404" pitchFamily="49" charset="0"/>
                <a:ea typeface="Arial Unicode MS" pitchFamily="34" charset="-128"/>
                <a:cs typeface="Courier New" panose="02070309020205020404" pitchFamily="49" charset="0"/>
              </a:rPr>
              <a:t> logs &lt;ID/</a:t>
            </a:r>
            <a:r>
              <a:rPr lang="de-DE" sz="1800" kern="0" dirty="0" err="1">
                <a:latin typeface="Courier New" panose="02070309020205020404" pitchFamily="49" charset="0"/>
                <a:ea typeface="Arial Unicode MS" pitchFamily="34" charset="-128"/>
                <a:cs typeface="Courier New" panose="02070309020205020404" pitchFamily="49" charset="0"/>
              </a:rPr>
              <a:t>name</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of</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your</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container</a:t>
            </a:r>
            <a:r>
              <a:rPr lang="de-DE" sz="1800" kern="0" dirty="0">
                <a:latin typeface="Courier New" panose="02070309020205020404" pitchFamily="49" charset="0"/>
                <a:ea typeface="Arial Unicode MS" pitchFamily="34" charset="-128"/>
                <a:cs typeface="Courier New" panose="02070309020205020404" pitchFamily="49" charset="0"/>
              </a:rPr>
              <a:t>&gt;</a:t>
            </a:r>
          </a:p>
          <a:p>
            <a:pPr fontAlgn="base">
              <a:lnSpc>
                <a:spcPct val="150000"/>
              </a:lnSpc>
              <a:spcBef>
                <a:spcPct val="50000"/>
              </a:spcBef>
              <a:spcAft>
                <a:spcPct val="0"/>
              </a:spcAft>
              <a:buClr>
                <a:srgbClr val="F0AB00"/>
              </a:buClr>
              <a:buSzPct val="80000"/>
            </a:pP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docker</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exec</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it</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dirty="0">
                <a:solidFill>
                  <a:srgbClr val="000000"/>
                </a:solidFill>
                <a:effectLst/>
                <a:latin typeface="Courier New" panose="02070309020205020404" pitchFamily="49" charset="0"/>
                <a:ea typeface="Arial Unicode MS" panose="020B0604020202020204" pitchFamily="34" charset="-128"/>
                <a:cs typeface="Courier New" panose="02070309020205020404" pitchFamily="49" charset="0"/>
              </a:rPr>
              <a:t>&lt;ID/</a:t>
            </a:r>
            <a:r>
              <a:rPr lang="de-DE" sz="1800" dirty="0" err="1">
                <a:solidFill>
                  <a:srgbClr val="000000"/>
                </a:solidFill>
                <a:effectLst/>
                <a:latin typeface="Courier New" panose="02070309020205020404" pitchFamily="49" charset="0"/>
                <a:ea typeface="Arial Unicode MS" panose="020B0604020202020204" pitchFamily="34" charset="-128"/>
                <a:cs typeface="Courier New" panose="02070309020205020404" pitchFamily="49" charset="0"/>
              </a:rPr>
              <a:t>name</a:t>
            </a:r>
            <a:r>
              <a:rPr lang="de-DE" sz="1800" dirty="0">
                <a:solidFill>
                  <a:srgbClr val="000000"/>
                </a:solidFill>
                <a:effectLst/>
                <a:latin typeface="Courier New" panose="02070309020205020404" pitchFamily="49" charset="0"/>
                <a:ea typeface="Arial Unicode MS" panose="020B0604020202020204" pitchFamily="34" charset="-128"/>
                <a:cs typeface="Courier New" panose="02070309020205020404" pitchFamily="49" charset="0"/>
              </a:rPr>
              <a:t> </a:t>
            </a:r>
            <a:r>
              <a:rPr lang="de-DE" sz="1800" dirty="0" err="1">
                <a:solidFill>
                  <a:srgbClr val="000000"/>
                </a:solidFill>
                <a:effectLst/>
                <a:latin typeface="Courier New" panose="02070309020205020404" pitchFamily="49" charset="0"/>
                <a:ea typeface="Arial Unicode MS" panose="020B0604020202020204" pitchFamily="34" charset="-128"/>
                <a:cs typeface="Courier New" panose="02070309020205020404" pitchFamily="49" charset="0"/>
              </a:rPr>
              <a:t>of</a:t>
            </a:r>
            <a:r>
              <a:rPr lang="de-DE" sz="1800" dirty="0">
                <a:solidFill>
                  <a:srgbClr val="000000"/>
                </a:solidFill>
                <a:effectLst/>
                <a:latin typeface="Courier New" panose="02070309020205020404" pitchFamily="49" charset="0"/>
                <a:ea typeface="Arial Unicode MS" panose="020B0604020202020204" pitchFamily="34" charset="-128"/>
                <a:cs typeface="Courier New" panose="02070309020205020404" pitchFamily="49" charset="0"/>
              </a:rPr>
              <a:t> </a:t>
            </a:r>
            <a:r>
              <a:rPr lang="de-DE" sz="1800" dirty="0" err="1">
                <a:solidFill>
                  <a:srgbClr val="000000"/>
                </a:solidFill>
                <a:effectLst/>
                <a:latin typeface="Courier New" panose="02070309020205020404" pitchFamily="49" charset="0"/>
                <a:ea typeface="Arial Unicode MS" panose="020B0604020202020204" pitchFamily="34" charset="-128"/>
                <a:cs typeface="Courier New" panose="02070309020205020404" pitchFamily="49" charset="0"/>
              </a:rPr>
              <a:t>your</a:t>
            </a:r>
            <a:r>
              <a:rPr lang="de-DE" sz="1800" dirty="0">
                <a:solidFill>
                  <a:srgbClr val="000000"/>
                </a:solidFill>
                <a:effectLst/>
                <a:latin typeface="Courier New" panose="02070309020205020404" pitchFamily="49" charset="0"/>
                <a:ea typeface="Arial Unicode MS" panose="020B0604020202020204" pitchFamily="34" charset="-128"/>
                <a:cs typeface="Courier New" panose="02070309020205020404" pitchFamily="49" charset="0"/>
              </a:rPr>
              <a:t> </a:t>
            </a:r>
            <a:r>
              <a:rPr lang="de-DE" sz="1800" dirty="0" err="1">
                <a:solidFill>
                  <a:srgbClr val="000000"/>
                </a:solidFill>
                <a:effectLst/>
                <a:latin typeface="Courier New" panose="02070309020205020404" pitchFamily="49" charset="0"/>
                <a:ea typeface="Arial Unicode MS" panose="020B0604020202020204" pitchFamily="34" charset="-128"/>
                <a:cs typeface="Courier New" panose="02070309020205020404" pitchFamily="49" charset="0"/>
              </a:rPr>
              <a:t>container</a:t>
            </a:r>
            <a:r>
              <a:rPr lang="de-DE" sz="1800" dirty="0">
                <a:solidFill>
                  <a:srgbClr val="000000"/>
                </a:solidFill>
                <a:effectLst/>
                <a:latin typeface="Courier New" panose="02070309020205020404" pitchFamily="49" charset="0"/>
                <a:ea typeface="Arial Unicode MS" panose="020B0604020202020204" pitchFamily="34" charset="-128"/>
                <a:cs typeface="Courier New" panose="02070309020205020404" pitchFamily="49" charset="0"/>
              </a:rPr>
              <a:t>&gt; bash</a:t>
            </a:r>
            <a:endParaRPr lang="de-DE" sz="1800" kern="0" dirty="0">
              <a:latin typeface="Courier New" panose="02070309020205020404" pitchFamily="49" charset="0"/>
              <a:ea typeface="Arial Unicode MS" pitchFamily="34" charset="-128"/>
              <a:cs typeface="Courier New" panose="02070309020205020404" pitchFamily="49" charset="0"/>
            </a:endParaRPr>
          </a:p>
          <a:p>
            <a:pPr fontAlgn="base">
              <a:lnSpc>
                <a:spcPct val="150000"/>
              </a:lnSpc>
              <a:spcBef>
                <a:spcPct val="50000"/>
              </a:spcBef>
              <a:spcAft>
                <a:spcPct val="0"/>
              </a:spcAft>
              <a:buClr>
                <a:srgbClr val="F0AB00"/>
              </a:buClr>
              <a:buSzPct val="80000"/>
            </a:pP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docker</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stop</a:t>
            </a:r>
            <a:r>
              <a:rPr lang="de-DE" sz="1800" kern="0" dirty="0">
                <a:latin typeface="Courier New" panose="02070309020205020404" pitchFamily="49" charset="0"/>
                <a:ea typeface="Arial Unicode MS" pitchFamily="34" charset="-128"/>
                <a:cs typeface="Courier New" panose="02070309020205020404" pitchFamily="49" charset="0"/>
              </a:rPr>
              <a:t> &lt;ID/</a:t>
            </a:r>
            <a:r>
              <a:rPr lang="de-DE" sz="1800" kern="0" dirty="0" err="1">
                <a:latin typeface="Courier New" panose="02070309020205020404" pitchFamily="49" charset="0"/>
                <a:ea typeface="Arial Unicode MS" pitchFamily="34" charset="-128"/>
                <a:cs typeface="Courier New" panose="02070309020205020404" pitchFamily="49" charset="0"/>
              </a:rPr>
              <a:t>name</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of</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your</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container</a:t>
            </a:r>
            <a:r>
              <a:rPr lang="de-DE" sz="1800" kern="0" dirty="0">
                <a:latin typeface="Courier New" panose="02070309020205020404" pitchFamily="49" charset="0"/>
                <a:ea typeface="Arial Unicode MS" pitchFamily="34" charset="-128"/>
                <a:cs typeface="Courier New" panose="02070309020205020404" pitchFamily="49" charset="0"/>
              </a:rPr>
              <a:t>&gt;</a:t>
            </a:r>
          </a:p>
          <a:p>
            <a:pPr fontAlgn="base">
              <a:lnSpc>
                <a:spcPct val="150000"/>
              </a:lnSpc>
              <a:spcBef>
                <a:spcPct val="50000"/>
              </a:spcBef>
              <a:spcAft>
                <a:spcPct val="0"/>
              </a:spcAft>
              <a:buClr>
                <a:srgbClr val="F0AB00"/>
              </a:buClr>
              <a:buSzPct val="80000"/>
            </a:pP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docker</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rm</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dirty="0">
                <a:solidFill>
                  <a:srgbClr val="000000"/>
                </a:solidFill>
                <a:effectLst/>
                <a:latin typeface="Courier New" panose="02070309020205020404" pitchFamily="49" charset="0"/>
                <a:ea typeface="Arial Unicode MS" panose="020B0604020202020204" pitchFamily="34" charset="-128"/>
                <a:cs typeface="Courier New" panose="02070309020205020404" pitchFamily="49" charset="0"/>
              </a:rPr>
              <a:t>&lt;ID/</a:t>
            </a:r>
            <a:r>
              <a:rPr lang="de-DE" sz="1800" dirty="0" err="1">
                <a:solidFill>
                  <a:srgbClr val="000000"/>
                </a:solidFill>
                <a:effectLst/>
                <a:latin typeface="Courier New" panose="02070309020205020404" pitchFamily="49" charset="0"/>
                <a:ea typeface="Arial Unicode MS" panose="020B0604020202020204" pitchFamily="34" charset="-128"/>
                <a:cs typeface="Courier New" panose="02070309020205020404" pitchFamily="49" charset="0"/>
              </a:rPr>
              <a:t>name</a:t>
            </a:r>
            <a:r>
              <a:rPr lang="de-DE" sz="1800" dirty="0">
                <a:solidFill>
                  <a:srgbClr val="000000"/>
                </a:solidFill>
                <a:effectLst/>
                <a:latin typeface="Courier New" panose="02070309020205020404" pitchFamily="49" charset="0"/>
                <a:ea typeface="Arial Unicode MS" panose="020B0604020202020204" pitchFamily="34" charset="-128"/>
                <a:cs typeface="Courier New" panose="02070309020205020404" pitchFamily="49" charset="0"/>
              </a:rPr>
              <a:t> </a:t>
            </a:r>
            <a:r>
              <a:rPr lang="de-DE" sz="1800" dirty="0" err="1">
                <a:solidFill>
                  <a:srgbClr val="000000"/>
                </a:solidFill>
                <a:effectLst/>
                <a:latin typeface="Courier New" panose="02070309020205020404" pitchFamily="49" charset="0"/>
                <a:ea typeface="Arial Unicode MS" panose="020B0604020202020204" pitchFamily="34" charset="-128"/>
                <a:cs typeface="Courier New" panose="02070309020205020404" pitchFamily="49" charset="0"/>
              </a:rPr>
              <a:t>of</a:t>
            </a:r>
            <a:r>
              <a:rPr lang="de-DE" sz="1800" dirty="0">
                <a:solidFill>
                  <a:srgbClr val="000000"/>
                </a:solidFill>
                <a:effectLst/>
                <a:latin typeface="Courier New" panose="02070309020205020404" pitchFamily="49" charset="0"/>
                <a:ea typeface="Arial Unicode MS" panose="020B0604020202020204" pitchFamily="34" charset="-128"/>
                <a:cs typeface="Courier New" panose="02070309020205020404" pitchFamily="49" charset="0"/>
              </a:rPr>
              <a:t> </a:t>
            </a:r>
            <a:r>
              <a:rPr lang="de-DE" sz="1800" dirty="0" err="1">
                <a:solidFill>
                  <a:srgbClr val="000000"/>
                </a:solidFill>
                <a:effectLst/>
                <a:latin typeface="Courier New" panose="02070309020205020404" pitchFamily="49" charset="0"/>
                <a:ea typeface="Arial Unicode MS" panose="020B0604020202020204" pitchFamily="34" charset="-128"/>
                <a:cs typeface="Courier New" panose="02070309020205020404" pitchFamily="49" charset="0"/>
              </a:rPr>
              <a:t>your</a:t>
            </a:r>
            <a:r>
              <a:rPr lang="de-DE" sz="1800" dirty="0">
                <a:solidFill>
                  <a:srgbClr val="000000"/>
                </a:solidFill>
                <a:effectLst/>
                <a:latin typeface="Courier New" panose="02070309020205020404" pitchFamily="49" charset="0"/>
                <a:ea typeface="Arial Unicode MS" panose="020B0604020202020204" pitchFamily="34" charset="-128"/>
                <a:cs typeface="Courier New" panose="02070309020205020404" pitchFamily="49" charset="0"/>
              </a:rPr>
              <a:t> </a:t>
            </a:r>
            <a:r>
              <a:rPr lang="de-DE" sz="1800" dirty="0" err="1">
                <a:solidFill>
                  <a:srgbClr val="000000"/>
                </a:solidFill>
                <a:effectLst/>
                <a:latin typeface="Courier New" panose="02070309020205020404" pitchFamily="49" charset="0"/>
                <a:ea typeface="Arial Unicode MS" panose="020B0604020202020204" pitchFamily="34" charset="-128"/>
                <a:cs typeface="Courier New" panose="02070309020205020404" pitchFamily="49" charset="0"/>
              </a:rPr>
              <a:t>container</a:t>
            </a:r>
            <a:r>
              <a:rPr lang="de-DE" sz="1800" dirty="0">
                <a:solidFill>
                  <a:srgbClr val="000000"/>
                </a:solidFill>
                <a:effectLst/>
                <a:latin typeface="Courier New" panose="02070309020205020404" pitchFamily="49" charset="0"/>
                <a:ea typeface="Arial Unicode MS" panose="020B0604020202020204" pitchFamily="34" charset="-128"/>
                <a:cs typeface="Courier New" panose="02070309020205020404" pitchFamily="49" charset="0"/>
              </a:rPr>
              <a:t>&gt;</a:t>
            </a:r>
            <a:endParaRPr lang="de-DE" sz="1400" dirty="0">
              <a:effectLst/>
            </a:endParaRPr>
          </a:p>
        </p:txBody>
      </p:sp>
    </p:spTree>
    <p:extLst>
      <p:ext uri="{BB962C8B-B14F-4D97-AF65-F5344CB8AC3E}">
        <p14:creationId xmlns:p14="http://schemas.microsoft.com/office/powerpoint/2010/main" val="268366262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de-DE" dirty="0"/>
              <a:t>Details </a:t>
            </a:r>
            <a:r>
              <a:rPr lang="de-DE" dirty="0" err="1"/>
              <a:t>of</a:t>
            </a:r>
            <a:r>
              <a:rPr lang="de-DE" dirty="0"/>
              <a:t> </a:t>
            </a:r>
            <a:r>
              <a:rPr lang="de-DE" dirty="0" err="1"/>
              <a:t>the</a:t>
            </a:r>
            <a:r>
              <a:rPr lang="de-DE" dirty="0"/>
              <a:t> </a:t>
            </a:r>
            <a:r>
              <a:rPr lang="de-DE" dirty="0" err="1"/>
              <a:t>container</a:t>
            </a:r>
            <a:r>
              <a:rPr lang="de-DE" dirty="0"/>
              <a:t> </a:t>
            </a:r>
            <a:r>
              <a:rPr lang="de-DE" dirty="0" err="1"/>
              <a:t>lifecycle</a:t>
            </a:r>
            <a:endParaRPr lang="de-DE" dirty="0"/>
          </a:p>
        </p:txBody>
      </p:sp>
      <p:sp>
        <p:nvSpPr>
          <p:cNvPr id="30" name="Rectangle 29">
            <a:extLst>
              <a:ext uri="{FF2B5EF4-FFF2-40B4-BE49-F238E27FC236}">
                <a16:creationId xmlns:a16="http://schemas.microsoft.com/office/drawing/2014/main" id="{73C33493-32A9-47D6-B0F1-D848EC53CD41}"/>
              </a:ext>
            </a:extLst>
          </p:cNvPr>
          <p:cNvSpPr/>
          <p:nvPr/>
        </p:nvSpPr>
        <p:spPr bwMode="gray">
          <a:xfrm>
            <a:off x="1503862" y="3590486"/>
            <a:ext cx="2913925" cy="322790"/>
          </a:xfrm>
          <a:prstGeom prst="rect">
            <a:avLst/>
          </a:prstGeom>
          <a:solidFill>
            <a:schemeClr val="accent4">
              <a:lumMod val="20000"/>
              <a:lumOff val="80000"/>
            </a:schemeClr>
          </a:solidFill>
          <a:ln>
            <a:headEnd/>
            <a:tailEnd/>
          </a:ln>
        </p:spPr>
        <p:style>
          <a:lnRef idx="2">
            <a:schemeClr val="accent4">
              <a:shade val="50000"/>
            </a:schemeClr>
          </a:lnRef>
          <a:fillRef idx="1">
            <a:schemeClr val="accent4"/>
          </a:fillRef>
          <a:effectRef idx="0">
            <a:schemeClr val="accent4"/>
          </a:effectRef>
          <a:fontRef idx="minor">
            <a:schemeClr val="lt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050" b="1" kern="0" dirty="0">
                <a:ln w="0"/>
                <a:solidFill>
                  <a:schemeClr val="tx1">
                    <a:lumMod val="85000"/>
                    <a:lumOff val="15000"/>
                  </a:schemeClr>
                </a:solidFill>
                <a:ea typeface="Arial Unicode MS" pitchFamily="34" charset="-128"/>
                <a:cs typeface="Arial Unicode MS" pitchFamily="34" charset="-128"/>
              </a:rPr>
              <a:t>writable layer a320d5f4bd36</a:t>
            </a:r>
            <a:endParaRPr kumimoji="0" lang="en-US" sz="1050" b="1" u="none" strike="noStrike" kern="0" normalizeH="0" baseline="0" dirty="0">
              <a:ln w="0"/>
              <a:solidFill>
                <a:schemeClr val="tx1">
                  <a:lumMod val="85000"/>
                  <a:lumOff val="15000"/>
                </a:schemeClr>
              </a:solidFill>
              <a:uLnTx/>
              <a:uFillTx/>
              <a:ea typeface="Arial Unicode MS" pitchFamily="34" charset="-128"/>
              <a:cs typeface="Arial Unicode MS" pitchFamily="34" charset="-128"/>
            </a:endParaRPr>
          </a:p>
        </p:txBody>
      </p:sp>
      <p:grpSp>
        <p:nvGrpSpPr>
          <p:cNvPr id="9" name="Group 8">
            <a:extLst>
              <a:ext uri="{FF2B5EF4-FFF2-40B4-BE49-F238E27FC236}">
                <a16:creationId xmlns:a16="http://schemas.microsoft.com/office/drawing/2014/main" id="{6758F283-7E84-49F0-A77D-8F42AAD03BDC}"/>
              </a:ext>
            </a:extLst>
          </p:cNvPr>
          <p:cNvGrpSpPr/>
          <p:nvPr/>
        </p:nvGrpSpPr>
        <p:grpSpPr>
          <a:xfrm>
            <a:off x="904780" y="2935900"/>
            <a:ext cx="1898923" cy="307512"/>
            <a:chOff x="853924" y="3598589"/>
            <a:chExt cx="1898923" cy="307512"/>
          </a:xfrm>
        </p:grpSpPr>
        <p:sp>
          <p:nvSpPr>
            <p:cNvPr id="31" name="TextBox 30">
              <a:extLst>
                <a:ext uri="{FF2B5EF4-FFF2-40B4-BE49-F238E27FC236}">
                  <a16:creationId xmlns:a16="http://schemas.microsoft.com/office/drawing/2014/main" id="{7E5B70B1-B7DF-45CF-B9E9-B1889FB3284B}"/>
                </a:ext>
              </a:extLst>
            </p:cNvPr>
            <p:cNvSpPr txBox="1"/>
            <p:nvPr/>
          </p:nvSpPr>
          <p:spPr>
            <a:xfrm>
              <a:off x="1356631" y="3660012"/>
              <a:ext cx="1396216" cy="215444"/>
            </a:xfrm>
            <a:prstGeom prst="rect">
              <a:avLst/>
            </a:prstGeom>
            <a:solidFill>
              <a:schemeClr val="bg2">
                <a:lumMod val="20000"/>
                <a:lumOff val="80000"/>
              </a:schemeClr>
            </a:solidFill>
          </p:spPr>
          <p:txBody>
            <a:bodyPr wrap="none" lIns="0" tIns="0" rIns="0" bIns="0" rtlCol="0">
              <a:spAutoFit/>
            </a:bodyPr>
            <a:lstStyle/>
            <a:p>
              <a:pPr fontAlgn="base">
                <a:spcBef>
                  <a:spcPct val="50000"/>
                </a:spcBef>
                <a:spcAft>
                  <a:spcPct val="0"/>
                </a:spcAft>
                <a:buClr>
                  <a:srgbClr val="F0AB00"/>
                </a:buClr>
                <a:buSzPct val="80000"/>
              </a:pPr>
              <a:r>
                <a:rPr lang="de-DE" sz="1400" b="1" kern="0" dirty="0" err="1">
                  <a:latin typeface="Courier New" panose="02070309020205020404" pitchFamily="49" charset="0"/>
                  <a:ea typeface="Arial Unicode MS" pitchFamily="34" charset="-128"/>
                  <a:cs typeface="Courier New" panose="02070309020205020404" pitchFamily="49" charset="0"/>
                </a:rPr>
                <a:t>docker</a:t>
              </a:r>
              <a:r>
                <a:rPr lang="de-DE" sz="1400" b="1" kern="0" dirty="0">
                  <a:latin typeface="Courier New" panose="02070309020205020404" pitchFamily="49" charset="0"/>
                  <a:ea typeface="Arial Unicode MS" pitchFamily="34" charset="-128"/>
                  <a:cs typeface="Courier New" panose="02070309020205020404" pitchFamily="49" charset="0"/>
                </a:rPr>
                <a:t> </a:t>
              </a:r>
              <a:r>
                <a:rPr lang="de-DE" sz="1400" b="1" kern="0" dirty="0" err="1">
                  <a:latin typeface="Courier New" panose="02070309020205020404" pitchFamily="49" charset="0"/>
                  <a:ea typeface="Arial Unicode MS" pitchFamily="34" charset="-128"/>
                  <a:cs typeface="Courier New" panose="02070309020205020404" pitchFamily="49" charset="0"/>
                </a:rPr>
                <a:t>create</a:t>
              </a:r>
              <a:endParaRPr lang="de-DE" sz="1400" b="1" kern="0" dirty="0">
                <a:latin typeface="Courier New" panose="02070309020205020404" pitchFamily="49" charset="0"/>
                <a:ea typeface="Arial Unicode MS" pitchFamily="34" charset="-128"/>
                <a:cs typeface="Courier New" panose="02070309020205020404" pitchFamily="49" charset="0"/>
              </a:endParaRPr>
            </a:p>
          </p:txBody>
        </p:sp>
        <p:pic>
          <p:nvPicPr>
            <p:cNvPr id="32" name="Picture 31">
              <a:extLst>
                <a:ext uri="{FF2B5EF4-FFF2-40B4-BE49-F238E27FC236}">
                  <a16:creationId xmlns:a16="http://schemas.microsoft.com/office/drawing/2014/main" id="{BDCCEBF0-605B-448E-93FA-152B04645F4D}"/>
                </a:ext>
              </a:extLst>
            </p:cNvPr>
            <p:cNvPicPr>
              <a:picLocks noChangeAspect="1"/>
            </p:cNvPicPr>
            <p:nvPr/>
          </p:nvPicPr>
          <p:blipFill>
            <a:blip r:embed="rId3"/>
            <a:stretch>
              <a:fillRect/>
            </a:stretch>
          </p:blipFill>
          <p:spPr>
            <a:xfrm>
              <a:off x="853924" y="3598589"/>
              <a:ext cx="410853" cy="307512"/>
            </a:xfrm>
            <a:prstGeom prst="rect">
              <a:avLst/>
            </a:prstGeom>
          </p:spPr>
        </p:pic>
      </p:grpSp>
      <p:cxnSp>
        <p:nvCxnSpPr>
          <p:cNvPr id="33" name="Straight Arrow Connector 32">
            <a:extLst>
              <a:ext uri="{FF2B5EF4-FFF2-40B4-BE49-F238E27FC236}">
                <a16:creationId xmlns:a16="http://schemas.microsoft.com/office/drawing/2014/main" id="{2A033D17-6ADD-4C01-8E00-ADA80BEA9F63}"/>
              </a:ext>
            </a:extLst>
          </p:cNvPr>
          <p:cNvCxnSpPr>
            <a:cxnSpLocks/>
            <a:endCxn id="30" idx="0"/>
          </p:cNvCxnSpPr>
          <p:nvPr/>
        </p:nvCxnSpPr>
        <p:spPr>
          <a:xfrm>
            <a:off x="2960825" y="2721442"/>
            <a:ext cx="0" cy="869044"/>
          </a:xfrm>
          <a:prstGeom prst="straightConnector1">
            <a:avLst/>
          </a:prstGeom>
          <a:ln w="57150">
            <a:solidFill>
              <a:schemeClr val="bg2"/>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nvGrpSpPr>
          <p:cNvPr id="36" name="Group 35">
            <a:extLst>
              <a:ext uri="{FF2B5EF4-FFF2-40B4-BE49-F238E27FC236}">
                <a16:creationId xmlns:a16="http://schemas.microsoft.com/office/drawing/2014/main" id="{6311455A-B7C6-4A3D-BDB4-53D40970A335}"/>
              </a:ext>
            </a:extLst>
          </p:cNvPr>
          <p:cNvGrpSpPr/>
          <p:nvPr/>
        </p:nvGrpSpPr>
        <p:grpSpPr>
          <a:xfrm>
            <a:off x="5144849" y="3388419"/>
            <a:ext cx="1791521" cy="307512"/>
            <a:chOff x="853924" y="3598589"/>
            <a:chExt cx="1791521" cy="307512"/>
          </a:xfrm>
        </p:grpSpPr>
        <p:sp>
          <p:nvSpPr>
            <p:cNvPr id="37" name="TextBox 36">
              <a:extLst>
                <a:ext uri="{FF2B5EF4-FFF2-40B4-BE49-F238E27FC236}">
                  <a16:creationId xmlns:a16="http://schemas.microsoft.com/office/drawing/2014/main" id="{6AC3430A-5D6C-4A4D-9AC1-7E57218BB7E2}"/>
                </a:ext>
              </a:extLst>
            </p:cNvPr>
            <p:cNvSpPr txBox="1"/>
            <p:nvPr/>
          </p:nvSpPr>
          <p:spPr>
            <a:xfrm>
              <a:off x="1356631" y="3660012"/>
              <a:ext cx="1288814" cy="215444"/>
            </a:xfrm>
            <a:prstGeom prst="rect">
              <a:avLst/>
            </a:prstGeom>
            <a:solidFill>
              <a:schemeClr val="bg2">
                <a:lumMod val="20000"/>
                <a:lumOff val="80000"/>
              </a:schemeClr>
            </a:solidFill>
          </p:spPr>
          <p:txBody>
            <a:bodyPr wrap="none" lIns="0" tIns="0" rIns="0" bIns="0" rtlCol="0">
              <a:spAutoFit/>
            </a:bodyPr>
            <a:lstStyle/>
            <a:p>
              <a:pPr fontAlgn="base">
                <a:spcBef>
                  <a:spcPct val="50000"/>
                </a:spcBef>
                <a:spcAft>
                  <a:spcPct val="0"/>
                </a:spcAft>
                <a:buClr>
                  <a:srgbClr val="F0AB00"/>
                </a:buClr>
                <a:buSzPct val="80000"/>
              </a:pPr>
              <a:r>
                <a:rPr lang="de-DE" sz="1400" b="1" kern="0" dirty="0" err="1">
                  <a:latin typeface="Courier New" panose="02070309020205020404" pitchFamily="49" charset="0"/>
                  <a:ea typeface="Arial Unicode MS" pitchFamily="34" charset="-128"/>
                  <a:cs typeface="Courier New" panose="02070309020205020404" pitchFamily="49" charset="0"/>
                </a:rPr>
                <a:t>docker</a:t>
              </a:r>
              <a:r>
                <a:rPr lang="de-DE" sz="1400" b="1" kern="0" dirty="0">
                  <a:latin typeface="Courier New" panose="02070309020205020404" pitchFamily="49" charset="0"/>
                  <a:ea typeface="Arial Unicode MS" pitchFamily="34" charset="-128"/>
                  <a:cs typeface="Courier New" panose="02070309020205020404" pitchFamily="49" charset="0"/>
                </a:rPr>
                <a:t> </a:t>
              </a:r>
              <a:r>
                <a:rPr lang="de-DE" sz="1400" b="1" kern="0" dirty="0" err="1">
                  <a:latin typeface="Courier New" panose="02070309020205020404" pitchFamily="49" charset="0"/>
                  <a:ea typeface="Arial Unicode MS" pitchFamily="34" charset="-128"/>
                  <a:cs typeface="Courier New" panose="02070309020205020404" pitchFamily="49" charset="0"/>
                </a:rPr>
                <a:t>start</a:t>
              </a:r>
              <a:endParaRPr lang="de-DE" sz="1400" b="1" kern="0" dirty="0">
                <a:latin typeface="Courier New" panose="02070309020205020404" pitchFamily="49" charset="0"/>
                <a:ea typeface="Arial Unicode MS" pitchFamily="34" charset="-128"/>
                <a:cs typeface="Courier New" panose="02070309020205020404" pitchFamily="49" charset="0"/>
              </a:endParaRPr>
            </a:p>
          </p:txBody>
        </p:sp>
        <p:pic>
          <p:nvPicPr>
            <p:cNvPr id="38" name="Picture 37">
              <a:extLst>
                <a:ext uri="{FF2B5EF4-FFF2-40B4-BE49-F238E27FC236}">
                  <a16:creationId xmlns:a16="http://schemas.microsoft.com/office/drawing/2014/main" id="{23BC174D-EC93-40FA-B53E-BFEE70175ADF}"/>
                </a:ext>
              </a:extLst>
            </p:cNvPr>
            <p:cNvPicPr>
              <a:picLocks noChangeAspect="1"/>
            </p:cNvPicPr>
            <p:nvPr/>
          </p:nvPicPr>
          <p:blipFill>
            <a:blip r:embed="rId3"/>
            <a:stretch>
              <a:fillRect/>
            </a:stretch>
          </p:blipFill>
          <p:spPr>
            <a:xfrm>
              <a:off x="853924" y="3598589"/>
              <a:ext cx="410853" cy="307512"/>
            </a:xfrm>
            <a:prstGeom prst="rect">
              <a:avLst/>
            </a:prstGeom>
          </p:spPr>
        </p:pic>
      </p:grpSp>
      <p:cxnSp>
        <p:nvCxnSpPr>
          <p:cNvPr id="39" name="Straight Arrow Connector 38">
            <a:extLst>
              <a:ext uri="{FF2B5EF4-FFF2-40B4-BE49-F238E27FC236}">
                <a16:creationId xmlns:a16="http://schemas.microsoft.com/office/drawing/2014/main" id="{CF34BABA-4BA0-42EC-8170-345137E0771B}"/>
              </a:ext>
            </a:extLst>
          </p:cNvPr>
          <p:cNvCxnSpPr>
            <a:cxnSpLocks/>
            <a:stCxn id="30" idx="3"/>
            <a:endCxn id="35" idx="1"/>
          </p:cNvCxnSpPr>
          <p:nvPr/>
        </p:nvCxnSpPr>
        <p:spPr>
          <a:xfrm flipV="1">
            <a:off x="4417787" y="3749954"/>
            <a:ext cx="3345894" cy="1927"/>
          </a:xfrm>
          <a:prstGeom prst="straightConnector1">
            <a:avLst/>
          </a:prstGeom>
          <a:ln w="57150">
            <a:solidFill>
              <a:schemeClr val="bg2"/>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61" name="Connector: Elbow 60">
            <a:extLst>
              <a:ext uri="{FF2B5EF4-FFF2-40B4-BE49-F238E27FC236}">
                <a16:creationId xmlns:a16="http://schemas.microsoft.com/office/drawing/2014/main" id="{BCCC945B-9BB4-4DE1-8DD7-5982781A09D5}"/>
              </a:ext>
            </a:extLst>
          </p:cNvPr>
          <p:cNvCxnSpPr>
            <a:cxnSpLocks/>
            <a:stCxn id="4" idx="3"/>
            <a:endCxn id="35" idx="0"/>
          </p:cNvCxnSpPr>
          <p:nvPr/>
        </p:nvCxnSpPr>
        <p:spPr>
          <a:xfrm>
            <a:off x="3905853" y="1915167"/>
            <a:ext cx="5304392" cy="1675319"/>
          </a:xfrm>
          <a:prstGeom prst="bentConnector2">
            <a:avLst/>
          </a:prstGeom>
          <a:ln w="57150">
            <a:solidFill>
              <a:schemeClr val="bg2"/>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64" name="Straight Arrow Connector 63">
            <a:extLst>
              <a:ext uri="{FF2B5EF4-FFF2-40B4-BE49-F238E27FC236}">
                <a16:creationId xmlns:a16="http://schemas.microsoft.com/office/drawing/2014/main" id="{F8103F85-12DC-4BDF-833D-548190F6C0EF}"/>
              </a:ext>
            </a:extLst>
          </p:cNvPr>
          <p:cNvCxnSpPr>
            <a:cxnSpLocks/>
            <a:stCxn id="35" idx="2"/>
            <a:endCxn id="77" idx="0"/>
          </p:cNvCxnSpPr>
          <p:nvPr/>
        </p:nvCxnSpPr>
        <p:spPr>
          <a:xfrm>
            <a:off x="9210245" y="3909422"/>
            <a:ext cx="0" cy="1531101"/>
          </a:xfrm>
          <a:prstGeom prst="straightConnector1">
            <a:avLst/>
          </a:prstGeom>
          <a:ln w="57150">
            <a:solidFill>
              <a:schemeClr val="bg2"/>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nvGrpSpPr>
          <p:cNvPr id="69" name="Group 68">
            <a:extLst>
              <a:ext uri="{FF2B5EF4-FFF2-40B4-BE49-F238E27FC236}">
                <a16:creationId xmlns:a16="http://schemas.microsoft.com/office/drawing/2014/main" id="{A31FADFA-1719-40C0-B377-C4E9665BFF18}"/>
              </a:ext>
            </a:extLst>
          </p:cNvPr>
          <p:cNvGrpSpPr/>
          <p:nvPr/>
        </p:nvGrpSpPr>
        <p:grpSpPr>
          <a:xfrm>
            <a:off x="9477123" y="4476115"/>
            <a:ext cx="1684121" cy="307512"/>
            <a:chOff x="853924" y="3598589"/>
            <a:chExt cx="1684121" cy="307512"/>
          </a:xfrm>
        </p:grpSpPr>
        <p:sp>
          <p:nvSpPr>
            <p:cNvPr id="70" name="TextBox 69">
              <a:extLst>
                <a:ext uri="{FF2B5EF4-FFF2-40B4-BE49-F238E27FC236}">
                  <a16:creationId xmlns:a16="http://schemas.microsoft.com/office/drawing/2014/main" id="{75DD4279-15ED-4461-B6B4-EF4309F73AD9}"/>
                </a:ext>
              </a:extLst>
            </p:cNvPr>
            <p:cNvSpPr txBox="1"/>
            <p:nvPr/>
          </p:nvSpPr>
          <p:spPr>
            <a:xfrm>
              <a:off x="1356631" y="3660012"/>
              <a:ext cx="1181414" cy="215444"/>
            </a:xfrm>
            <a:prstGeom prst="rect">
              <a:avLst/>
            </a:prstGeom>
            <a:solidFill>
              <a:schemeClr val="bg2">
                <a:lumMod val="20000"/>
                <a:lumOff val="80000"/>
              </a:schemeClr>
            </a:solidFill>
          </p:spPr>
          <p:txBody>
            <a:bodyPr wrap="none" lIns="0" tIns="0" rIns="0" bIns="0" rtlCol="0">
              <a:spAutoFit/>
            </a:bodyPr>
            <a:lstStyle/>
            <a:p>
              <a:pPr fontAlgn="base">
                <a:spcBef>
                  <a:spcPct val="50000"/>
                </a:spcBef>
                <a:spcAft>
                  <a:spcPct val="0"/>
                </a:spcAft>
                <a:buClr>
                  <a:srgbClr val="F0AB00"/>
                </a:buClr>
                <a:buSzPct val="80000"/>
              </a:pPr>
              <a:r>
                <a:rPr lang="de-DE" sz="1400" b="1" kern="0" dirty="0" err="1">
                  <a:latin typeface="Courier New" panose="02070309020205020404" pitchFamily="49" charset="0"/>
                  <a:ea typeface="Arial Unicode MS" pitchFamily="34" charset="-128"/>
                  <a:cs typeface="Courier New" panose="02070309020205020404" pitchFamily="49" charset="0"/>
                </a:rPr>
                <a:t>docker</a:t>
              </a:r>
              <a:r>
                <a:rPr lang="de-DE" sz="1400" b="1" kern="0" dirty="0">
                  <a:latin typeface="Courier New" panose="02070309020205020404" pitchFamily="49" charset="0"/>
                  <a:ea typeface="Arial Unicode MS" pitchFamily="34" charset="-128"/>
                  <a:cs typeface="Courier New" panose="02070309020205020404" pitchFamily="49" charset="0"/>
                </a:rPr>
                <a:t> </a:t>
              </a:r>
              <a:r>
                <a:rPr lang="de-DE" sz="1400" b="1" kern="0" dirty="0" err="1">
                  <a:latin typeface="Courier New" panose="02070309020205020404" pitchFamily="49" charset="0"/>
                  <a:ea typeface="Arial Unicode MS" pitchFamily="34" charset="-128"/>
                  <a:cs typeface="Courier New" panose="02070309020205020404" pitchFamily="49" charset="0"/>
                </a:rPr>
                <a:t>stop</a:t>
              </a:r>
              <a:endParaRPr lang="de-DE" sz="1400" b="1" kern="0" dirty="0">
                <a:latin typeface="Courier New" panose="02070309020205020404" pitchFamily="49" charset="0"/>
                <a:ea typeface="Arial Unicode MS" pitchFamily="34" charset="-128"/>
                <a:cs typeface="Courier New" panose="02070309020205020404" pitchFamily="49" charset="0"/>
              </a:endParaRPr>
            </a:p>
          </p:txBody>
        </p:sp>
        <p:pic>
          <p:nvPicPr>
            <p:cNvPr id="71" name="Picture 70">
              <a:extLst>
                <a:ext uri="{FF2B5EF4-FFF2-40B4-BE49-F238E27FC236}">
                  <a16:creationId xmlns:a16="http://schemas.microsoft.com/office/drawing/2014/main" id="{34DD894D-3BD4-483B-8E8F-64E7571630AE}"/>
                </a:ext>
              </a:extLst>
            </p:cNvPr>
            <p:cNvPicPr>
              <a:picLocks noChangeAspect="1"/>
            </p:cNvPicPr>
            <p:nvPr/>
          </p:nvPicPr>
          <p:blipFill>
            <a:blip r:embed="rId3"/>
            <a:stretch>
              <a:fillRect/>
            </a:stretch>
          </p:blipFill>
          <p:spPr>
            <a:xfrm>
              <a:off x="853924" y="3598589"/>
              <a:ext cx="410853" cy="307512"/>
            </a:xfrm>
            <a:prstGeom prst="rect">
              <a:avLst/>
            </a:prstGeom>
          </p:spPr>
        </p:pic>
      </p:grpSp>
      <p:sp>
        <p:nvSpPr>
          <p:cNvPr id="77" name="Rectangle 76">
            <a:extLst>
              <a:ext uri="{FF2B5EF4-FFF2-40B4-BE49-F238E27FC236}">
                <a16:creationId xmlns:a16="http://schemas.microsoft.com/office/drawing/2014/main" id="{AD16D3A0-0893-4C91-A142-12BE900A90B7}"/>
              </a:ext>
            </a:extLst>
          </p:cNvPr>
          <p:cNvSpPr/>
          <p:nvPr/>
        </p:nvSpPr>
        <p:spPr bwMode="gray">
          <a:xfrm>
            <a:off x="7763681" y="5440523"/>
            <a:ext cx="2893127" cy="318936"/>
          </a:xfrm>
          <a:prstGeom prst="rect">
            <a:avLst/>
          </a:prstGeom>
          <a:solidFill>
            <a:srgbClr val="C00000"/>
          </a:solidFill>
          <a:ln>
            <a:headEnd/>
            <a:tailEnd/>
          </a:ln>
        </p:spPr>
        <p:style>
          <a:lnRef idx="2">
            <a:schemeClr val="accent4">
              <a:shade val="50000"/>
            </a:schemeClr>
          </a:lnRef>
          <a:fillRef idx="1">
            <a:schemeClr val="accent4"/>
          </a:fillRef>
          <a:effectRef idx="0">
            <a:schemeClr val="accent4"/>
          </a:effectRef>
          <a:fontRef idx="minor">
            <a:schemeClr val="lt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050" b="1" kern="0" dirty="0">
                <a:ln w="0"/>
                <a:solidFill>
                  <a:schemeClr val="tx1">
                    <a:lumMod val="85000"/>
                    <a:lumOff val="15000"/>
                  </a:schemeClr>
                </a:solidFill>
                <a:ea typeface="Arial Unicode MS" pitchFamily="34" charset="-128"/>
                <a:cs typeface="Arial Unicode MS" pitchFamily="34" charset="-128"/>
              </a:rPr>
              <a:t>writable layer a320d5f4bd36</a:t>
            </a:r>
            <a:endParaRPr kumimoji="0" lang="en-US" sz="1050" b="1" u="none" strike="noStrike" kern="0" normalizeH="0" baseline="0" dirty="0">
              <a:ln w="0"/>
              <a:solidFill>
                <a:schemeClr val="tx1">
                  <a:lumMod val="85000"/>
                  <a:lumOff val="15000"/>
                </a:schemeClr>
              </a:solidFill>
              <a:uLnTx/>
              <a:uFillTx/>
              <a:ea typeface="Arial Unicode MS" pitchFamily="34" charset="-128"/>
              <a:cs typeface="Arial Unicode MS" pitchFamily="34" charset="-128"/>
            </a:endParaRPr>
          </a:p>
        </p:txBody>
      </p:sp>
      <p:grpSp>
        <p:nvGrpSpPr>
          <p:cNvPr id="81" name="Group 80">
            <a:extLst>
              <a:ext uri="{FF2B5EF4-FFF2-40B4-BE49-F238E27FC236}">
                <a16:creationId xmlns:a16="http://schemas.microsoft.com/office/drawing/2014/main" id="{6ADD1F4C-8F5E-49BE-8938-3BFE42F391A2}"/>
              </a:ext>
            </a:extLst>
          </p:cNvPr>
          <p:cNvGrpSpPr/>
          <p:nvPr/>
        </p:nvGrpSpPr>
        <p:grpSpPr>
          <a:xfrm>
            <a:off x="7097100" y="4463426"/>
            <a:ext cx="1791521" cy="307512"/>
            <a:chOff x="853924" y="3598589"/>
            <a:chExt cx="1791521" cy="307512"/>
          </a:xfrm>
        </p:grpSpPr>
        <p:sp>
          <p:nvSpPr>
            <p:cNvPr id="82" name="TextBox 81">
              <a:extLst>
                <a:ext uri="{FF2B5EF4-FFF2-40B4-BE49-F238E27FC236}">
                  <a16:creationId xmlns:a16="http://schemas.microsoft.com/office/drawing/2014/main" id="{C6F5D3F3-3992-4F98-92B9-BC2E17193F10}"/>
                </a:ext>
              </a:extLst>
            </p:cNvPr>
            <p:cNvSpPr txBox="1"/>
            <p:nvPr/>
          </p:nvSpPr>
          <p:spPr>
            <a:xfrm>
              <a:off x="1356631" y="3660012"/>
              <a:ext cx="1288814" cy="215444"/>
            </a:xfrm>
            <a:prstGeom prst="rect">
              <a:avLst/>
            </a:prstGeom>
            <a:solidFill>
              <a:schemeClr val="bg2">
                <a:lumMod val="20000"/>
                <a:lumOff val="80000"/>
              </a:schemeClr>
            </a:solidFill>
          </p:spPr>
          <p:txBody>
            <a:bodyPr wrap="none" lIns="0" tIns="0" rIns="0" bIns="0" rtlCol="0">
              <a:spAutoFit/>
            </a:bodyPr>
            <a:lstStyle/>
            <a:p>
              <a:pPr fontAlgn="base">
                <a:spcBef>
                  <a:spcPct val="50000"/>
                </a:spcBef>
                <a:spcAft>
                  <a:spcPct val="0"/>
                </a:spcAft>
                <a:buClr>
                  <a:srgbClr val="F0AB00"/>
                </a:buClr>
                <a:buSzPct val="80000"/>
              </a:pPr>
              <a:r>
                <a:rPr lang="de-DE" sz="1400" b="1" kern="0" dirty="0" err="1">
                  <a:latin typeface="Courier New" panose="02070309020205020404" pitchFamily="49" charset="0"/>
                  <a:ea typeface="Arial Unicode MS" pitchFamily="34" charset="-128"/>
                  <a:cs typeface="Courier New" panose="02070309020205020404" pitchFamily="49" charset="0"/>
                </a:rPr>
                <a:t>docker</a:t>
              </a:r>
              <a:r>
                <a:rPr lang="de-DE" sz="1400" b="1" kern="0" dirty="0">
                  <a:latin typeface="Courier New" panose="02070309020205020404" pitchFamily="49" charset="0"/>
                  <a:ea typeface="Arial Unicode MS" pitchFamily="34" charset="-128"/>
                  <a:cs typeface="Courier New" panose="02070309020205020404" pitchFamily="49" charset="0"/>
                </a:rPr>
                <a:t> </a:t>
              </a:r>
              <a:r>
                <a:rPr lang="de-DE" sz="1400" b="1" kern="0" dirty="0" err="1">
                  <a:latin typeface="Courier New" panose="02070309020205020404" pitchFamily="49" charset="0"/>
                  <a:ea typeface="Arial Unicode MS" pitchFamily="34" charset="-128"/>
                  <a:cs typeface="Courier New" panose="02070309020205020404" pitchFamily="49" charset="0"/>
                </a:rPr>
                <a:t>start</a:t>
              </a:r>
              <a:endParaRPr lang="de-DE" sz="1400" b="1" kern="0" dirty="0">
                <a:latin typeface="Courier New" panose="02070309020205020404" pitchFamily="49" charset="0"/>
                <a:ea typeface="Arial Unicode MS" pitchFamily="34" charset="-128"/>
                <a:cs typeface="Courier New" panose="02070309020205020404" pitchFamily="49" charset="0"/>
              </a:endParaRPr>
            </a:p>
          </p:txBody>
        </p:sp>
        <p:pic>
          <p:nvPicPr>
            <p:cNvPr id="83" name="Picture 82">
              <a:extLst>
                <a:ext uri="{FF2B5EF4-FFF2-40B4-BE49-F238E27FC236}">
                  <a16:creationId xmlns:a16="http://schemas.microsoft.com/office/drawing/2014/main" id="{2A7619DA-9228-442C-BEFB-DFD8C4578570}"/>
                </a:ext>
              </a:extLst>
            </p:cNvPr>
            <p:cNvPicPr>
              <a:picLocks noChangeAspect="1"/>
            </p:cNvPicPr>
            <p:nvPr/>
          </p:nvPicPr>
          <p:blipFill>
            <a:blip r:embed="rId3"/>
            <a:stretch>
              <a:fillRect/>
            </a:stretch>
          </p:blipFill>
          <p:spPr>
            <a:xfrm>
              <a:off x="853924" y="3598589"/>
              <a:ext cx="410853" cy="307512"/>
            </a:xfrm>
            <a:prstGeom prst="rect">
              <a:avLst/>
            </a:prstGeom>
          </p:spPr>
        </p:pic>
      </p:grpSp>
      <p:cxnSp>
        <p:nvCxnSpPr>
          <p:cNvPr id="84" name="Straight Arrow Connector 83">
            <a:extLst>
              <a:ext uri="{FF2B5EF4-FFF2-40B4-BE49-F238E27FC236}">
                <a16:creationId xmlns:a16="http://schemas.microsoft.com/office/drawing/2014/main" id="{E771766C-56DD-44F2-A3B3-F25BF65D6209}"/>
              </a:ext>
            </a:extLst>
          </p:cNvPr>
          <p:cNvCxnSpPr>
            <a:cxnSpLocks/>
          </p:cNvCxnSpPr>
          <p:nvPr/>
        </p:nvCxnSpPr>
        <p:spPr>
          <a:xfrm flipV="1">
            <a:off x="9041432" y="3909422"/>
            <a:ext cx="0" cy="1519580"/>
          </a:xfrm>
          <a:prstGeom prst="straightConnector1">
            <a:avLst/>
          </a:prstGeom>
          <a:ln w="57150">
            <a:solidFill>
              <a:schemeClr val="bg2"/>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87" name="Rectangle 86">
            <a:extLst>
              <a:ext uri="{FF2B5EF4-FFF2-40B4-BE49-F238E27FC236}">
                <a16:creationId xmlns:a16="http://schemas.microsoft.com/office/drawing/2014/main" id="{6577650D-C412-4CFC-9B83-C5E26687CAFF}"/>
              </a:ext>
            </a:extLst>
          </p:cNvPr>
          <p:cNvSpPr/>
          <p:nvPr/>
        </p:nvSpPr>
        <p:spPr bwMode="gray">
          <a:xfrm>
            <a:off x="1503862" y="5440523"/>
            <a:ext cx="2893127" cy="318936"/>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050" b="1" kern="0" dirty="0">
                <a:ln w="0"/>
                <a:solidFill>
                  <a:schemeClr val="tx1">
                    <a:lumMod val="85000"/>
                    <a:lumOff val="15000"/>
                  </a:schemeClr>
                </a:solidFill>
                <a:ea typeface="Arial Unicode MS" pitchFamily="34" charset="-128"/>
                <a:cs typeface="Arial Unicode MS" pitchFamily="34" charset="-128"/>
              </a:rPr>
              <a:t>writable layer a320d5f4bd36</a:t>
            </a:r>
            <a:endParaRPr kumimoji="0" lang="en-US" sz="1050" b="1" u="none" strike="noStrike" kern="0" normalizeH="0" baseline="0" dirty="0">
              <a:ln w="0"/>
              <a:solidFill>
                <a:schemeClr val="tx1">
                  <a:lumMod val="85000"/>
                  <a:lumOff val="15000"/>
                </a:schemeClr>
              </a:solidFill>
              <a:uLnTx/>
              <a:uFillTx/>
              <a:ea typeface="Arial Unicode MS" pitchFamily="34" charset="-128"/>
              <a:cs typeface="Arial Unicode MS" pitchFamily="34" charset="-128"/>
            </a:endParaRPr>
          </a:p>
        </p:txBody>
      </p:sp>
      <p:sp>
        <p:nvSpPr>
          <p:cNvPr id="88" name="Multiplication Sign 87">
            <a:extLst>
              <a:ext uri="{FF2B5EF4-FFF2-40B4-BE49-F238E27FC236}">
                <a16:creationId xmlns:a16="http://schemas.microsoft.com/office/drawing/2014/main" id="{12D4D4F1-26ED-4D92-AD8D-4B5FCDF2A6DE}"/>
              </a:ext>
            </a:extLst>
          </p:cNvPr>
          <p:cNvSpPr/>
          <p:nvPr/>
        </p:nvSpPr>
        <p:spPr bwMode="gray">
          <a:xfrm>
            <a:off x="1912110" y="4890690"/>
            <a:ext cx="2076628" cy="1418601"/>
          </a:xfrm>
          <a:prstGeom prst="mathMultiply">
            <a:avLst>
              <a:gd name="adj1" fmla="val 19772"/>
            </a:avLst>
          </a:prstGeom>
          <a:solidFill>
            <a:srgbClr val="C00000"/>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grpSp>
        <p:nvGrpSpPr>
          <p:cNvPr id="89" name="Group 88">
            <a:extLst>
              <a:ext uri="{FF2B5EF4-FFF2-40B4-BE49-F238E27FC236}">
                <a16:creationId xmlns:a16="http://schemas.microsoft.com/office/drawing/2014/main" id="{0539C04C-8743-41B9-ABB3-F9CB0D01F13A}"/>
              </a:ext>
            </a:extLst>
          </p:cNvPr>
          <p:cNvGrpSpPr/>
          <p:nvPr/>
        </p:nvGrpSpPr>
        <p:grpSpPr>
          <a:xfrm>
            <a:off x="5141550" y="5187993"/>
            <a:ext cx="1469318" cy="307512"/>
            <a:chOff x="853924" y="3598589"/>
            <a:chExt cx="1469318" cy="307512"/>
          </a:xfrm>
        </p:grpSpPr>
        <p:sp>
          <p:nvSpPr>
            <p:cNvPr id="90" name="TextBox 89">
              <a:extLst>
                <a:ext uri="{FF2B5EF4-FFF2-40B4-BE49-F238E27FC236}">
                  <a16:creationId xmlns:a16="http://schemas.microsoft.com/office/drawing/2014/main" id="{EAA63DD8-8D69-4546-9D27-1967C2B7B7A1}"/>
                </a:ext>
              </a:extLst>
            </p:cNvPr>
            <p:cNvSpPr txBox="1"/>
            <p:nvPr/>
          </p:nvSpPr>
          <p:spPr>
            <a:xfrm>
              <a:off x="1356631" y="3660012"/>
              <a:ext cx="966611" cy="215444"/>
            </a:xfrm>
            <a:prstGeom prst="rect">
              <a:avLst/>
            </a:prstGeom>
            <a:solidFill>
              <a:schemeClr val="bg2">
                <a:lumMod val="20000"/>
                <a:lumOff val="80000"/>
              </a:schemeClr>
            </a:solidFill>
          </p:spPr>
          <p:txBody>
            <a:bodyPr wrap="none" lIns="0" tIns="0" rIns="0" bIns="0" rtlCol="0">
              <a:spAutoFit/>
            </a:bodyPr>
            <a:lstStyle/>
            <a:p>
              <a:pPr fontAlgn="base">
                <a:spcBef>
                  <a:spcPct val="50000"/>
                </a:spcBef>
                <a:spcAft>
                  <a:spcPct val="0"/>
                </a:spcAft>
                <a:buClr>
                  <a:srgbClr val="F0AB00"/>
                </a:buClr>
                <a:buSzPct val="80000"/>
              </a:pPr>
              <a:r>
                <a:rPr lang="de-DE" sz="1400" b="1" kern="0" dirty="0" err="1">
                  <a:latin typeface="Courier New" panose="02070309020205020404" pitchFamily="49" charset="0"/>
                  <a:ea typeface="Arial Unicode MS" pitchFamily="34" charset="-128"/>
                  <a:cs typeface="Courier New" panose="02070309020205020404" pitchFamily="49" charset="0"/>
                </a:rPr>
                <a:t>docker</a:t>
              </a:r>
              <a:r>
                <a:rPr lang="de-DE" sz="1400" b="1" kern="0" dirty="0">
                  <a:latin typeface="Courier New" panose="02070309020205020404" pitchFamily="49" charset="0"/>
                  <a:ea typeface="Arial Unicode MS" pitchFamily="34" charset="-128"/>
                  <a:cs typeface="Courier New" panose="02070309020205020404" pitchFamily="49" charset="0"/>
                </a:rPr>
                <a:t> </a:t>
              </a:r>
              <a:r>
                <a:rPr lang="de-DE" sz="1400" b="1" kern="0" dirty="0" err="1">
                  <a:latin typeface="Courier New" panose="02070309020205020404" pitchFamily="49" charset="0"/>
                  <a:ea typeface="Arial Unicode MS" pitchFamily="34" charset="-128"/>
                  <a:cs typeface="Courier New" panose="02070309020205020404" pitchFamily="49" charset="0"/>
                </a:rPr>
                <a:t>rm</a:t>
              </a:r>
              <a:endParaRPr lang="de-DE" sz="1400" b="1" kern="0" dirty="0">
                <a:latin typeface="Courier New" panose="02070309020205020404" pitchFamily="49" charset="0"/>
                <a:ea typeface="Arial Unicode MS" pitchFamily="34" charset="-128"/>
                <a:cs typeface="Courier New" panose="02070309020205020404" pitchFamily="49" charset="0"/>
              </a:endParaRPr>
            </a:p>
          </p:txBody>
        </p:sp>
        <p:pic>
          <p:nvPicPr>
            <p:cNvPr id="91" name="Picture 90">
              <a:extLst>
                <a:ext uri="{FF2B5EF4-FFF2-40B4-BE49-F238E27FC236}">
                  <a16:creationId xmlns:a16="http://schemas.microsoft.com/office/drawing/2014/main" id="{F1F6CA4F-0C43-4AD3-9A79-CB5AFE28CB7B}"/>
                </a:ext>
              </a:extLst>
            </p:cNvPr>
            <p:cNvPicPr>
              <a:picLocks noChangeAspect="1"/>
            </p:cNvPicPr>
            <p:nvPr/>
          </p:nvPicPr>
          <p:blipFill>
            <a:blip r:embed="rId3"/>
            <a:stretch>
              <a:fillRect/>
            </a:stretch>
          </p:blipFill>
          <p:spPr>
            <a:xfrm>
              <a:off x="853924" y="3598589"/>
              <a:ext cx="410853" cy="307512"/>
            </a:xfrm>
            <a:prstGeom prst="rect">
              <a:avLst/>
            </a:prstGeom>
          </p:spPr>
        </p:pic>
      </p:grpSp>
      <p:cxnSp>
        <p:nvCxnSpPr>
          <p:cNvPr id="99" name="Straight Arrow Connector 98">
            <a:extLst>
              <a:ext uri="{FF2B5EF4-FFF2-40B4-BE49-F238E27FC236}">
                <a16:creationId xmlns:a16="http://schemas.microsoft.com/office/drawing/2014/main" id="{ED2E34F9-AFE3-461E-BCE9-F611A0AA4487}"/>
              </a:ext>
            </a:extLst>
          </p:cNvPr>
          <p:cNvCxnSpPr>
            <a:stCxn id="77" idx="1"/>
            <a:endCxn id="87" idx="3"/>
          </p:cNvCxnSpPr>
          <p:nvPr/>
        </p:nvCxnSpPr>
        <p:spPr>
          <a:xfrm flipH="1">
            <a:off x="4396989" y="5599991"/>
            <a:ext cx="3366692" cy="0"/>
          </a:xfrm>
          <a:prstGeom prst="straightConnector1">
            <a:avLst/>
          </a:prstGeom>
          <a:ln w="57150">
            <a:solidFill>
              <a:schemeClr val="bg2"/>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35" name="Rectangle 34">
            <a:extLst>
              <a:ext uri="{FF2B5EF4-FFF2-40B4-BE49-F238E27FC236}">
                <a16:creationId xmlns:a16="http://schemas.microsoft.com/office/drawing/2014/main" id="{F88AAB92-4231-4CD6-8B42-F0F5C84CCF18}"/>
              </a:ext>
            </a:extLst>
          </p:cNvPr>
          <p:cNvSpPr/>
          <p:nvPr/>
        </p:nvSpPr>
        <p:spPr bwMode="gray">
          <a:xfrm>
            <a:off x="7763681" y="3590486"/>
            <a:ext cx="2893127" cy="318936"/>
          </a:xfrm>
          <a:prstGeom prst="rect">
            <a:avLst/>
          </a:prstGeom>
          <a:solidFill>
            <a:schemeClr val="accent4">
              <a:lumMod val="75000"/>
            </a:schemeClr>
          </a:solidFill>
          <a:ln>
            <a:headEnd/>
            <a:tailEnd/>
          </a:ln>
        </p:spPr>
        <p:style>
          <a:lnRef idx="2">
            <a:schemeClr val="accent4">
              <a:shade val="50000"/>
            </a:schemeClr>
          </a:lnRef>
          <a:fillRef idx="1">
            <a:schemeClr val="accent4"/>
          </a:fillRef>
          <a:effectRef idx="0">
            <a:schemeClr val="accent4"/>
          </a:effectRef>
          <a:fontRef idx="minor">
            <a:schemeClr val="lt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050" b="1" kern="0" dirty="0">
                <a:ln w="0"/>
                <a:solidFill>
                  <a:schemeClr val="tx1">
                    <a:lumMod val="85000"/>
                    <a:lumOff val="15000"/>
                  </a:schemeClr>
                </a:solidFill>
                <a:ea typeface="Arial Unicode MS" pitchFamily="34" charset="-128"/>
                <a:cs typeface="Arial Unicode MS" pitchFamily="34" charset="-128"/>
              </a:rPr>
              <a:t>writable layer a320d5f4bd36</a:t>
            </a:r>
            <a:endParaRPr kumimoji="0" lang="en-US" sz="1050" b="1" u="none" strike="noStrike" kern="0" normalizeH="0" baseline="0" dirty="0">
              <a:ln w="0"/>
              <a:solidFill>
                <a:schemeClr val="tx1">
                  <a:lumMod val="85000"/>
                  <a:lumOff val="15000"/>
                </a:schemeClr>
              </a:solidFill>
              <a:uLnTx/>
              <a:uFillTx/>
              <a:ea typeface="Arial Unicode MS" pitchFamily="34" charset="-128"/>
              <a:cs typeface="Arial Unicode MS" pitchFamily="34" charset="-128"/>
            </a:endParaRPr>
          </a:p>
        </p:txBody>
      </p:sp>
      <p:pic>
        <p:nvPicPr>
          <p:cNvPr id="4" name="Grafik 3" descr="Platte mit einfarbiger Füllung">
            <a:extLst>
              <a:ext uri="{FF2B5EF4-FFF2-40B4-BE49-F238E27FC236}">
                <a16:creationId xmlns:a16="http://schemas.microsoft.com/office/drawing/2014/main" id="{195311E9-E7B0-71A9-9BB9-7DA94CE8802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036594" y="980537"/>
            <a:ext cx="1869259" cy="1869259"/>
          </a:xfrm>
          <a:prstGeom prst="rect">
            <a:avLst/>
          </a:prstGeom>
        </p:spPr>
      </p:pic>
      <p:grpSp>
        <p:nvGrpSpPr>
          <p:cNvPr id="6" name="Group 35">
            <a:extLst>
              <a:ext uri="{FF2B5EF4-FFF2-40B4-BE49-F238E27FC236}">
                <a16:creationId xmlns:a16="http://schemas.microsoft.com/office/drawing/2014/main" id="{632037B4-54CC-8118-2377-3493D8EA983E}"/>
              </a:ext>
            </a:extLst>
          </p:cNvPr>
          <p:cNvGrpSpPr/>
          <p:nvPr/>
        </p:nvGrpSpPr>
        <p:grpSpPr>
          <a:xfrm>
            <a:off x="5201478" y="1500450"/>
            <a:ext cx="1576719" cy="307512"/>
            <a:chOff x="853924" y="3598589"/>
            <a:chExt cx="1576719" cy="307512"/>
          </a:xfrm>
        </p:grpSpPr>
        <p:sp>
          <p:nvSpPr>
            <p:cNvPr id="7" name="TextBox 36">
              <a:extLst>
                <a:ext uri="{FF2B5EF4-FFF2-40B4-BE49-F238E27FC236}">
                  <a16:creationId xmlns:a16="http://schemas.microsoft.com/office/drawing/2014/main" id="{233C7CF8-745F-48E0-C9DD-FBFEE0D41E47}"/>
                </a:ext>
              </a:extLst>
            </p:cNvPr>
            <p:cNvSpPr txBox="1"/>
            <p:nvPr/>
          </p:nvSpPr>
          <p:spPr>
            <a:xfrm>
              <a:off x="1356631" y="3660012"/>
              <a:ext cx="1074012" cy="215444"/>
            </a:xfrm>
            <a:prstGeom prst="rect">
              <a:avLst/>
            </a:prstGeom>
            <a:solidFill>
              <a:schemeClr val="bg2">
                <a:lumMod val="20000"/>
                <a:lumOff val="80000"/>
              </a:schemeClr>
            </a:solidFill>
          </p:spPr>
          <p:txBody>
            <a:bodyPr wrap="none" lIns="0" tIns="0" rIns="0" bIns="0" rtlCol="0">
              <a:spAutoFit/>
            </a:bodyPr>
            <a:lstStyle/>
            <a:p>
              <a:pPr fontAlgn="base">
                <a:spcBef>
                  <a:spcPct val="50000"/>
                </a:spcBef>
                <a:spcAft>
                  <a:spcPct val="0"/>
                </a:spcAft>
                <a:buClr>
                  <a:srgbClr val="F0AB00"/>
                </a:buClr>
                <a:buSzPct val="80000"/>
              </a:pPr>
              <a:r>
                <a:rPr lang="de-DE" sz="1400" b="1" kern="0" dirty="0" err="1">
                  <a:latin typeface="Courier New" panose="02070309020205020404" pitchFamily="49" charset="0"/>
                  <a:ea typeface="Arial Unicode MS" pitchFamily="34" charset="-128"/>
                  <a:cs typeface="Courier New" panose="02070309020205020404" pitchFamily="49" charset="0"/>
                </a:rPr>
                <a:t>docker</a:t>
              </a:r>
              <a:r>
                <a:rPr lang="de-DE" sz="1400" b="1" kern="0" dirty="0">
                  <a:latin typeface="Courier New" panose="02070309020205020404" pitchFamily="49" charset="0"/>
                  <a:ea typeface="Arial Unicode MS" pitchFamily="34" charset="-128"/>
                  <a:cs typeface="Courier New" panose="02070309020205020404" pitchFamily="49" charset="0"/>
                </a:rPr>
                <a:t> </a:t>
              </a:r>
              <a:r>
                <a:rPr lang="de-DE" sz="1400" b="1" kern="0" dirty="0" err="1">
                  <a:latin typeface="Courier New" panose="02070309020205020404" pitchFamily="49" charset="0"/>
                  <a:ea typeface="Arial Unicode MS" pitchFamily="34" charset="-128"/>
                  <a:cs typeface="Courier New" panose="02070309020205020404" pitchFamily="49" charset="0"/>
                </a:rPr>
                <a:t>run</a:t>
              </a:r>
              <a:endParaRPr lang="de-DE" sz="1400" b="1" kern="0" dirty="0">
                <a:latin typeface="Courier New" panose="02070309020205020404" pitchFamily="49" charset="0"/>
                <a:ea typeface="Arial Unicode MS" pitchFamily="34" charset="-128"/>
                <a:cs typeface="Courier New" panose="02070309020205020404" pitchFamily="49" charset="0"/>
              </a:endParaRPr>
            </a:p>
          </p:txBody>
        </p:sp>
        <p:pic>
          <p:nvPicPr>
            <p:cNvPr id="8" name="Picture 37">
              <a:extLst>
                <a:ext uri="{FF2B5EF4-FFF2-40B4-BE49-F238E27FC236}">
                  <a16:creationId xmlns:a16="http://schemas.microsoft.com/office/drawing/2014/main" id="{FE738CA2-C433-36C2-40D7-AD6143876BDE}"/>
                </a:ext>
              </a:extLst>
            </p:cNvPr>
            <p:cNvPicPr>
              <a:picLocks noChangeAspect="1"/>
            </p:cNvPicPr>
            <p:nvPr/>
          </p:nvPicPr>
          <p:blipFill>
            <a:blip r:embed="rId3"/>
            <a:stretch>
              <a:fillRect/>
            </a:stretch>
          </p:blipFill>
          <p:spPr>
            <a:xfrm>
              <a:off x="853924" y="3598589"/>
              <a:ext cx="410853" cy="307512"/>
            </a:xfrm>
            <a:prstGeom prst="rect">
              <a:avLst/>
            </a:prstGeom>
          </p:spPr>
        </p:pic>
      </p:grpSp>
    </p:spTree>
    <p:extLst>
      <p:ext uri="{BB962C8B-B14F-4D97-AF65-F5344CB8AC3E}">
        <p14:creationId xmlns:p14="http://schemas.microsoft.com/office/powerpoint/2010/main" val="27925363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1"/>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69"/>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64"/>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77"/>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81"/>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84"/>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99"/>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89"/>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8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8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77" grpId="0" animBg="1"/>
      <p:bldP spid="87" grpId="0" animBg="1"/>
      <p:bldP spid="88" grpId="0" animBg="1"/>
      <p:bldP spid="35"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70B0B981-C0FF-1FC6-61ED-ED49FDA05642}"/>
              </a:ext>
            </a:extLst>
          </p:cNvPr>
          <p:cNvSpPr>
            <a:spLocks noGrp="1"/>
          </p:cNvSpPr>
          <p:nvPr>
            <p:ph type="title"/>
          </p:nvPr>
        </p:nvSpPr>
        <p:spPr/>
        <p:txBody>
          <a:bodyPr/>
          <a:lstStyle/>
          <a:p>
            <a:r>
              <a:rPr lang="de-DE" dirty="0" err="1"/>
              <a:t>Please</a:t>
            </a:r>
            <a:r>
              <a:rPr lang="de-DE" dirty="0"/>
              <a:t> type </a:t>
            </a:r>
            <a:r>
              <a:rPr lang="de-DE" dirty="0" err="1"/>
              <a:t>along</a:t>
            </a:r>
            <a:endParaRPr lang="de-DE" dirty="0"/>
          </a:p>
        </p:txBody>
      </p:sp>
      <p:sp>
        <p:nvSpPr>
          <p:cNvPr id="5" name="Textfeld 4">
            <a:extLst>
              <a:ext uri="{FF2B5EF4-FFF2-40B4-BE49-F238E27FC236}">
                <a16:creationId xmlns:a16="http://schemas.microsoft.com/office/drawing/2014/main" id="{A1C77943-03FA-3EB9-DD70-8143DC3554F1}"/>
              </a:ext>
            </a:extLst>
          </p:cNvPr>
          <p:cNvSpPr txBox="1"/>
          <p:nvPr/>
        </p:nvSpPr>
        <p:spPr>
          <a:xfrm>
            <a:off x="504000" y="1314064"/>
            <a:ext cx="10087799" cy="2689198"/>
          </a:xfrm>
          <a:prstGeom prst="rect">
            <a:avLst/>
          </a:prstGeom>
          <a:noFill/>
        </p:spPr>
        <p:txBody>
          <a:bodyPr wrap="square">
            <a:spAutoFit/>
          </a:bodyPr>
          <a:lstStyle/>
          <a:p>
            <a:pPr fontAlgn="base">
              <a:lnSpc>
                <a:spcPct val="150000"/>
              </a:lnSpc>
              <a:spcBef>
                <a:spcPct val="50000"/>
              </a:spcBef>
              <a:spcAft>
                <a:spcPct val="0"/>
              </a:spcAft>
              <a:buClr>
                <a:srgbClr val="F0AB00"/>
              </a:buClr>
              <a:buSzPct val="80000"/>
            </a:pP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docker</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run</a:t>
            </a:r>
            <a:r>
              <a:rPr lang="de-DE" sz="1800" kern="0" dirty="0">
                <a:latin typeface="Courier New" panose="02070309020205020404" pitchFamily="49" charset="0"/>
                <a:ea typeface="Arial Unicode MS" pitchFamily="34" charset="-128"/>
                <a:cs typeface="Courier New" panose="02070309020205020404" pitchFamily="49" charset="0"/>
              </a:rPr>
              <a:t> -d </a:t>
            </a:r>
            <a:r>
              <a:rPr lang="de-DE" sz="1800" kern="0" dirty="0" err="1">
                <a:latin typeface="Courier New" panose="02070309020205020404" pitchFamily="49" charset="0"/>
                <a:ea typeface="Arial Unicode MS" pitchFamily="34" charset="-128"/>
                <a:cs typeface="Courier New" panose="02070309020205020404" pitchFamily="49" charset="0"/>
              </a:rPr>
              <a:t>nginx:mainline</a:t>
            </a:r>
            <a:endParaRPr lang="de-DE" sz="1800" kern="0" dirty="0">
              <a:latin typeface="Courier New" panose="02070309020205020404" pitchFamily="49" charset="0"/>
              <a:ea typeface="Arial Unicode MS" pitchFamily="34" charset="-128"/>
              <a:cs typeface="Courier New" panose="02070309020205020404" pitchFamily="49" charset="0"/>
            </a:endParaRPr>
          </a:p>
          <a:p>
            <a:pPr fontAlgn="base">
              <a:lnSpc>
                <a:spcPct val="150000"/>
              </a:lnSpc>
              <a:spcBef>
                <a:spcPct val="50000"/>
              </a:spcBef>
              <a:spcAft>
                <a:spcPct val="0"/>
              </a:spcAft>
              <a:buClr>
                <a:srgbClr val="F0AB00"/>
              </a:buClr>
              <a:buSzPct val="80000"/>
            </a:pP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docker</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container</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list</a:t>
            </a:r>
            <a:r>
              <a:rPr lang="de-DE" sz="1800" kern="0" dirty="0">
                <a:latin typeface="Courier New" panose="02070309020205020404" pitchFamily="49" charset="0"/>
                <a:ea typeface="Arial Unicode MS" pitchFamily="34" charset="-128"/>
                <a:cs typeface="Courier New" panose="02070309020205020404" pitchFamily="49" charset="0"/>
              </a:rPr>
              <a:t> –a</a:t>
            </a:r>
          </a:p>
          <a:p>
            <a:pPr fontAlgn="base">
              <a:lnSpc>
                <a:spcPct val="150000"/>
              </a:lnSpc>
              <a:spcBef>
                <a:spcPct val="50000"/>
              </a:spcBef>
              <a:spcAft>
                <a:spcPct val="0"/>
              </a:spcAft>
              <a:buClr>
                <a:srgbClr val="F0AB00"/>
              </a:buClr>
              <a:buSzPct val="80000"/>
            </a:pP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docker</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inspect</a:t>
            </a:r>
            <a:r>
              <a:rPr lang="de-DE" sz="1800" kern="0" dirty="0">
                <a:latin typeface="Courier New" panose="02070309020205020404" pitchFamily="49" charset="0"/>
                <a:ea typeface="Arial Unicode MS" pitchFamily="34" charset="-128"/>
                <a:cs typeface="Courier New" panose="02070309020205020404" pitchFamily="49" charset="0"/>
              </a:rPr>
              <a:t> &lt;ID/</a:t>
            </a:r>
            <a:r>
              <a:rPr lang="de-DE" sz="1800" kern="0" dirty="0" err="1">
                <a:latin typeface="Courier New" panose="02070309020205020404" pitchFamily="49" charset="0"/>
                <a:ea typeface="Arial Unicode MS" pitchFamily="34" charset="-128"/>
                <a:cs typeface="Courier New" panose="02070309020205020404" pitchFamily="49" charset="0"/>
              </a:rPr>
              <a:t>name</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of</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your</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container</a:t>
            </a:r>
            <a:r>
              <a:rPr lang="de-DE" sz="1800" kern="0" dirty="0">
                <a:latin typeface="Courier New" panose="02070309020205020404" pitchFamily="49" charset="0"/>
                <a:ea typeface="Arial Unicode MS" pitchFamily="34" charset="-128"/>
                <a:cs typeface="Courier New" panose="02070309020205020404" pitchFamily="49" charset="0"/>
              </a:rPr>
              <a:t>&gt;</a:t>
            </a:r>
          </a:p>
          <a:p>
            <a:pPr fontAlgn="base">
              <a:lnSpc>
                <a:spcPct val="150000"/>
              </a:lnSpc>
              <a:spcBef>
                <a:spcPct val="50000"/>
              </a:spcBef>
              <a:spcAft>
                <a:spcPct val="0"/>
              </a:spcAft>
              <a:buClr>
                <a:srgbClr val="F0AB00"/>
              </a:buClr>
              <a:buSzPct val="80000"/>
            </a:pP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docker</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container</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stop</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dirty="0">
                <a:solidFill>
                  <a:srgbClr val="000000"/>
                </a:solidFill>
                <a:effectLst/>
                <a:latin typeface="Courier New" panose="02070309020205020404" pitchFamily="49" charset="0"/>
                <a:ea typeface="Arial Unicode MS" panose="020B0604020202020204" pitchFamily="34" charset="-128"/>
                <a:cs typeface="Courier New" panose="02070309020205020404" pitchFamily="49" charset="0"/>
              </a:rPr>
              <a:t>&lt;ID/</a:t>
            </a:r>
            <a:r>
              <a:rPr lang="de-DE" sz="1800" dirty="0" err="1">
                <a:solidFill>
                  <a:srgbClr val="000000"/>
                </a:solidFill>
                <a:effectLst/>
                <a:latin typeface="Courier New" panose="02070309020205020404" pitchFamily="49" charset="0"/>
                <a:ea typeface="Arial Unicode MS" panose="020B0604020202020204" pitchFamily="34" charset="-128"/>
                <a:cs typeface="Courier New" panose="02070309020205020404" pitchFamily="49" charset="0"/>
              </a:rPr>
              <a:t>name</a:t>
            </a:r>
            <a:r>
              <a:rPr lang="de-DE" sz="1800" dirty="0">
                <a:solidFill>
                  <a:srgbClr val="000000"/>
                </a:solidFill>
                <a:effectLst/>
                <a:latin typeface="Courier New" panose="02070309020205020404" pitchFamily="49" charset="0"/>
                <a:ea typeface="Arial Unicode MS" panose="020B0604020202020204" pitchFamily="34" charset="-128"/>
                <a:cs typeface="Courier New" panose="02070309020205020404" pitchFamily="49" charset="0"/>
              </a:rPr>
              <a:t> </a:t>
            </a:r>
            <a:r>
              <a:rPr lang="de-DE" sz="1800" dirty="0" err="1">
                <a:solidFill>
                  <a:srgbClr val="000000"/>
                </a:solidFill>
                <a:effectLst/>
                <a:latin typeface="Courier New" panose="02070309020205020404" pitchFamily="49" charset="0"/>
                <a:ea typeface="Arial Unicode MS" panose="020B0604020202020204" pitchFamily="34" charset="-128"/>
                <a:cs typeface="Courier New" panose="02070309020205020404" pitchFamily="49" charset="0"/>
              </a:rPr>
              <a:t>of</a:t>
            </a:r>
            <a:r>
              <a:rPr lang="de-DE" sz="1800" dirty="0">
                <a:solidFill>
                  <a:srgbClr val="000000"/>
                </a:solidFill>
                <a:effectLst/>
                <a:latin typeface="Courier New" panose="02070309020205020404" pitchFamily="49" charset="0"/>
                <a:ea typeface="Arial Unicode MS" panose="020B0604020202020204" pitchFamily="34" charset="-128"/>
                <a:cs typeface="Courier New" panose="02070309020205020404" pitchFamily="49" charset="0"/>
              </a:rPr>
              <a:t> </a:t>
            </a:r>
            <a:r>
              <a:rPr lang="de-DE" sz="1800" dirty="0" err="1">
                <a:solidFill>
                  <a:srgbClr val="000000"/>
                </a:solidFill>
                <a:effectLst/>
                <a:latin typeface="Courier New" panose="02070309020205020404" pitchFamily="49" charset="0"/>
                <a:ea typeface="Arial Unicode MS" panose="020B0604020202020204" pitchFamily="34" charset="-128"/>
                <a:cs typeface="Courier New" panose="02070309020205020404" pitchFamily="49" charset="0"/>
              </a:rPr>
              <a:t>your</a:t>
            </a:r>
            <a:r>
              <a:rPr lang="de-DE" sz="1800" dirty="0">
                <a:solidFill>
                  <a:srgbClr val="000000"/>
                </a:solidFill>
                <a:effectLst/>
                <a:latin typeface="Courier New" panose="02070309020205020404" pitchFamily="49" charset="0"/>
                <a:ea typeface="Arial Unicode MS" panose="020B0604020202020204" pitchFamily="34" charset="-128"/>
                <a:cs typeface="Courier New" panose="02070309020205020404" pitchFamily="49" charset="0"/>
              </a:rPr>
              <a:t> </a:t>
            </a:r>
            <a:r>
              <a:rPr lang="de-DE" sz="1800" dirty="0" err="1">
                <a:solidFill>
                  <a:srgbClr val="000000"/>
                </a:solidFill>
                <a:effectLst/>
                <a:latin typeface="Courier New" panose="02070309020205020404" pitchFamily="49" charset="0"/>
                <a:ea typeface="Arial Unicode MS" panose="020B0604020202020204" pitchFamily="34" charset="-128"/>
                <a:cs typeface="Courier New" panose="02070309020205020404" pitchFamily="49" charset="0"/>
              </a:rPr>
              <a:t>container</a:t>
            </a:r>
            <a:r>
              <a:rPr lang="de-DE" sz="1800" dirty="0">
                <a:solidFill>
                  <a:srgbClr val="000000"/>
                </a:solidFill>
                <a:effectLst/>
                <a:latin typeface="Courier New" panose="02070309020205020404" pitchFamily="49" charset="0"/>
                <a:ea typeface="Arial Unicode MS" panose="020B0604020202020204" pitchFamily="34" charset="-128"/>
                <a:cs typeface="Courier New" panose="02070309020205020404" pitchFamily="49" charset="0"/>
              </a:rPr>
              <a:t>&gt;</a:t>
            </a:r>
            <a:endParaRPr lang="de-DE" sz="1800" kern="0" dirty="0">
              <a:latin typeface="Courier New" panose="02070309020205020404" pitchFamily="49" charset="0"/>
              <a:ea typeface="Arial Unicode MS" pitchFamily="34" charset="-128"/>
              <a:cs typeface="Courier New" panose="02070309020205020404" pitchFamily="49" charset="0"/>
            </a:endParaRPr>
          </a:p>
          <a:p>
            <a:pPr fontAlgn="base">
              <a:lnSpc>
                <a:spcPct val="150000"/>
              </a:lnSpc>
              <a:spcBef>
                <a:spcPct val="50000"/>
              </a:spcBef>
              <a:spcAft>
                <a:spcPct val="0"/>
              </a:spcAft>
              <a:buClr>
                <a:srgbClr val="F0AB00"/>
              </a:buClr>
              <a:buSzPct val="80000"/>
            </a:pP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docker</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container</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prune</a:t>
            </a:r>
            <a:endParaRPr lang="de-DE" sz="1800" kern="0" dirty="0">
              <a:latin typeface="Courier New" panose="02070309020205020404" pitchFamily="49" charset="0"/>
              <a:ea typeface="Arial Unicode MS" pitchFamily="34" charset="-128"/>
              <a:cs typeface="Courier New" panose="02070309020205020404" pitchFamily="49" charset="0"/>
            </a:endParaRPr>
          </a:p>
        </p:txBody>
      </p:sp>
    </p:spTree>
    <p:extLst>
      <p:ext uri="{BB962C8B-B14F-4D97-AF65-F5344CB8AC3E}">
        <p14:creationId xmlns:p14="http://schemas.microsoft.com/office/powerpoint/2010/main" val="79887650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Speech Bubble: Rectangle 12">
            <a:extLst>
              <a:ext uri="{FF2B5EF4-FFF2-40B4-BE49-F238E27FC236}">
                <a16:creationId xmlns:a16="http://schemas.microsoft.com/office/drawing/2014/main" id="{D8BEBD6C-AB44-4620-9795-A441B87FEE23}"/>
              </a:ext>
            </a:extLst>
          </p:cNvPr>
          <p:cNvSpPr/>
          <p:nvPr/>
        </p:nvSpPr>
        <p:spPr bwMode="gray">
          <a:xfrm>
            <a:off x="4659754" y="5390086"/>
            <a:ext cx="2874970" cy="829733"/>
          </a:xfrm>
          <a:prstGeom prst="wedgeRectCallout">
            <a:avLst>
              <a:gd name="adj1" fmla="val -145497"/>
              <a:gd name="adj2" fmla="val -396413"/>
            </a:avLst>
          </a:prstGeom>
          <a:solidFill>
            <a:schemeClr val="bg2">
              <a:lumMod val="75000"/>
            </a:schemeClr>
          </a:solidFill>
          <a:ln w="6350" algn="ctr">
            <a:solidFill>
              <a:schemeClr val="tx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b="1" kern="0" dirty="0">
                <a:solidFill>
                  <a:schemeClr val="bg1"/>
                </a:solidFill>
                <a:ea typeface="Arial Unicode MS" pitchFamily="34" charset="-128"/>
                <a:cs typeface="Arial Unicode MS" pitchFamily="34" charset="-128"/>
              </a:rPr>
              <a:t>and more…</a:t>
            </a:r>
            <a:endParaRPr kumimoji="0" lang="en-US" sz="1800" i="1" u="none" strike="noStrike" kern="0" cap="none" spc="0" normalizeH="0" baseline="0" noProof="0" dirty="0">
              <a:ln>
                <a:noFill/>
              </a:ln>
              <a:solidFill>
                <a:schemeClr val="bg1"/>
              </a:solidFill>
              <a:effectLst/>
              <a:uLnTx/>
              <a:uFillTx/>
              <a:ea typeface="Arial Unicode MS" pitchFamily="34" charset="-128"/>
              <a:cs typeface="Arial Unicode MS" pitchFamily="34" charset="-128"/>
            </a:endParaRPr>
          </a:p>
        </p:txBody>
      </p:sp>
      <p:sp>
        <p:nvSpPr>
          <p:cNvPr id="9" name="Speech Bubble: Rectangle 8">
            <a:extLst>
              <a:ext uri="{FF2B5EF4-FFF2-40B4-BE49-F238E27FC236}">
                <a16:creationId xmlns:a16="http://schemas.microsoft.com/office/drawing/2014/main" id="{B825BE15-BC74-4F2F-AA3E-AA8EB29C9D24}"/>
              </a:ext>
            </a:extLst>
          </p:cNvPr>
          <p:cNvSpPr/>
          <p:nvPr/>
        </p:nvSpPr>
        <p:spPr bwMode="gray">
          <a:xfrm>
            <a:off x="3643817" y="4235888"/>
            <a:ext cx="2874970" cy="829733"/>
          </a:xfrm>
          <a:prstGeom prst="wedgeRectCallout">
            <a:avLst>
              <a:gd name="adj1" fmla="val -109588"/>
              <a:gd name="adj2" fmla="val -263694"/>
            </a:avLst>
          </a:prstGeom>
          <a:solidFill>
            <a:schemeClr val="accent4">
              <a:lumMod val="75000"/>
            </a:schemeClr>
          </a:solidFill>
          <a:ln w="6350" algn="ctr">
            <a:solidFill>
              <a:schemeClr val="tx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b="1" kern="0" dirty="0">
                <a:solidFill>
                  <a:schemeClr val="bg1"/>
                </a:solidFill>
                <a:ea typeface="Arial Unicode MS" pitchFamily="34" charset="-128"/>
                <a:cs typeface="Arial Unicode MS" pitchFamily="34" charset="-128"/>
              </a:rPr>
              <a:t>seccomp &amp; capabilities</a:t>
            </a:r>
            <a:br>
              <a:rPr lang="en-US" sz="1800" kern="0" dirty="0">
                <a:solidFill>
                  <a:schemeClr val="bg1"/>
                </a:solidFill>
                <a:ea typeface="Arial Unicode MS" pitchFamily="34" charset="-128"/>
                <a:cs typeface="Arial Unicode MS" pitchFamily="34" charset="-128"/>
              </a:rPr>
            </a:br>
            <a:r>
              <a:rPr kumimoji="0" lang="en-US" sz="1600" i="1" u="none" strike="noStrike" kern="0" cap="none" spc="0" normalizeH="0" baseline="0" noProof="0" dirty="0">
                <a:ln>
                  <a:noFill/>
                </a:ln>
                <a:solidFill>
                  <a:schemeClr val="bg1"/>
                </a:solidFill>
                <a:effectLst/>
                <a:uLnTx/>
                <a:uFillTx/>
                <a:ea typeface="Arial Unicode MS" pitchFamily="34" charset="-128"/>
                <a:cs typeface="Arial Unicode MS" pitchFamily="34" charset="-128"/>
              </a:rPr>
              <a:t>additional security</a:t>
            </a:r>
            <a:endParaRPr kumimoji="0" lang="en-US" sz="1800" i="1" u="none" strike="noStrike" kern="0" cap="none" spc="0" normalizeH="0" baseline="0" noProof="0" dirty="0">
              <a:ln>
                <a:noFill/>
              </a:ln>
              <a:solidFill>
                <a:schemeClr val="bg1"/>
              </a:solidFill>
              <a:effectLst/>
              <a:uLnTx/>
              <a:uFillTx/>
              <a:ea typeface="Arial Unicode MS" pitchFamily="34" charset="-128"/>
              <a:cs typeface="Arial Unicode MS" pitchFamily="34" charset="-128"/>
            </a:endParaRPr>
          </a:p>
        </p:txBody>
      </p:sp>
      <p:sp>
        <p:nvSpPr>
          <p:cNvPr id="11" name="Speech Bubble: Rectangle 10">
            <a:extLst>
              <a:ext uri="{FF2B5EF4-FFF2-40B4-BE49-F238E27FC236}">
                <a16:creationId xmlns:a16="http://schemas.microsoft.com/office/drawing/2014/main" id="{D151E1CD-8072-49DE-902B-BE8E6556A374}"/>
              </a:ext>
            </a:extLst>
          </p:cNvPr>
          <p:cNvSpPr/>
          <p:nvPr/>
        </p:nvSpPr>
        <p:spPr bwMode="gray">
          <a:xfrm>
            <a:off x="495134" y="5390086"/>
            <a:ext cx="2345267" cy="829733"/>
          </a:xfrm>
          <a:prstGeom prst="wedgeRectCallout">
            <a:avLst>
              <a:gd name="adj1" fmla="val 8119"/>
              <a:gd name="adj2" fmla="val -397599"/>
            </a:avLst>
          </a:prstGeom>
          <a:solidFill>
            <a:schemeClr val="accent6">
              <a:lumMod val="75000"/>
            </a:schemeClr>
          </a:solidFill>
          <a:ln w="6350" algn="ctr">
            <a:solidFill>
              <a:schemeClr val="tx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b="1" kern="0" dirty="0">
                <a:solidFill>
                  <a:schemeClr val="bg1"/>
                </a:solidFill>
                <a:ea typeface="Arial Unicode MS" pitchFamily="34" charset="-128"/>
                <a:cs typeface="Arial Unicode MS" pitchFamily="34" charset="-128"/>
              </a:rPr>
              <a:t>iptables</a:t>
            </a:r>
            <a:br>
              <a:rPr lang="en-US" sz="1800" kern="0" dirty="0">
                <a:solidFill>
                  <a:schemeClr val="bg1"/>
                </a:solidFill>
                <a:ea typeface="Arial Unicode MS" pitchFamily="34" charset="-128"/>
                <a:cs typeface="Arial Unicode MS" pitchFamily="34" charset="-128"/>
              </a:rPr>
            </a:br>
            <a:r>
              <a:rPr kumimoji="0" lang="en-US" sz="1600" i="1" u="none" strike="noStrike" kern="0" cap="none" spc="0" normalizeH="0" baseline="0" noProof="0" dirty="0">
                <a:ln>
                  <a:noFill/>
                </a:ln>
                <a:solidFill>
                  <a:schemeClr val="bg1"/>
                </a:solidFill>
                <a:effectLst/>
                <a:uLnTx/>
                <a:uFillTx/>
                <a:ea typeface="Arial Unicode MS" pitchFamily="34" charset="-128"/>
                <a:cs typeface="Arial Unicode MS" pitchFamily="34" charset="-128"/>
              </a:rPr>
              <a:t>network routing</a:t>
            </a:r>
            <a:endParaRPr kumimoji="0" lang="en-US" sz="1800" i="1" u="none" strike="noStrike" kern="0" cap="none" spc="0" normalizeH="0" baseline="0" noProof="0" dirty="0">
              <a:ln>
                <a:noFill/>
              </a:ln>
              <a:solidFill>
                <a:schemeClr val="bg1"/>
              </a:solidFill>
              <a:effectLst/>
              <a:uLnTx/>
              <a:uFillTx/>
              <a:ea typeface="Arial Unicode MS" pitchFamily="34" charset="-128"/>
              <a:cs typeface="Arial Unicode MS" pitchFamily="34" charset="-128"/>
            </a:endParaRPr>
          </a:p>
        </p:txBody>
      </p:sp>
      <p:sp>
        <p:nvSpPr>
          <p:cNvPr id="8" name="Speech Bubble: Rectangle 7">
            <a:extLst>
              <a:ext uri="{FF2B5EF4-FFF2-40B4-BE49-F238E27FC236}">
                <a16:creationId xmlns:a16="http://schemas.microsoft.com/office/drawing/2014/main" id="{E20196A0-740B-486C-AE67-960A26C65EE5}"/>
              </a:ext>
            </a:extLst>
          </p:cNvPr>
          <p:cNvSpPr/>
          <p:nvPr/>
        </p:nvSpPr>
        <p:spPr bwMode="gray">
          <a:xfrm>
            <a:off x="596245" y="4206342"/>
            <a:ext cx="2345267" cy="829733"/>
          </a:xfrm>
          <a:prstGeom prst="wedgeRectCallout">
            <a:avLst>
              <a:gd name="adj1" fmla="val -1070"/>
              <a:gd name="adj2" fmla="val -258558"/>
            </a:avLst>
          </a:prstGeom>
          <a:solidFill>
            <a:schemeClr val="accent3">
              <a:lumMod val="50000"/>
            </a:schemeClr>
          </a:solidFill>
          <a:ln w="6350" algn="ctr">
            <a:solidFill>
              <a:schemeClr val="tx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b="1" kern="0" dirty="0">
                <a:solidFill>
                  <a:schemeClr val="bg1"/>
                </a:solidFill>
                <a:ea typeface="Arial Unicode MS" pitchFamily="34" charset="-128"/>
                <a:cs typeface="Arial Unicode MS" pitchFamily="34" charset="-128"/>
              </a:rPr>
              <a:t>namespaces</a:t>
            </a:r>
            <a:br>
              <a:rPr lang="en-US" sz="1800" kern="0" dirty="0">
                <a:solidFill>
                  <a:schemeClr val="bg1"/>
                </a:solidFill>
                <a:ea typeface="Arial Unicode MS" pitchFamily="34" charset="-128"/>
                <a:cs typeface="Arial Unicode MS" pitchFamily="34" charset="-128"/>
              </a:rPr>
            </a:br>
            <a:r>
              <a:rPr kumimoji="0" lang="en-US" sz="1600" i="1" u="none" strike="noStrike" kern="0" cap="none" spc="0" normalizeH="0" baseline="0" noProof="0" dirty="0">
                <a:ln>
                  <a:noFill/>
                </a:ln>
                <a:solidFill>
                  <a:schemeClr val="bg1"/>
                </a:solidFill>
                <a:effectLst/>
                <a:uLnTx/>
                <a:uFillTx/>
                <a:ea typeface="Arial Unicode MS" pitchFamily="34" charset="-128"/>
                <a:cs typeface="Arial Unicode MS" pitchFamily="34" charset="-128"/>
              </a:rPr>
              <a:t>process isolation</a:t>
            </a:r>
            <a:endParaRPr kumimoji="0" lang="en-US" sz="1800" i="1" u="none" strike="noStrike" kern="0" cap="none" spc="0" normalizeH="0" baseline="0" noProof="0" dirty="0">
              <a:ln>
                <a:noFill/>
              </a:ln>
              <a:solidFill>
                <a:schemeClr val="bg1"/>
              </a:solidFill>
              <a:effectLst/>
              <a:uLnTx/>
              <a:uFillTx/>
              <a:ea typeface="Arial Unicode MS" pitchFamily="34" charset="-128"/>
              <a:cs typeface="Arial Unicode MS" pitchFamily="34" charset="-128"/>
            </a:endParaRPr>
          </a:p>
        </p:txBody>
      </p:sp>
      <p:sp>
        <p:nvSpPr>
          <p:cNvPr id="4" name="Title 3">
            <a:extLst>
              <a:ext uri="{FF2B5EF4-FFF2-40B4-BE49-F238E27FC236}">
                <a16:creationId xmlns:a16="http://schemas.microsoft.com/office/drawing/2014/main" id="{645B76E8-EDF1-4BBF-A073-4675DBA6C45F}"/>
              </a:ext>
            </a:extLst>
          </p:cNvPr>
          <p:cNvSpPr>
            <a:spLocks noGrp="1"/>
          </p:cNvSpPr>
          <p:nvPr>
            <p:ph type="title"/>
          </p:nvPr>
        </p:nvSpPr>
        <p:spPr/>
        <p:txBody>
          <a:bodyPr/>
          <a:lstStyle/>
          <a:p>
            <a:r>
              <a:rPr lang="en-US" dirty="0"/>
              <a:t>What’s happening in the background?</a:t>
            </a:r>
          </a:p>
        </p:txBody>
      </p:sp>
      <p:sp>
        <p:nvSpPr>
          <p:cNvPr id="5" name="Rectangle: Rounded Corners 4">
            <a:extLst>
              <a:ext uri="{FF2B5EF4-FFF2-40B4-BE49-F238E27FC236}">
                <a16:creationId xmlns:a16="http://schemas.microsoft.com/office/drawing/2014/main" id="{1A09AC9B-F654-4AFC-A240-22685298511B}"/>
              </a:ext>
            </a:extLst>
          </p:cNvPr>
          <p:cNvSpPr/>
          <p:nvPr/>
        </p:nvSpPr>
        <p:spPr bwMode="gray">
          <a:xfrm>
            <a:off x="596245" y="2015340"/>
            <a:ext cx="11001988" cy="380726"/>
          </a:xfrm>
          <a:prstGeom prst="roundRect">
            <a:avLst>
              <a:gd name="adj" fmla="val 8296"/>
            </a:avLst>
          </a:prstGeom>
          <a:pattFill prst="narHorz">
            <a:fgClr>
              <a:schemeClr val="tx1"/>
            </a:fgClr>
            <a:bgClr>
              <a:srgbClr val="112806"/>
            </a:bgClr>
          </a:pattFill>
          <a:ln w="6350" algn="ctr">
            <a:noFill/>
            <a:miter lim="800000"/>
            <a:headEnd/>
            <a:tailEnd/>
          </a:ln>
        </p:spPr>
        <p:txBody>
          <a:bodyPr lIns="90000" tIns="72000" rIns="90000" bIns="72000" rtlCol="0" anchor="ctr"/>
          <a:lstStyle/>
          <a:p>
            <a:pPr marL="179387" lvl="2" indent="0">
              <a:buNone/>
            </a:pPr>
            <a:r>
              <a:rPr lang="en-US" sz="1200" b="1" dirty="0">
                <a:solidFill>
                  <a:schemeClr val="bg1"/>
                </a:solidFill>
                <a:latin typeface="Courier New" panose="02070309020205020404" pitchFamily="49" charset="0"/>
                <a:cs typeface="Courier New" panose="02070309020205020404" pitchFamily="49" charset="0"/>
              </a:rPr>
              <a:t>$ docker run container</a:t>
            </a:r>
            <a:endParaRPr lang="en-US" sz="1200" b="1" dirty="0">
              <a:solidFill>
                <a:schemeClr val="accent5">
                  <a:lumMod val="20000"/>
                  <a:lumOff val="80000"/>
                </a:schemeClr>
              </a:solidFill>
              <a:latin typeface="Courier New" panose="02070309020205020404" pitchFamily="49" charset="0"/>
              <a:cs typeface="Courier New" panose="02070309020205020404" pitchFamily="49" charset="0"/>
            </a:endParaRPr>
          </a:p>
        </p:txBody>
      </p:sp>
      <p:sp>
        <p:nvSpPr>
          <p:cNvPr id="6" name="Speech Bubble: Rectangle 5">
            <a:extLst>
              <a:ext uri="{FF2B5EF4-FFF2-40B4-BE49-F238E27FC236}">
                <a16:creationId xmlns:a16="http://schemas.microsoft.com/office/drawing/2014/main" id="{C746B67D-41C0-46C3-A8B9-8DC95EF8CDD1}"/>
              </a:ext>
            </a:extLst>
          </p:cNvPr>
          <p:cNvSpPr/>
          <p:nvPr/>
        </p:nvSpPr>
        <p:spPr bwMode="gray">
          <a:xfrm>
            <a:off x="504001" y="3022599"/>
            <a:ext cx="2345267" cy="829733"/>
          </a:xfrm>
          <a:prstGeom prst="wedgeRectCallout">
            <a:avLst>
              <a:gd name="adj1" fmla="val -325"/>
              <a:gd name="adj2" fmla="val -116525"/>
            </a:avLst>
          </a:prstGeom>
          <a:solidFill>
            <a:schemeClr val="accent1"/>
          </a:solidFill>
          <a:ln w="6350" algn="ctr">
            <a:solidFill>
              <a:schemeClr val="tx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b="1" kern="0" dirty="0">
                <a:ea typeface="Arial Unicode MS" pitchFamily="34" charset="-128"/>
                <a:cs typeface="Arial Unicode MS" pitchFamily="34" charset="-128"/>
              </a:rPr>
              <a:t>cgroups</a:t>
            </a:r>
            <a:br>
              <a:rPr lang="en-US" sz="1800" kern="0" dirty="0">
                <a:ea typeface="Arial Unicode MS" pitchFamily="34" charset="-128"/>
                <a:cs typeface="Arial Unicode MS" pitchFamily="34" charset="-128"/>
              </a:rPr>
            </a:br>
            <a:r>
              <a:rPr kumimoji="0" lang="en-US" sz="1600" b="0" i="1" u="none" strike="noStrike" kern="0" cap="none" spc="0" normalizeH="0" baseline="0" noProof="0" dirty="0">
                <a:ln>
                  <a:noFill/>
                </a:ln>
                <a:effectLst/>
                <a:uLnTx/>
                <a:uFillTx/>
                <a:ea typeface="Arial Unicode MS" pitchFamily="34" charset="-128"/>
                <a:cs typeface="Arial Unicode MS" pitchFamily="34" charset="-128"/>
              </a:rPr>
              <a:t>resource limitation</a:t>
            </a:r>
            <a:endParaRPr kumimoji="0" lang="en-US" sz="1800" b="0" i="1" u="none" strike="noStrike" kern="0" cap="none" spc="0" normalizeH="0" baseline="0" noProof="0" dirty="0">
              <a:ln>
                <a:noFill/>
              </a:ln>
              <a:effectLst/>
              <a:uLnTx/>
              <a:uFillTx/>
              <a:ea typeface="Arial Unicode MS" pitchFamily="34" charset="-128"/>
              <a:cs typeface="Arial Unicode MS" pitchFamily="34" charset="-128"/>
            </a:endParaRPr>
          </a:p>
        </p:txBody>
      </p:sp>
      <p:sp>
        <p:nvSpPr>
          <p:cNvPr id="10" name="Speech Bubble: Rectangle 9">
            <a:extLst>
              <a:ext uri="{FF2B5EF4-FFF2-40B4-BE49-F238E27FC236}">
                <a16:creationId xmlns:a16="http://schemas.microsoft.com/office/drawing/2014/main" id="{C424A9AD-2AA7-4E2A-8798-4805DFD1603A}"/>
              </a:ext>
            </a:extLst>
          </p:cNvPr>
          <p:cNvSpPr/>
          <p:nvPr/>
        </p:nvSpPr>
        <p:spPr bwMode="gray">
          <a:xfrm>
            <a:off x="3308827" y="3123207"/>
            <a:ext cx="2345267" cy="829733"/>
          </a:xfrm>
          <a:prstGeom prst="wedgeRectCallout">
            <a:avLst>
              <a:gd name="adj1" fmla="val -106333"/>
              <a:gd name="adj2" fmla="val -129790"/>
            </a:avLst>
          </a:prstGeom>
          <a:solidFill>
            <a:schemeClr val="accent5">
              <a:lumMod val="75000"/>
            </a:schemeClr>
          </a:solidFill>
          <a:ln w="6350" algn="ctr">
            <a:solidFill>
              <a:schemeClr val="tx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b="1" kern="0" dirty="0">
                <a:solidFill>
                  <a:schemeClr val="bg1"/>
                </a:solidFill>
                <a:ea typeface="Arial Unicode MS" pitchFamily="34" charset="-128"/>
                <a:cs typeface="Arial Unicode MS" pitchFamily="34" charset="-128"/>
              </a:rPr>
              <a:t>chroot</a:t>
            </a:r>
            <a:br>
              <a:rPr lang="en-US" sz="1800" kern="0" dirty="0">
                <a:solidFill>
                  <a:schemeClr val="bg1"/>
                </a:solidFill>
                <a:ea typeface="Arial Unicode MS" pitchFamily="34" charset="-128"/>
                <a:cs typeface="Arial Unicode MS" pitchFamily="34" charset="-128"/>
              </a:rPr>
            </a:br>
            <a:r>
              <a:rPr kumimoji="0" lang="en-US" sz="1600" i="1" u="none" strike="noStrike" kern="0" cap="none" spc="0" normalizeH="0" baseline="0" noProof="0" dirty="0">
                <a:ln>
                  <a:noFill/>
                </a:ln>
                <a:solidFill>
                  <a:schemeClr val="bg1"/>
                </a:solidFill>
                <a:effectLst/>
                <a:uLnTx/>
                <a:uFillTx/>
                <a:ea typeface="Arial Unicode MS" pitchFamily="34" charset="-128"/>
                <a:cs typeface="Arial Unicode MS" pitchFamily="34" charset="-128"/>
              </a:rPr>
              <a:t>filesystem isolation</a:t>
            </a:r>
            <a:endParaRPr kumimoji="0" lang="en-US" sz="1800" i="1" u="none" strike="noStrike" kern="0" cap="none" spc="0" normalizeH="0" baseline="0" noProof="0" dirty="0">
              <a:ln>
                <a:noFill/>
              </a:ln>
              <a:solidFill>
                <a:schemeClr val="bg1"/>
              </a:solidFill>
              <a:effectLst/>
              <a:uLnTx/>
              <a:uFillTx/>
              <a:ea typeface="Arial Unicode MS" pitchFamily="34" charset="-128"/>
              <a:cs typeface="Arial Unicode MS" pitchFamily="34" charset="-128"/>
            </a:endParaRPr>
          </a:p>
        </p:txBody>
      </p:sp>
      <p:pic>
        <p:nvPicPr>
          <p:cNvPr id="7" name="Picture 6">
            <a:extLst>
              <a:ext uri="{FF2B5EF4-FFF2-40B4-BE49-F238E27FC236}">
                <a16:creationId xmlns:a16="http://schemas.microsoft.com/office/drawing/2014/main" id="{CC08FB26-DDE2-4096-9F1A-DA1638393822}"/>
              </a:ext>
            </a:extLst>
          </p:cNvPr>
          <p:cNvPicPr>
            <a:picLocks noChangeAspect="1"/>
          </p:cNvPicPr>
          <p:nvPr/>
        </p:nvPicPr>
        <p:blipFill>
          <a:blip r:embed="rId3"/>
          <a:stretch>
            <a:fillRect/>
          </a:stretch>
        </p:blipFill>
        <p:spPr>
          <a:xfrm>
            <a:off x="7972571" y="3022599"/>
            <a:ext cx="3625662" cy="2713703"/>
          </a:xfrm>
          <a:prstGeom prst="rect">
            <a:avLst/>
          </a:prstGeom>
        </p:spPr>
      </p:pic>
    </p:spTree>
    <p:extLst>
      <p:ext uri="{BB962C8B-B14F-4D97-AF65-F5344CB8AC3E}">
        <p14:creationId xmlns:p14="http://schemas.microsoft.com/office/powerpoint/2010/main" val="28100485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9" grpId="0" animBg="1"/>
      <p:bldP spid="11" grpId="0" animBg="1"/>
      <p:bldP spid="8" grpId="0" animBg="1"/>
      <p:bldP spid="6" grpId="0" animBg="1"/>
      <p:bldP spid="10"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 Placeholder 16"/>
          <p:cNvSpPr>
            <a:spLocks noGrp="1"/>
          </p:cNvSpPr>
          <p:nvPr>
            <p:ph type="body" sz="quarter" idx="14"/>
          </p:nvPr>
        </p:nvSpPr>
        <p:spPr/>
        <p:txBody>
          <a:bodyPr anchor="ctr"/>
          <a:lstStyle/>
          <a:p>
            <a:r>
              <a:rPr lang="en-US" dirty="0"/>
              <a:t>Container </a:t>
            </a:r>
            <a:r>
              <a:rPr lang="en-US" dirty="0">
                <a:solidFill>
                  <a:schemeClr val="accent1"/>
                </a:solidFill>
              </a:rPr>
              <a:t>Engine</a:t>
            </a:r>
          </a:p>
        </p:txBody>
      </p:sp>
      <p:pic>
        <p:nvPicPr>
          <p:cNvPr id="4" name="Picture 3">
            <a:extLst>
              <a:ext uri="{FF2B5EF4-FFF2-40B4-BE49-F238E27FC236}">
                <a16:creationId xmlns:a16="http://schemas.microsoft.com/office/drawing/2014/main" id="{2E8C9C42-BC03-468E-B04E-6BE203085308}"/>
              </a:ext>
            </a:extLst>
          </p:cNvPr>
          <p:cNvPicPr>
            <a:picLocks noChangeAspect="1"/>
          </p:cNvPicPr>
          <p:nvPr/>
        </p:nvPicPr>
        <p:blipFill>
          <a:blip r:embed="rId3"/>
          <a:stretch>
            <a:fillRect/>
          </a:stretch>
        </p:blipFill>
        <p:spPr>
          <a:xfrm>
            <a:off x="6978451" y="1609832"/>
            <a:ext cx="4262244" cy="3190166"/>
          </a:xfrm>
          <a:prstGeom prst="rect">
            <a:avLst/>
          </a:prstGeom>
        </p:spPr>
      </p:pic>
    </p:spTree>
    <p:extLst>
      <p:ext uri="{BB962C8B-B14F-4D97-AF65-F5344CB8AC3E}">
        <p14:creationId xmlns:p14="http://schemas.microsoft.com/office/powerpoint/2010/main" val="274230941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Docker eco-system</a:t>
            </a:r>
          </a:p>
        </p:txBody>
      </p:sp>
      <p:pic>
        <p:nvPicPr>
          <p:cNvPr id="18" name="Graphic 17">
            <a:extLst>
              <a:ext uri="{FF2B5EF4-FFF2-40B4-BE49-F238E27FC236}">
                <a16:creationId xmlns:a16="http://schemas.microsoft.com/office/drawing/2014/main" id="{B0247922-BBA2-421E-BFF9-EA20F47C8FD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291876" y="1230661"/>
            <a:ext cx="9610725" cy="5019675"/>
          </a:xfrm>
          <a:prstGeom prst="rect">
            <a:avLst/>
          </a:prstGeom>
        </p:spPr>
      </p:pic>
      <p:sp>
        <p:nvSpPr>
          <p:cNvPr id="19" name="Rectangle 18">
            <a:extLst>
              <a:ext uri="{FF2B5EF4-FFF2-40B4-BE49-F238E27FC236}">
                <a16:creationId xmlns:a16="http://schemas.microsoft.com/office/drawing/2014/main" id="{C018A4B1-3F2A-49EB-B11C-05CA241FD4A5}"/>
              </a:ext>
            </a:extLst>
          </p:cNvPr>
          <p:cNvSpPr/>
          <p:nvPr/>
        </p:nvSpPr>
        <p:spPr>
          <a:xfrm>
            <a:off x="3064406" y="6330666"/>
            <a:ext cx="6065663" cy="276999"/>
          </a:xfrm>
          <a:prstGeom prst="rect">
            <a:avLst/>
          </a:prstGeom>
        </p:spPr>
        <p:txBody>
          <a:bodyPr wrap="square">
            <a:spAutoFit/>
          </a:bodyPr>
          <a:lstStyle/>
          <a:p>
            <a:pPr algn="ctr"/>
            <a:r>
              <a:rPr lang="en-US" sz="1200" dirty="0">
                <a:hlinkClick r:id="rId5"/>
              </a:rPr>
              <a:t>https://docs.docker.com/engine/docker-overview/</a:t>
            </a:r>
            <a:r>
              <a:rPr lang="en-US" sz="1200" dirty="0"/>
              <a:t> </a:t>
            </a:r>
          </a:p>
        </p:txBody>
      </p:sp>
    </p:spTree>
    <p:extLst>
      <p:ext uri="{BB962C8B-B14F-4D97-AF65-F5344CB8AC3E}">
        <p14:creationId xmlns:p14="http://schemas.microsoft.com/office/powerpoint/2010/main" val="388643896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811D6EB-B117-4B54-B408-6A08804E7DC2}"/>
              </a:ext>
            </a:extLst>
          </p:cNvPr>
          <p:cNvSpPr>
            <a:spLocks noGrp="1"/>
          </p:cNvSpPr>
          <p:nvPr>
            <p:ph type="title"/>
          </p:nvPr>
        </p:nvSpPr>
        <p:spPr/>
        <p:txBody>
          <a:bodyPr/>
          <a:lstStyle/>
          <a:p>
            <a:r>
              <a:rPr lang="en-US" dirty="0"/>
              <a:t>A look into the docker engine</a:t>
            </a:r>
          </a:p>
        </p:txBody>
      </p:sp>
      <p:sp>
        <p:nvSpPr>
          <p:cNvPr id="4" name="Rectangle: Rounded Corners 3">
            <a:extLst>
              <a:ext uri="{FF2B5EF4-FFF2-40B4-BE49-F238E27FC236}">
                <a16:creationId xmlns:a16="http://schemas.microsoft.com/office/drawing/2014/main" id="{081AAA36-BC08-4696-A7A4-EAFF6279D8F8}"/>
              </a:ext>
            </a:extLst>
          </p:cNvPr>
          <p:cNvSpPr/>
          <p:nvPr/>
        </p:nvSpPr>
        <p:spPr bwMode="gray">
          <a:xfrm>
            <a:off x="2414863" y="1351904"/>
            <a:ext cx="2753248" cy="813917"/>
          </a:xfrm>
          <a:prstGeom prst="roundRect">
            <a:avLst/>
          </a:prstGeom>
          <a:solidFill>
            <a:schemeClr val="accent1"/>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err="1">
                <a:ln>
                  <a:noFill/>
                </a:ln>
                <a:effectLst/>
                <a:uLnTx/>
                <a:uFillTx/>
                <a:ea typeface="Arial Unicode MS" pitchFamily="34" charset="-128"/>
                <a:cs typeface="Arial Unicode MS" pitchFamily="34" charset="-128"/>
              </a:rPr>
              <a:t>dockerd</a:t>
            </a:r>
            <a:r>
              <a:rPr kumimoji="0" lang="en-US" sz="1800" b="0" i="0" u="none" strike="noStrike" kern="0" cap="none" spc="0" normalizeH="0" baseline="0" noProof="0" dirty="0">
                <a:ln>
                  <a:noFill/>
                </a:ln>
                <a:effectLst/>
                <a:uLnTx/>
                <a:uFillTx/>
                <a:ea typeface="Arial Unicode MS" pitchFamily="34" charset="-128"/>
                <a:cs typeface="Arial Unicode MS" pitchFamily="34" charset="-128"/>
              </a:rPr>
              <a:t> </a:t>
            </a:r>
          </a:p>
        </p:txBody>
      </p:sp>
      <p:sp>
        <p:nvSpPr>
          <p:cNvPr id="6" name="Rectangle: Rounded Corners 5">
            <a:extLst>
              <a:ext uri="{FF2B5EF4-FFF2-40B4-BE49-F238E27FC236}">
                <a16:creationId xmlns:a16="http://schemas.microsoft.com/office/drawing/2014/main" id="{4B4B64A7-7586-47C7-AE20-37620FE37E73}"/>
              </a:ext>
            </a:extLst>
          </p:cNvPr>
          <p:cNvSpPr/>
          <p:nvPr/>
        </p:nvSpPr>
        <p:spPr bwMode="gray">
          <a:xfrm>
            <a:off x="2414863" y="2508739"/>
            <a:ext cx="2753248" cy="813917"/>
          </a:xfrm>
          <a:prstGeom prst="roundRect">
            <a:avLst/>
          </a:prstGeom>
          <a:ln>
            <a:headEnd/>
            <a:tailEnd/>
          </a:ln>
        </p:spPr>
        <p:style>
          <a:lnRef idx="2">
            <a:schemeClr val="accent6">
              <a:shade val="50000"/>
            </a:schemeClr>
          </a:lnRef>
          <a:fillRef idx="1">
            <a:schemeClr val="accent6"/>
          </a:fillRef>
          <a:effectRef idx="0">
            <a:schemeClr val="accent6"/>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containerd</a:t>
            </a:r>
          </a:p>
        </p:txBody>
      </p:sp>
      <p:pic>
        <p:nvPicPr>
          <p:cNvPr id="10" name="Graphic 9" descr="Typewriter">
            <a:extLst>
              <a:ext uri="{FF2B5EF4-FFF2-40B4-BE49-F238E27FC236}">
                <a16:creationId xmlns:a16="http://schemas.microsoft.com/office/drawing/2014/main" id="{BE07B35B-E132-4D23-86CB-976CBC3229B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92186" y="1301662"/>
            <a:ext cx="914400" cy="914400"/>
          </a:xfrm>
          <a:prstGeom prst="rect">
            <a:avLst/>
          </a:prstGeom>
        </p:spPr>
      </p:pic>
      <p:sp>
        <p:nvSpPr>
          <p:cNvPr id="8" name="Rectangle: Rounded Corners 7">
            <a:extLst>
              <a:ext uri="{FF2B5EF4-FFF2-40B4-BE49-F238E27FC236}">
                <a16:creationId xmlns:a16="http://schemas.microsoft.com/office/drawing/2014/main" id="{A229B4D0-5002-4453-AA2A-43C0E68904AA}"/>
              </a:ext>
            </a:extLst>
          </p:cNvPr>
          <p:cNvSpPr/>
          <p:nvPr/>
        </p:nvSpPr>
        <p:spPr bwMode="gray">
          <a:xfrm>
            <a:off x="545869" y="4588748"/>
            <a:ext cx="1969478" cy="415332"/>
          </a:xfrm>
          <a:prstGeom prst="roundRect">
            <a:avLst/>
          </a:prstGeom>
          <a:ln>
            <a:headEnd/>
            <a:tailEnd/>
          </a:ln>
        </p:spPr>
        <p:style>
          <a:lnRef idx="2">
            <a:schemeClr val="accent5">
              <a:shade val="50000"/>
            </a:schemeClr>
          </a:lnRef>
          <a:fillRef idx="1">
            <a:schemeClr val="accent5"/>
          </a:fillRef>
          <a:effectRef idx="0">
            <a:schemeClr val="accent5"/>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err="1">
                <a:ln>
                  <a:noFill/>
                </a:ln>
                <a:effectLst/>
                <a:uLnTx/>
                <a:uFillTx/>
                <a:ea typeface="Arial Unicode MS" pitchFamily="34" charset="-128"/>
                <a:cs typeface="Arial Unicode MS" pitchFamily="34" charset="-128"/>
              </a:rPr>
              <a:t>runc</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15" name="Rectangle: Rounded Corners 14">
            <a:extLst>
              <a:ext uri="{FF2B5EF4-FFF2-40B4-BE49-F238E27FC236}">
                <a16:creationId xmlns:a16="http://schemas.microsoft.com/office/drawing/2014/main" id="{E5BDF676-B09C-45FD-BC01-C685E50685DF}"/>
              </a:ext>
            </a:extLst>
          </p:cNvPr>
          <p:cNvSpPr/>
          <p:nvPr/>
        </p:nvSpPr>
        <p:spPr bwMode="gray">
          <a:xfrm>
            <a:off x="545869" y="4097652"/>
            <a:ext cx="1969478" cy="415332"/>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err="1">
                <a:ln>
                  <a:noFill/>
                </a:ln>
                <a:effectLst/>
                <a:uLnTx/>
                <a:uFillTx/>
                <a:ea typeface="Arial Unicode MS" pitchFamily="34" charset="-128"/>
                <a:cs typeface="Arial Unicode MS" pitchFamily="34" charset="-128"/>
              </a:rPr>
              <a:t>containerd</a:t>
            </a:r>
            <a:r>
              <a:rPr kumimoji="0" lang="en-US" sz="1800" b="0" i="0" u="none" strike="noStrike" kern="0" cap="none" spc="0" normalizeH="0" baseline="0" noProof="0" dirty="0">
                <a:ln>
                  <a:noFill/>
                </a:ln>
                <a:effectLst/>
                <a:uLnTx/>
                <a:uFillTx/>
                <a:ea typeface="Arial Unicode MS" pitchFamily="34" charset="-128"/>
                <a:cs typeface="Arial Unicode MS" pitchFamily="34" charset="-128"/>
              </a:rPr>
              <a:t>-shim</a:t>
            </a:r>
          </a:p>
        </p:txBody>
      </p:sp>
      <p:sp>
        <p:nvSpPr>
          <p:cNvPr id="16" name="Rectangle: Rounded Corners 15">
            <a:extLst>
              <a:ext uri="{FF2B5EF4-FFF2-40B4-BE49-F238E27FC236}">
                <a16:creationId xmlns:a16="http://schemas.microsoft.com/office/drawing/2014/main" id="{BB011E5D-064B-40C2-BB1F-7BBF8C345CCC}"/>
              </a:ext>
            </a:extLst>
          </p:cNvPr>
          <p:cNvSpPr/>
          <p:nvPr/>
        </p:nvSpPr>
        <p:spPr bwMode="gray">
          <a:xfrm>
            <a:off x="2808422" y="4588748"/>
            <a:ext cx="1969478" cy="415332"/>
          </a:xfrm>
          <a:prstGeom prst="roundRect">
            <a:avLst/>
          </a:prstGeom>
          <a:solidFill>
            <a:schemeClr val="accent5">
              <a:lumMod val="60000"/>
              <a:lumOff val="40000"/>
            </a:schemeClr>
          </a:solidFill>
          <a:ln>
            <a:headEnd/>
            <a:tailEnd/>
          </a:ln>
        </p:spPr>
        <p:style>
          <a:lnRef idx="2">
            <a:schemeClr val="accent5">
              <a:shade val="50000"/>
            </a:schemeClr>
          </a:lnRef>
          <a:fillRef idx="1">
            <a:schemeClr val="accent5"/>
          </a:fillRef>
          <a:effectRef idx="0">
            <a:schemeClr val="accent5"/>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err="1">
                <a:ln>
                  <a:noFill/>
                </a:ln>
                <a:effectLst/>
                <a:uLnTx/>
                <a:uFillTx/>
                <a:ea typeface="Arial Unicode MS" pitchFamily="34" charset="-128"/>
                <a:cs typeface="Arial Unicode MS" pitchFamily="34" charset="-128"/>
              </a:rPr>
              <a:t>runsc</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17" name="Rectangle: Rounded Corners 16">
            <a:extLst>
              <a:ext uri="{FF2B5EF4-FFF2-40B4-BE49-F238E27FC236}">
                <a16:creationId xmlns:a16="http://schemas.microsoft.com/office/drawing/2014/main" id="{04D605F0-A0BE-4A4B-AB1F-B52F7BD470FB}"/>
              </a:ext>
            </a:extLst>
          </p:cNvPr>
          <p:cNvSpPr/>
          <p:nvPr/>
        </p:nvSpPr>
        <p:spPr bwMode="gray">
          <a:xfrm>
            <a:off x="2808422" y="4097652"/>
            <a:ext cx="1969478" cy="415332"/>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err="1">
                <a:ln>
                  <a:noFill/>
                </a:ln>
                <a:effectLst/>
                <a:uLnTx/>
                <a:uFillTx/>
                <a:ea typeface="Arial Unicode MS" pitchFamily="34" charset="-128"/>
                <a:cs typeface="Arial Unicode MS" pitchFamily="34" charset="-128"/>
              </a:rPr>
              <a:t>containerd</a:t>
            </a:r>
            <a:r>
              <a:rPr kumimoji="0" lang="en-US" sz="1800" b="0" i="0" u="none" strike="noStrike" kern="0" cap="none" spc="0" normalizeH="0" baseline="0" noProof="0" dirty="0">
                <a:ln>
                  <a:noFill/>
                </a:ln>
                <a:effectLst/>
                <a:uLnTx/>
                <a:uFillTx/>
                <a:ea typeface="Arial Unicode MS" pitchFamily="34" charset="-128"/>
                <a:cs typeface="Arial Unicode MS" pitchFamily="34" charset="-128"/>
              </a:rPr>
              <a:t>-shim</a:t>
            </a:r>
          </a:p>
        </p:txBody>
      </p:sp>
      <p:sp>
        <p:nvSpPr>
          <p:cNvPr id="18" name="Rectangle: Rounded Corners 17">
            <a:extLst>
              <a:ext uri="{FF2B5EF4-FFF2-40B4-BE49-F238E27FC236}">
                <a16:creationId xmlns:a16="http://schemas.microsoft.com/office/drawing/2014/main" id="{F8C51FB3-C049-45BB-94CC-23330008AEA3}"/>
              </a:ext>
            </a:extLst>
          </p:cNvPr>
          <p:cNvSpPr/>
          <p:nvPr/>
        </p:nvSpPr>
        <p:spPr bwMode="gray">
          <a:xfrm>
            <a:off x="5070975" y="4588748"/>
            <a:ext cx="1969478" cy="415332"/>
          </a:xfrm>
          <a:prstGeom prst="roundRect">
            <a:avLst/>
          </a:prstGeom>
          <a:ln>
            <a:headEnd/>
            <a:tailEnd/>
          </a:ln>
        </p:spPr>
        <p:style>
          <a:lnRef idx="2">
            <a:schemeClr val="accent5">
              <a:shade val="50000"/>
            </a:schemeClr>
          </a:lnRef>
          <a:fillRef idx="1">
            <a:schemeClr val="accent5"/>
          </a:fillRef>
          <a:effectRef idx="0">
            <a:schemeClr val="accent5"/>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err="1">
                <a:ln>
                  <a:noFill/>
                </a:ln>
                <a:effectLst/>
                <a:uLnTx/>
                <a:uFillTx/>
                <a:ea typeface="Arial Unicode MS" pitchFamily="34" charset="-128"/>
                <a:cs typeface="Arial Unicode MS" pitchFamily="34" charset="-128"/>
              </a:rPr>
              <a:t>runc</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19" name="Rectangle: Rounded Corners 18">
            <a:extLst>
              <a:ext uri="{FF2B5EF4-FFF2-40B4-BE49-F238E27FC236}">
                <a16:creationId xmlns:a16="http://schemas.microsoft.com/office/drawing/2014/main" id="{0F51D164-0018-45E2-B68D-511CB155680D}"/>
              </a:ext>
            </a:extLst>
          </p:cNvPr>
          <p:cNvSpPr/>
          <p:nvPr/>
        </p:nvSpPr>
        <p:spPr bwMode="gray">
          <a:xfrm>
            <a:off x="5070975" y="4097652"/>
            <a:ext cx="1969478" cy="415332"/>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err="1">
                <a:ln>
                  <a:noFill/>
                </a:ln>
                <a:effectLst/>
                <a:uLnTx/>
                <a:uFillTx/>
                <a:ea typeface="Arial Unicode MS" pitchFamily="34" charset="-128"/>
                <a:cs typeface="Arial Unicode MS" pitchFamily="34" charset="-128"/>
              </a:rPr>
              <a:t>containerd</a:t>
            </a:r>
            <a:r>
              <a:rPr kumimoji="0" lang="en-US" sz="1800" b="0" i="0" u="none" strike="noStrike" kern="0" cap="none" spc="0" normalizeH="0" baseline="0" noProof="0" dirty="0">
                <a:ln>
                  <a:noFill/>
                </a:ln>
                <a:effectLst/>
                <a:uLnTx/>
                <a:uFillTx/>
                <a:ea typeface="Arial Unicode MS" pitchFamily="34" charset="-128"/>
                <a:cs typeface="Arial Unicode MS" pitchFamily="34" charset="-128"/>
              </a:rPr>
              <a:t>-shim</a:t>
            </a:r>
          </a:p>
        </p:txBody>
      </p:sp>
      <p:pic>
        <p:nvPicPr>
          <p:cNvPr id="20" name="Picture 19">
            <a:extLst>
              <a:ext uri="{FF2B5EF4-FFF2-40B4-BE49-F238E27FC236}">
                <a16:creationId xmlns:a16="http://schemas.microsoft.com/office/drawing/2014/main" id="{C2EB80D9-39E5-4F24-B2FD-FC28E4A7A7C9}"/>
              </a:ext>
            </a:extLst>
          </p:cNvPr>
          <p:cNvPicPr>
            <a:picLocks noChangeAspect="1"/>
          </p:cNvPicPr>
          <p:nvPr/>
        </p:nvPicPr>
        <p:blipFill>
          <a:blip r:embed="rId5"/>
          <a:stretch>
            <a:fillRect/>
          </a:stretch>
        </p:blipFill>
        <p:spPr>
          <a:xfrm>
            <a:off x="737274" y="5386625"/>
            <a:ext cx="1586667" cy="947654"/>
          </a:xfrm>
          <a:prstGeom prst="rect">
            <a:avLst/>
          </a:prstGeom>
        </p:spPr>
      </p:pic>
      <p:pic>
        <p:nvPicPr>
          <p:cNvPr id="22" name="Picture 21">
            <a:extLst>
              <a:ext uri="{FF2B5EF4-FFF2-40B4-BE49-F238E27FC236}">
                <a16:creationId xmlns:a16="http://schemas.microsoft.com/office/drawing/2014/main" id="{378CEB34-A694-4201-ADDC-1E8066F339E3}"/>
              </a:ext>
            </a:extLst>
          </p:cNvPr>
          <p:cNvPicPr>
            <a:picLocks noChangeAspect="1"/>
          </p:cNvPicPr>
          <p:nvPr/>
        </p:nvPicPr>
        <p:blipFill>
          <a:blip r:embed="rId5"/>
          <a:stretch>
            <a:fillRect/>
          </a:stretch>
        </p:blipFill>
        <p:spPr>
          <a:xfrm>
            <a:off x="2999827" y="5386625"/>
            <a:ext cx="1586667" cy="947654"/>
          </a:xfrm>
          <a:prstGeom prst="rect">
            <a:avLst/>
          </a:prstGeom>
        </p:spPr>
      </p:pic>
      <p:pic>
        <p:nvPicPr>
          <p:cNvPr id="23" name="Picture 22">
            <a:extLst>
              <a:ext uri="{FF2B5EF4-FFF2-40B4-BE49-F238E27FC236}">
                <a16:creationId xmlns:a16="http://schemas.microsoft.com/office/drawing/2014/main" id="{A62D5E3D-51EA-46CB-93AB-6DBE290403B6}"/>
              </a:ext>
            </a:extLst>
          </p:cNvPr>
          <p:cNvPicPr>
            <a:picLocks noChangeAspect="1"/>
          </p:cNvPicPr>
          <p:nvPr/>
        </p:nvPicPr>
        <p:blipFill>
          <a:blip r:embed="rId5"/>
          <a:stretch>
            <a:fillRect/>
          </a:stretch>
        </p:blipFill>
        <p:spPr>
          <a:xfrm>
            <a:off x="5262380" y="5386625"/>
            <a:ext cx="1586667" cy="947654"/>
          </a:xfrm>
          <a:prstGeom prst="rect">
            <a:avLst/>
          </a:prstGeom>
        </p:spPr>
      </p:pic>
      <p:cxnSp>
        <p:nvCxnSpPr>
          <p:cNvPr id="25" name="Straight Arrow Connector 24">
            <a:extLst>
              <a:ext uri="{FF2B5EF4-FFF2-40B4-BE49-F238E27FC236}">
                <a16:creationId xmlns:a16="http://schemas.microsoft.com/office/drawing/2014/main" id="{FD034A71-C62B-4808-98DF-88B004C23164}"/>
              </a:ext>
            </a:extLst>
          </p:cNvPr>
          <p:cNvCxnSpPr>
            <a:cxnSpLocks/>
            <a:stCxn id="10" idx="3"/>
            <a:endCxn id="4" idx="1"/>
          </p:cNvCxnSpPr>
          <p:nvPr/>
        </p:nvCxnSpPr>
        <p:spPr>
          <a:xfrm>
            <a:off x="1406586" y="1758862"/>
            <a:ext cx="1008277" cy="1"/>
          </a:xfrm>
          <a:prstGeom prst="straightConnector1">
            <a:avLst/>
          </a:prstGeom>
          <a:ln w="57150">
            <a:solidFill>
              <a:schemeClr val="bg2"/>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52D68247-A75A-4548-B5F8-1D657A48B771}"/>
              </a:ext>
            </a:extLst>
          </p:cNvPr>
          <p:cNvCxnSpPr>
            <a:stCxn id="4" idx="2"/>
            <a:endCxn id="6" idx="0"/>
          </p:cNvCxnSpPr>
          <p:nvPr/>
        </p:nvCxnSpPr>
        <p:spPr>
          <a:xfrm>
            <a:off x="3791487" y="2165821"/>
            <a:ext cx="0" cy="342918"/>
          </a:xfrm>
          <a:prstGeom prst="straightConnector1">
            <a:avLst/>
          </a:prstGeom>
          <a:ln w="57150">
            <a:solidFill>
              <a:schemeClr val="bg2"/>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31" name="Connector: Elbow 30">
            <a:extLst>
              <a:ext uri="{FF2B5EF4-FFF2-40B4-BE49-F238E27FC236}">
                <a16:creationId xmlns:a16="http://schemas.microsoft.com/office/drawing/2014/main" id="{5EEB6855-20F6-4D66-B565-F98EE00B18B1}"/>
              </a:ext>
            </a:extLst>
          </p:cNvPr>
          <p:cNvCxnSpPr>
            <a:stCxn id="6" idx="2"/>
            <a:endCxn id="15" idx="0"/>
          </p:cNvCxnSpPr>
          <p:nvPr/>
        </p:nvCxnSpPr>
        <p:spPr>
          <a:xfrm rot="5400000">
            <a:off x="2273550" y="2579715"/>
            <a:ext cx="774996" cy="2260879"/>
          </a:xfrm>
          <a:prstGeom prst="bentConnector3">
            <a:avLst/>
          </a:prstGeom>
          <a:ln w="57150">
            <a:solidFill>
              <a:schemeClr val="bg2"/>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049" name="Connector: Elbow 2048">
            <a:extLst>
              <a:ext uri="{FF2B5EF4-FFF2-40B4-BE49-F238E27FC236}">
                <a16:creationId xmlns:a16="http://schemas.microsoft.com/office/drawing/2014/main" id="{4C9CFF38-CC33-47C1-A676-C8616F16EAD4}"/>
              </a:ext>
            </a:extLst>
          </p:cNvPr>
          <p:cNvCxnSpPr>
            <a:stCxn id="6" idx="2"/>
            <a:endCxn id="19" idx="0"/>
          </p:cNvCxnSpPr>
          <p:nvPr/>
        </p:nvCxnSpPr>
        <p:spPr>
          <a:xfrm rot="16200000" flipH="1">
            <a:off x="4536102" y="2578040"/>
            <a:ext cx="774996" cy="2264227"/>
          </a:xfrm>
          <a:prstGeom prst="bentConnector3">
            <a:avLst/>
          </a:prstGeom>
          <a:ln w="57150">
            <a:solidFill>
              <a:schemeClr val="bg2"/>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052" name="Straight Arrow Connector 2051">
            <a:extLst>
              <a:ext uri="{FF2B5EF4-FFF2-40B4-BE49-F238E27FC236}">
                <a16:creationId xmlns:a16="http://schemas.microsoft.com/office/drawing/2014/main" id="{62C187FE-5B5B-4A26-97EE-E02D366C5D79}"/>
              </a:ext>
            </a:extLst>
          </p:cNvPr>
          <p:cNvCxnSpPr>
            <a:cxnSpLocks/>
            <a:stCxn id="6" idx="2"/>
            <a:endCxn id="17" idx="0"/>
          </p:cNvCxnSpPr>
          <p:nvPr/>
        </p:nvCxnSpPr>
        <p:spPr>
          <a:xfrm>
            <a:off x="3791487" y="3322656"/>
            <a:ext cx="1674" cy="774996"/>
          </a:xfrm>
          <a:prstGeom prst="straightConnector1">
            <a:avLst/>
          </a:prstGeom>
          <a:ln w="57150">
            <a:solidFill>
              <a:schemeClr val="bg2"/>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054" name="Straight Arrow Connector 2053">
            <a:extLst>
              <a:ext uri="{FF2B5EF4-FFF2-40B4-BE49-F238E27FC236}">
                <a16:creationId xmlns:a16="http://schemas.microsoft.com/office/drawing/2014/main" id="{2182E10B-C024-479F-AA63-2A87AB24E721}"/>
              </a:ext>
            </a:extLst>
          </p:cNvPr>
          <p:cNvCxnSpPr>
            <a:cxnSpLocks/>
            <a:stCxn id="8" idx="2"/>
            <a:endCxn id="20" idx="0"/>
          </p:cNvCxnSpPr>
          <p:nvPr/>
        </p:nvCxnSpPr>
        <p:spPr>
          <a:xfrm>
            <a:off x="1530608" y="5004080"/>
            <a:ext cx="0" cy="382545"/>
          </a:xfrm>
          <a:prstGeom prst="straightConnector1">
            <a:avLst/>
          </a:prstGeom>
          <a:ln w="57150">
            <a:solidFill>
              <a:schemeClr val="bg2"/>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056" name="Straight Arrow Connector 2055">
            <a:extLst>
              <a:ext uri="{FF2B5EF4-FFF2-40B4-BE49-F238E27FC236}">
                <a16:creationId xmlns:a16="http://schemas.microsoft.com/office/drawing/2014/main" id="{11135BE4-28CC-4FF5-8195-AA00C63709A1}"/>
              </a:ext>
            </a:extLst>
          </p:cNvPr>
          <p:cNvCxnSpPr>
            <a:cxnSpLocks/>
            <a:stCxn id="16" idx="2"/>
            <a:endCxn id="22" idx="0"/>
          </p:cNvCxnSpPr>
          <p:nvPr/>
        </p:nvCxnSpPr>
        <p:spPr>
          <a:xfrm>
            <a:off x="3793161" y="5004080"/>
            <a:ext cx="0" cy="382545"/>
          </a:xfrm>
          <a:prstGeom prst="straightConnector1">
            <a:avLst/>
          </a:prstGeom>
          <a:ln w="57150">
            <a:solidFill>
              <a:schemeClr val="bg2"/>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058" name="Straight Arrow Connector 2057">
            <a:extLst>
              <a:ext uri="{FF2B5EF4-FFF2-40B4-BE49-F238E27FC236}">
                <a16:creationId xmlns:a16="http://schemas.microsoft.com/office/drawing/2014/main" id="{BDCC3E1B-023D-41D5-96B7-AE2782CBDC95}"/>
              </a:ext>
            </a:extLst>
          </p:cNvPr>
          <p:cNvCxnSpPr>
            <a:cxnSpLocks/>
            <a:stCxn id="18" idx="2"/>
            <a:endCxn id="23" idx="0"/>
          </p:cNvCxnSpPr>
          <p:nvPr/>
        </p:nvCxnSpPr>
        <p:spPr>
          <a:xfrm>
            <a:off x="6055714" y="5004080"/>
            <a:ext cx="0" cy="382545"/>
          </a:xfrm>
          <a:prstGeom prst="straightConnector1">
            <a:avLst/>
          </a:prstGeom>
          <a:ln w="57150">
            <a:solidFill>
              <a:schemeClr val="bg2"/>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49" name="Speech Bubble: Rectangle 48">
            <a:extLst>
              <a:ext uri="{FF2B5EF4-FFF2-40B4-BE49-F238E27FC236}">
                <a16:creationId xmlns:a16="http://schemas.microsoft.com/office/drawing/2014/main" id="{C1B6FCC7-62DE-4C3E-84BC-733715AF4570}"/>
              </a:ext>
            </a:extLst>
          </p:cNvPr>
          <p:cNvSpPr/>
          <p:nvPr/>
        </p:nvSpPr>
        <p:spPr bwMode="gray">
          <a:xfrm>
            <a:off x="6348448" y="995230"/>
            <a:ext cx="4101737" cy="641734"/>
          </a:xfrm>
          <a:prstGeom prst="wedgeRectCallout">
            <a:avLst>
              <a:gd name="adj1" fmla="val -72482"/>
              <a:gd name="adj2" fmla="val 53921"/>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noProof="0" dirty="0">
                <a:ea typeface="Arial Unicode MS" pitchFamily="34" charset="-128"/>
                <a:cs typeface="Arial Unicode MS" pitchFamily="34" charset="-128"/>
              </a:rPr>
              <a:t>Docker daemon is the central entry point for all API requests</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50" name="Speech Bubble: Rectangle 49">
            <a:extLst>
              <a:ext uri="{FF2B5EF4-FFF2-40B4-BE49-F238E27FC236}">
                <a16:creationId xmlns:a16="http://schemas.microsoft.com/office/drawing/2014/main" id="{A6C68991-E00A-4A3D-B278-E6B1F9ED544D}"/>
              </a:ext>
            </a:extLst>
          </p:cNvPr>
          <p:cNvSpPr/>
          <p:nvPr/>
        </p:nvSpPr>
        <p:spPr bwMode="gray">
          <a:xfrm>
            <a:off x="6348448" y="2216062"/>
            <a:ext cx="4101737" cy="641734"/>
          </a:xfrm>
          <a:prstGeom prst="wedgeRectCallout">
            <a:avLst>
              <a:gd name="adj1" fmla="val -72482"/>
              <a:gd name="adj2" fmla="val 53921"/>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Container runtime </a:t>
            </a:r>
            <a:r>
              <a:rPr kumimoji="0" lang="en-US" sz="1800" b="0" i="0" u="none" strike="noStrike" kern="0" cap="none" spc="0" normalizeH="0" baseline="0" noProof="0" dirty="0">
                <a:ln>
                  <a:noFill/>
                </a:ln>
                <a:effectLst/>
                <a:uLnTx/>
                <a:uFillTx/>
                <a:ea typeface="Arial Unicode MS" pitchFamily="34" charset="-128"/>
                <a:cs typeface="Arial Unicode MS" pitchFamily="34" charset="-128"/>
              </a:rPr>
              <a:t>to handle container lifecycle based on OCI specs</a:t>
            </a:r>
          </a:p>
        </p:txBody>
      </p:sp>
      <p:sp>
        <p:nvSpPr>
          <p:cNvPr id="51" name="Speech Bubble: Rectangle 50">
            <a:extLst>
              <a:ext uri="{FF2B5EF4-FFF2-40B4-BE49-F238E27FC236}">
                <a16:creationId xmlns:a16="http://schemas.microsoft.com/office/drawing/2014/main" id="{9815E1AD-DF89-45E0-8288-DD498EFC09F8}"/>
              </a:ext>
            </a:extLst>
          </p:cNvPr>
          <p:cNvSpPr/>
          <p:nvPr/>
        </p:nvSpPr>
        <p:spPr bwMode="gray">
          <a:xfrm>
            <a:off x="7432337" y="3322655"/>
            <a:ext cx="4101737" cy="641734"/>
          </a:xfrm>
          <a:prstGeom prst="wedgeRectCallout">
            <a:avLst>
              <a:gd name="adj1" fmla="val -72482"/>
              <a:gd name="adj2" fmla="val 53921"/>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s</a:t>
            </a:r>
            <a:r>
              <a:rPr kumimoji="0" lang="en-US" sz="1800" b="0" i="0" u="none" strike="noStrike" kern="0" cap="none" spc="0" normalizeH="0" baseline="0" noProof="0" dirty="0">
                <a:ln>
                  <a:noFill/>
                </a:ln>
                <a:effectLst/>
                <a:uLnTx/>
                <a:uFillTx/>
                <a:ea typeface="Arial Unicode MS" pitchFamily="34" charset="-128"/>
                <a:cs typeface="Arial Unicode MS" pitchFamily="34" charset="-128"/>
              </a:rPr>
              <a:t>him process which takes over parent ownership of a running container</a:t>
            </a:r>
          </a:p>
        </p:txBody>
      </p:sp>
      <p:sp>
        <p:nvSpPr>
          <p:cNvPr id="52" name="Speech Bubble: Rectangle 51">
            <a:extLst>
              <a:ext uri="{FF2B5EF4-FFF2-40B4-BE49-F238E27FC236}">
                <a16:creationId xmlns:a16="http://schemas.microsoft.com/office/drawing/2014/main" id="{6A1CD147-567D-472B-A796-F42D6053B620}"/>
              </a:ext>
            </a:extLst>
          </p:cNvPr>
          <p:cNvSpPr/>
          <p:nvPr/>
        </p:nvSpPr>
        <p:spPr bwMode="gray">
          <a:xfrm>
            <a:off x="8256818" y="5650080"/>
            <a:ext cx="3130571" cy="837361"/>
          </a:xfrm>
          <a:prstGeom prst="wedgeRectCallout">
            <a:avLst>
              <a:gd name="adj1" fmla="val -47446"/>
              <a:gd name="adj2" fmla="val -79469"/>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err="1">
                <a:ln>
                  <a:noFill/>
                </a:ln>
                <a:effectLst/>
                <a:uLnTx/>
                <a:uFillTx/>
                <a:ea typeface="Arial Unicode MS" pitchFamily="34" charset="-128"/>
                <a:cs typeface="Arial Unicode MS" pitchFamily="34" charset="-128"/>
              </a:rPr>
              <a:t>runc</a:t>
            </a:r>
            <a:r>
              <a:rPr kumimoji="0" lang="en-US" sz="1800" b="0" i="0" u="none" strike="noStrike" kern="0" cap="none" spc="0" normalizeH="0" baseline="0" noProof="0" dirty="0">
                <a:ln>
                  <a:noFill/>
                </a:ln>
                <a:effectLst/>
                <a:uLnTx/>
                <a:uFillTx/>
                <a:ea typeface="Arial Unicode MS" pitchFamily="34" charset="-128"/>
                <a:cs typeface="Arial Unicode MS" pitchFamily="34" charset="-128"/>
              </a:rPr>
              <a:t> actually starts the container</a:t>
            </a:r>
          </a:p>
        </p:txBody>
      </p:sp>
      <p:pic>
        <p:nvPicPr>
          <p:cNvPr id="27" name="Picture 26">
            <a:extLst>
              <a:ext uri="{FF2B5EF4-FFF2-40B4-BE49-F238E27FC236}">
                <a16:creationId xmlns:a16="http://schemas.microsoft.com/office/drawing/2014/main" id="{0BFE9AD0-00E6-4C1C-B5BC-BEF04A8041EA}"/>
              </a:ext>
            </a:extLst>
          </p:cNvPr>
          <p:cNvPicPr>
            <a:picLocks noChangeAspect="1"/>
          </p:cNvPicPr>
          <p:nvPr/>
        </p:nvPicPr>
        <p:blipFill>
          <a:blip r:embed="rId6"/>
          <a:stretch>
            <a:fillRect/>
          </a:stretch>
        </p:blipFill>
        <p:spPr>
          <a:xfrm>
            <a:off x="7432337" y="4261819"/>
            <a:ext cx="1613647" cy="1124806"/>
          </a:xfrm>
          <a:prstGeom prst="rect">
            <a:avLst/>
          </a:prstGeom>
        </p:spPr>
      </p:pic>
      <p:pic>
        <p:nvPicPr>
          <p:cNvPr id="11" name="Grafik 10">
            <a:extLst>
              <a:ext uri="{FF2B5EF4-FFF2-40B4-BE49-F238E27FC236}">
                <a16:creationId xmlns:a16="http://schemas.microsoft.com/office/drawing/2014/main" id="{AFD9592C-FA7F-4BB0-1A16-1EFA193788CF}"/>
              </a:ext>
            </a:extLst>
          </p:cNvPr>
          <p:cNvPicPr>
            <a:picLocks noChangeAspect="1"/>
          </p:cNvPicPr>
          <p:nvPr/>
        </p:nvPicPr>
        <p:blipFill>
          <a:blip r:embed="rId7"/>
          <a:stretch>
            <a:fillRect/>
          </a:stretch>
        </p:blipFill>
        <p:spPr>
          <a:xfrm>
            <a:off x="9045984" y="4429248"/>
            <a:ext cx="2336800" cy="850900"/>
          </a:xfrm>
          <a:prstGeom prst="rect">
            <a:avLst/>
          </a:prstGeom>
        </p:spPr>
      </p:pic>
    </p:spTree>
    <p:extLst>
      <p:ext uri="{BB962C8B-B14F-4D97-AF65-F5344CB8AC3E}">
        <p14:creationId xmlns:p14="http://schemas.microsoft.com/office/powerpoint/2010/main" val="31369269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1"/>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04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7"/>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2"/>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2054"/>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23"/>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058"/>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9"/>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51"/>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2052"/>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16"/>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2056"/>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22"/>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animBg="1"/>
      <p:bldP spid="15" grpId="0" animBg="1"/>
      <p:bldP spid="16" grpId="0" animBg="1"/>
      <p:bldP spid="17" grpId="0" animBg="1"/>
      <p:bldP spid="18" grpId="0" animBg="1"/>
      <p:bldP spid="19" grpId="0" animBg="1"/>
      <p:bldP spid="50" grpId="0" animBg="1"/>
      <p:bldP spid="51" grpId="0" animBg="1"/>
      <p:bldP spid="52" grpId="0" animBg="1"/>
    </p:bldLst>
  </p:timing>
</p:sld>
</file>

<file path=ppt/slides/slide1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134366319"/>
      </p:ext>
    </p:extLst>
  </p:cSld>
  <p:clrMapOvr>
    <a:masterClrMapping/>
  </p:clrMapOvr>
  <p:transition spd="med"/>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Tree>
  </p:cSld>
  <p:clrMapOvr>
    <a:masterClrMapping/>
  </p:clrMapOvr>
  <p:transition spd="med"/>
</p:sld>
</file>

<file path=ppt/theme/theme1.xml><?xml version="1.0" encoding="utf-8"?>
<a:theme xmlns:a="http://schemas.openxmlformats.org/drawingml/2006/main" name="SAP_2017_16x9_white">
  <a:themeElements>
    <a:clrScheme name="SAP_colors_2017">
      <a:dk1>
        <a:srgbClr val="000000"/>
      </a:dk1>
      <a:lt1>
        <a:srgbClr val="FFFFFF"/>
      </a:lt1>
      <a:dk2>
        <a:srgbClr val="CCCCCC"/>
      </a:dk2>
      <a:lt2>
        <a:srgbClr val="999999"/>
      </a:lt2>
      <a:accent1>
        <a:srgbClr val="F0AB00"/>
      </a:accent1>
      <a:accent2>
        <a:srgbClr val="666666"/>
      </a:accent2>
      <a:accent3>
        <a:srgbClr val="008FD3"/>
      </a:accent3>
      <a:accent4>
        <a:srgbClr val="4FB81C"/>
      </a:accent4>
      <a:accent5>
        <a:srgbClr val="E35500"/>
      </a:accent5>
      <a:accent6>
        <a:srgbClr val="970A82"/>
      </a:accent6>
      <a:hlink>
        <a:srgbClr val="008FD3"/>
      </a:hlink>
      <a:folHlink>
        <a:srgbClr val="008FD3"/>
      </a:folHlink>
    </a:clrScheme>
    <a:fontScheme name="SAP Fonts">
      <a:majorFont>
        <a:latin typeface="Arial"/>
        <a:ea typeface=""/>
        <a:cs typeface=""/>
      </a:majorFont>
      <a:minorFont>
        <a:latin typeface="Arial"/>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solidFill>
          <a:schemeClr val="accent1"/>
        </a:solidFill>
        <a:ln w="6350" algn="ctr">
          <a:noFill/>
          <a:miter lim="800000"/>
          <a:headEnd/>
          <a:tailEnd/>
        </a:ln>
      </a:spPr>
      <a:bodyPr lIns="90000" tIns="72000" rIns="90000" bIns="72000" rtlCol="0" anchor="ctr"/>
      <a:lstStyle>
        <a:defPPr marR="0" algn="ctr" defTabSz="914400" eaLnBrk="1" fontAlgn="base" latinLnBrk="0" hangingPunct="1">
          <a:lnSpc>
            <a:spcPct val="100000"/>
          </a:lnSpc>
          <a:spcBef>
            <a:spcPct val="50000"/>
          </a:spcBef>
          <a:spcAft>
            <a:spcPct val="0"/>
          </a:spcAft>
          <a:buClr>
            <a:srgbClr val="F0AB00"/>
          </a:buClr>
          <a:buSzPct val="80000"/>
          <a:tabLst/>
          <a:defRPr kumimoji="0" sz="1800" b="0" i="0" u="none" strike="noStrike" kern="0" cap="none" spc="0" normalizeH="0" baseline="0" noProof="0" dirty="0" err="1" smtClean="0">
            <a:ln>
              <a:noFill/>
            </a:ln>
            <a:effectLst/>
            <a:uLnTx/>
            <a:uFillTx/>
            <a:ea typeface="Arial Unicode MS" pitchFamily="34" charset="-128"/>
            <a:cs typeface="Arial Unicode MS" pitchFamily="34" charset="-128"/>
          </a:defRPr>
        </a:defPPr>
      </a:lstStyle>
    </a:spDef>
    <a:lnDef>
      <a:spPr>
        <a:ln w="9525">
          <a:solidFill>
            <a:schemeClr val="tx1"/>
          </a:solidFill>
          <a:headEnd type="none" w="med" len="med"/>
          <a:tailEnd type="none" w="med" len="med"/>
        </a:ln>
      </a:spPr>
      <a:bodyPr/>
      <a:lstStyle/>
      <a:style>
        <a:lnRef idx="1">
          <a:schemeClr val="accent1"/>
        </a:lnRef>
        <a:fillRef idx="0">
          <a:schemeClr val="accent1"/>
        </a:fillRef>
        <a:effectRef idx="0">
          <a:schemeClr val="accent1"/>
        </a:effectRef>
        <a:fontRef idx="minor">
          <a:schemeClr val="tx1"/>
        </a:fontRef>
      </a:style>
    </a:lnDef>
    <a:txDef>
      <a:spPr>
        <a:noFill/>
      </a:spPr>
      <a:bodyPr wrap="none" lIns="0" tIns="0" rIns="0" bIns="0" rtlCol="0">
        <a:spAutoFit/>
      </a:bodyPr>
      <a:lstStyle>
        <a:defPPr fontAlgn="base">
          <a:spcBef>
            <a:spcPct val="50000"/>
          </a:spcBef>
          <a:spcAft>
            <a:spcPct val="0"/>
          </a:spcAft>
          <a:buClr>
            <a:srgbClr val="F0AB00"/>
          </a:buClr>
          <a:buSzPct val="80000"/>
          <a:defRPr sz="1800" kern="0" dirty="0" err="1" smtClean="0">
            <a:ea typeface="Arial Unicode MS" pitchFamily="34" charset="-128"/>
            <a:cs typeface="Arial Unicode MS" pitchFamily="34" charset="-128"/>
          </a:defRPr>
        </a:defPPr>
      </a:lstStyle>
    </a:txDef>
  </a:objectDefaults>
  <a:extraClrSchemeLst/>
  <a:extLst>
    <a:ext uri="{05A4C25C-085E-4340-85A3-A5531E510DB2}">
      <thm15:themeFamily xmlns:thm15="http://schemas.microsoft.com/office/thememl/2012/main" name="SAP_2017_16x9_white.potx" id="{09507692-57C8-4E82-A325-C2A287EE40F0}" vid="{EBED01C1-DD25-4F44-B246-2D1B402CEA63}"/>
    </a:ext>
  </a:extLst>
</a:theme>
</file>

<file path=ppt/theme/theme2.xml><?xml version="1.0" encoding="utf-8"?>
<a:theme xmlns:a="http://schemas.openxmlformats.org/drawingml/2006/main" name="Office Theme">
  <a:themeElements>
    <a:clrScheme name="SAP_Colors2011_1.1">
      <a:dk1>
        <a:srgbClr val="000000"/>
      </a:dk1>
      <a:lt1>
        <a:srgbClr val="FFFFFF"/>
      </a:lt1>
      <a:dk2>
        <a:srgbClr val="0076CB"/>
      </a:dk2>
      <a:lt2>
        <a:srgbClr val="CCCCCC"/>
      </a:lt2>
      <a:accent1>
        <a:srgbClr val="F0AB00"/>
      </a:accent1>
      <a:accent2>
        <a:srgbClr val="666666"/>
      </a:accent2>
      <a:accent3>
        <a:srgbClr val="0076CB"/>
      </a:accent3>
      <a:accent4>
        <a:srgbClr val="4FB81C"/>
      </a:accent4>
      <a:accent5>
        <a:srgbClr val="E35500"/>
      </a:accent5>
      <a:accent6>
        <a:srgbClr val="760A85"/>
      </a:accent6>
      <a:hlink>
        <a:srgbClr val="666666"/>
      </a:hlink>
      <a:folHlink>
        <a:srgbClr val="CCCCCC"/>
      </a:folHlink>
    </a:clrScheme>
    <a:fontScheme name="SAP_Fonts2011">
      <a:majorFont>
        <a:latin typeface="Arial"/>
        <a:ea typeface=""/>
        <a:cs typeface=""/>
      </a:majorFont>
      <a:minorFont>
        <a:latin typeface="Arial"/>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SAP_Colors2011">
      <a:dk1>
        <a:srgbClr val="000000"/>
      </a:dk1>
      <a:lt1>
        <a:srgbClr val="FFFFFF"/>
      </a:lt1>
      <a:dk2>
        <a:srgbClr val="00AFE3"/>
      </a:dk2>
      <a:lt2>
        <a:srgbClr val="CCCCCC"/>
      </a:lt2>
      <a:accent1>
        <a:srgbClr val="FDB913"/>
      </a:accent1>
      <a:accent2>
        <a:srgbClr val="626366"/>
      </a:accent2>
      <a:accent3>
        <a:srgbClr val="0082C9"/>
      </a:accent3>
      <a:accent4>
        <a:srgbClr val="4BBE44"/>
      </a:accent4>
      <a:accent5>
        <a:srgbClr val="B1D249"/>
      </a:accent5>
      <a:accent6>
        <a:srgbClr val="80298F"/>
      </a:accent6>
      <a:hlink>
        <a:srgbClr val="04357B"/>
      </a:hlink>
      <a:folHlink>
        <a:srgbClr val="999999"/>
      </a:folHlink>
    </a:clrScheme>
    <a:fontScheme name="SAP_Fonts2011">
      <a:majorFont>
        <a:latin typeface="Arial"/>
        <a:ea typeface=""/>
        <a:cs typeface=""/>
      </a:majorFont>
      <a:minorFont>
        <a:latin typeface="Arial"/>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413C8A4F00697141B6FA960F762861E8" ma:contentTypeVersion="7" ma:contentTypeDescription="Create a new document." ma:contentTypeScope="" ma:versionID="75679eb20af3838b1eab1fbe72fef032">
  <xsd:schema xmlns:xsd="http://www.w3.org/2001/XMLSchema" xmlns:xs="http://www.w3.org/2001/XMLSchema" xmlns:p="http://schemas.microsoft.com/office/2006/metadata/properties" xmlns:ns3="49a59b68-094c-48f7-af2b-0072ac24b77e" targetNamespace="http://schemas.microsoft.com/office/2006/metadata/properties" ma:root="true" ma:fieldsID="223f61b356e47f140bcb594d278c0c55" ns3:_="">
    <xsd:import namespace="49a59b68-094c-48f7-af2b-0072ac24b77e"/>
    <xsd:element name="properties">
      <xsd:complexType>
        <xsd:sequence>
          <xsd:element name="documentManagement">
            <xsd:complexType>
              <xsd:all>
                <xsd:element ref="ns3:MediaServiceMetadata" minOccurs="0"/>
                <xsd:element ref="ns3:MediaServiceFastMetadata" minOccurs="0"/>
                <xsd:element ref="ns3:MediaServiceDateTaken" minOccurs="0"/>
                <xsd:element ref="ns3:MediaServiceAuto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9a59b68-094c-48f7-af2b-0072ac24b77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1" nillable="true" ma:displayName="Tags" ma:internalName="MediaServiceAutoTags" ma:readOnly="true">
      <xsd:simpleType>
        <xsd:restriction base="dms:Text"/>
      </xsd:simpleType>
    </xsd:element>
    <xsd:element name="MediaServiceOCR" ma:index="12" nillable="true" ma:displayName="Extracted Text" ma:internalName="MediaServiceOCR" ma:readOnly="true">
      <xsd:simpleType>
        <xsd:restriction base="dms:Note">
          <xsd:maxLength value="255"/>
        </xsd:restriction>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9234AC07-8006-4F61-93F8-4AB6A04320B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9a59b68-094c-48f7-af2b-0072ac24b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EE15B31B-466C-488E-B171-800C9BAA728E}">
  <ds:schemaRefs>
    <ds:schemaRef ds:uri="http://schemas.openxmlformats.org/package/2006/metadata/core-properties"/>
    <ds:schemaRef ds:uri="http://purl.org/dc/elements/1.1/"/>
    <ds:schemaRef ds:uri="http://purl.org/dc/terms/"/>
    <ds:schemaRef ds:uri="http://schemas.microsoft.com/office/2006/metadata/properties"/>
    <ds:schemaRef ds:uri="http://purl.org/dc/dcmitype/"/>
    <ds:schemaRef ds:uri="http://schemas.microsoft.com/office/2006/documentManagement/types"/>
    <ds:schemaRef ds:uri="http://schemas.microsoft.com/office/infopath/2007/PartnerControls"/>
    <ds:schemaRef ds:uri="49a59b68-094c-48f7-af2b-0072ac24b77e"/>
    <ds:schemaRef ds:uri="http://www.w3.org/XML/1998/namespace"/>
  </ds:schemaRefs>
</ds:datastoreItem>
</file>

<file path=customXml/itemProps3.xml><?xml version="1.0" encoding="utf-8"?>
<ds:datastoreItem xmlns:ds="http://schemas.openxmlformats.org/officeDocument/2006/customXml" ds:itemID="{C2223F73-0F08-4D22-88C9-602F4313BC72}">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0</TotalTime>
  <Words>1241</Words>
  <Application>Microsoft Macintosh PowerPoint</Application>
  <PresentationFormat>Benutzerdefiniert</PresentationFormat>
  <Paragraphs>127</Paragraphs>
  <Slides>15</Slides>
  <Notes>12</Notes>
  <HiddenSlides>2</HiddenSlides>
  <MMClips>0</MMClips>
  <ScaleCrop>false</ScaleCrop>
  <HeadingPairs>
    <vt:vector size="6" baseType="variant">
      <vt:variant>
        <vt:lpstr>Verwendete Schriftarten</vt:lpstr>
      </vt:variant>
      <vt:variant>
        <vt:i4>5</vt:i4>
      </vt:variant>
      <vt:variant>
        <vt:lpstr>Design</vt:lpstr>
      </vt:variant>
      <vt:variant>
        <vt:i4>1</vt:i4>
      </vt:variant>
      <vt:variant>
        <vt:lpstr>Folientitel</vt:lpstr>
      </vt:variant>
      <vt:variant>
        <vt:i4>15</vt:i4>
      </vt:variant>
    </vt:vector>
  </HeadingPairs>
  <TitlesOfParts>
    <vt:vector size="21" baseType="lpstr">
      <vt:lpstr>Arial</vt:lpstr>
      <vt:lpstr>Courier New</vt:lpstr>
      <vt:lpstr>Symbol</vt:lpstr>
      <vt:lpstr>Wingdings</vt:lpstr>
      <vt:lpstr>Wingdings</vt:lpstr>
      <vt:lpstr>SAP_2017_16x9_white</vt:lpstr>
      <vt:lpstr>PowerPoint-Präsentation</vt:lpstr>
      <vt:lpstr>Images</vt:lpstr>
      <vt:lpstr>Please type along</vt:lpstr>
      <vt:lpstr>Container lifecycle</vt:lpstr>
      <vt:lpstr>Please type along (1)</vt:lpstr>
      <vt:lpstr>Please type along (2)</vt:lpstr>
      <vt:lpstr>Please type along (3)</vt:lpstr>
      <vt:lpstr>Details of the container lifecycle</vt:lpstr>
      <vt:lpstr>Please type along</vt:lpstr>
      <vt:lpstr>What’s happening in the background?</vt:lpstr>
      <vt:lpstr>PowerPoint-Präsentation</vt:lpstr>
      <vt:lpstr>Docker eco-system</vt:lpstr>
      <vt:lpstr>A look into the docker engine</vt:lpstr>
      <vt:lpstr>PowerPoint-Präsentation</vt:lpstr>
      <vt:lpstr>PowerPoint-Präsentation</vt:lpstr>
    </vt:vector>
  </TitlesOfParts>
  <Company>SAP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SAP PPT Template</dc:title>
  <dc:creator>SAP SE</dc:creator>
  <cp:keywords>2017/16:9/white</cp:keywords>
  <cp:lastModifiedBy>Kahl, Hendrik</cp:lastModifiedBy>
  <cp:revision>640</cp:revision>
  <dcterms:created xsi:type="dcterms:W3CDTF">2015-10-14T11:21:43Z</dcterms:created>
  <dcterms:modified xsi:type="dcterms:W3CDTF">2023-01-11T14:44:31Z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AdHocReviewCycleID">
    <vt:i4>1357826825</vt:i4>
  </property>
  <property fmtid="{D5CDD505-2E9C-101B-9397-08002B2CF9AE}" pid="3" name="_NewReviewCycle">
    <vt:lpwstr/>
  </property>
  <property fmtid="{D5CDD505-2E9C-101B-9397-08002B2CF9AE}" pid="4" name="_EmailSubject">
    <vt:lpwstr>Color Palette/Stationery Next Steps </vt:lpwstr>
  </property>
  <property fmtid="{D5CDD505-2E9C-101B-9397-08002B2CF9AE}" pid="5" name="_AuthorEmail">
    <vt:lpwstr>heidi.bitz@sap.com</vt:lpwstr>
  </property>
  <property fmtid="{D5CDD505-2E9C-101B-9397-08002B2CF9AE}" pid="6" name="_AuthorEmailDisplayName">
    <vt:lpwstr>Bitz, Heidi</vt:lpwstr>
  </property>
  <property fmtid="{D5CDD505-2E9C-101B-9397-08002B2CF9AE}" pid="7" name="ContentTypeId">
    <vt:lpwstr>0x010100413C8A4F00697141B6FA960F762861E8</vt:lpwstr>
  </property>
</Properties>
</file>