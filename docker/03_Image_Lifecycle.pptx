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33" r:id="rId1"/>
  </p:sldMasterIdLst>
  <p:notesMasterIdLst>
    <p:notesMasterId r:id="rId29"/>
  </p:notesMasterIdLst>
  <p:handoutMasterIdLst>
    <p:handoutMasterId r:id="rId30"/>
  </p:handoutMasterIdLst>
  <p:sldIdLst>
    <p:sldId id="434" r:id="rId2"/>
    <p:sldId id="474" r:id="rId3"/>
    <p:sldId id="471" r:id="rId4"/>
    <p:sldId id="519" r:id="rId5"/>
    <p:sldId id="520" r:id="rId6"/>
    <p:sldId id="472" r:id="rId7"/>
    <p:sldId id="521" r:id="rId8"/>
    <p:sldId id="436" r:id="rId9"/>
    <p:sldId id="437" r:id="rId10"/>
    <p:sldId id="441" r:id="rId11"/>
    <p:sldId id="438" r:id="rId12"/>
    <p:sldId id="439" r:id="rId13"/>
    <p:sldId id="440" r:id="rId14"/>
    <p:sldId id="466" r:id="rId15"/>
    <p:sldId id="467" r:id="rId16"/>
    <p:sldId id="469" r:id="rId17"/>
    <p:sldId id="470" r:id="rId18"/>
    <p:sldId id="464" r:id="rId19"/>
    <p:sldId id="522" r:id="rId20"/>
    <p:sldId id="523" r:id="rId21"/>
    <p:sldId id="524" r:id="rId22"/>
    <p:sldId id="447" r:id="rId23"/>
    <p:sldId id="515" r:id="rId24"/>
    <p:sldId id="525" r:id="rId25"/>
    <p:sldId id="452" r:id="rId26"/>
    <p:sldId id="526" r:id="rId27"/>
    <p:sldId id="265" r:id="rId28"/>
  </p:sldIdLst>
  <p:sldSz cx="12195175" cy="6858000"/>
  <p:notesSz cx="6858000" cy="9144000"/>
  <p:defaultTextStyle>
    <a:defPPr>
      <a:defRPr lang="de-DE"/>
    </a:defPPr>
    <a:lvl1pPr marL="0" algn="l" defTabSz="1088776" rtl="0" eaLnBrk="1" latinLnBrk="0" hangingPunct="1">
      <a:defRPr lang="de-DE" sz="2100" kern="1200">
        <a:solidFill>
          <a:schemeClr val="tx1"/>
        </a:solidFill>
        <a:latin typeface="Arial"/>
        <a:ea typeface="+mn-ea"/>
        <a:cs typeface="+mn-cs"/>
      </a:defRPr>
    </a:lvl1pPr>
    <a:lvl2pPr marL="544388" algn="l" defTabSz="1088776" rtl="0" eaLnBrk="1" latinLnBrk="0" hangingPunct="1">
      <a:buClr>
        <a:srgbClr val="FDB913"/>
      </a:buClr>
      <a:buSzPct val="100000"/>
      <a:buFont typeface="wingdings"/>
      <a:buChar char=""/>
      <a:defRPr lang="de-DE" sz="2100" kern="1200">
        <a:solidFill>
          <a:schemeClr val="tx1"/>
        </a:solidFill>
        <a:latin typeface="Arial"/>
        <a:ea typeface="+mn-ea"/>
        <a:cs typeface="+mn-cs"/>
      </a:defRPr>
    </a:lvl2pPr>
    <a:lvl3pPr marL="1088776" algn="l" defTabSz="1088776" rtl="0" eaLnBrk="1" latinLnBrk="0" hangingPunct="1">
      <a:buClr>
        <a:srgbClr val="666666"/>
      </a:buClr>
      <a:buSzPct val="80000"/>
      <a:buFont typeface="Wingdings"/>
      <a:buChar char="n"/>
      <a:defRPr lang="de-DE" sz="1700" kern="1200">
        <a:solidFill>
          <a:schemeClr val="tx1"/>
        </a:solidFill>
        <a:latin typeface="Arial"/>
        <a:ea typeface="+mn-ea"/>
        <a:cs typeface="+mn-cs"/>
      </a:defRPr>
    </a:lvl3pPr>
    <a:lvl4pPr marL="1633164" algn="l" defTabSz="1088776" rtl="0" eaLnBrk="1" latinLnBrk="0" hangingPunct="1">
      <a:buClr>
        <a:srgbClr val="666666"/>
      </a:buClr>
      <a:buSzPct val="80000"/>
      <a:buFont typeface="Arial"/>
      <a:buChar char=""/>
      <a:defRPr lang="de-DE" sz="1400" kern="1200">
        <a:solidFill>
          <a:schemeClr val="tx1"/>
        </a:solidFill>
        <a:latin typeface="Arial"/>
        <a:ea typeface="+mn-ea"/>
        <a:cs typeface="+mn-cs"/>
      </a:defRPr>
    </a:lvl4pPr>
    <a:lvl5pPr marL="2177552" algn="l" defTabSz="1088776" rtl="0" eaLnBrk="1" latinLnBrk="0" hangingPunct="1">
      <a:buClr>
        <a:srgbClr val="666666"/>
      </a:buClr>
      <a:buSzPct val="80000"/>
      <a:buFont typeface="Arial"/>
      <a:buChar char=""/>
      <a:defRPr lang="de-DE" sz="1200" kern="1200">
        <a:solidFill>
          <a:schemeClr val="tx1"/>
        </a:solidFill>
        <a:latin typeface="Arial"/>
        <a:ea typeface="+mn-ea"/>
        <a:cs typeface="+mn-cs"/>
      </a:defRPr>
    </a:lvl5pPr>
    <a:lvl6pPr marL="2721940" algn="l" defTabSz="1088776" rtl="0" eaLnBrk="1" latinLnBrk="0" hangingPunct="1">
      <a:defRPr sz="2100" kern="1200">
        <a:solidFill>
          <a:schemeClr val="tx1"/>
        </a:solidFill>
        <a:latin typeface="+mn-lt"/>
        <a:ea typeface="+mn-ea"/>
        <a:cs typeface="+mn-cs"/>
      </a:defRPr>
    </a:lvl6pPr>
    <a:lvl7pPr marL="3266328" algn="l" defTabSz="1088776" rtl="0" eaLnBrk="1" latinLnBrk="0" hangingPunct="1">
      <a:defRPr sz="2100" kern="1200">
        <a:solidFill>
          <a:schemeClr val="tx1"/>
        </a:solidFill>
        <a:latin typeface="+mn-lt"/>
        <a:ea typeface="+mn-ea"/>
        <a:cs typeface="+mn-cs"/>
      </a:defRPr>
    </a:lvl7pPr>
    <a:lvl8pPr marL="3810716" algn="l" defTabSz="1088776" rtl="0" eaLnBrk="1" latinLnBrk="0" hangingPunct="1">
      <a:defRPr sz="2100" kern="1200">
        <a:solidFill>
          <a:schemeClr val="tx1"/>
        </a:solidFill>
        <a:latin typeface="+mn-lt"/>
        <a:ea typeface="+mn-ea"/>
        <a:cs typeface="+mn-cs"/>
      </a:defRPr>
    </a:lvl8pPr>
    <a:lvl9pPr marL="4355104" algn="l" defTabSz="1088776" rtl="0" eaLnBrk="1" latinLnBrk="0" hangingPunct="1">
      <a:defRPr sz="2100" kern="1200">
        <a:solidFill>
          <a:schemeClr val="tx1"/>
        </a:solidFill>
        <a:latin typeface="+mn-lt"/>
        <a:ea typeface="+mn-ea"/>
        <a:cs typeface="+mn-cs"/>
      </a:defRPr>
    </a:lvl9pPr>
  </p:defaultTextStyle>
  <p:extLst>
    <p:ext uri="{EFAFB233-063F-42B5-8137-9DF3F51BA10A}">
      <p15:sldGuideLst xmlns:p15="http://schemas.microsoft.com/office/powerpoint/2012/main">
        <p15:guide id="1" pos="3841" userDrawn="1">
          <p15:clr>
            <a:srgbClr val="A4A3A4"/>
          </p15:clr>
        </p15:guide>
        <p15:guide id="2" orient="horz" pos="1022" userDrawn="1">
          <p15:clr>
            <a:srgbClr val="A4A3A4"/>
          </p15:clr>
        </p15:guide>
        <p15:guide id="3" orient="horz" pos="4004" userDrawn="1">
          <p15:clr>
            <a:srgbClr val="A4A3A4"/>
          </p15:clr>
        </p15:guide>
        <p15:guide id="4" pos="303" userDrawn="1">
          <p15:clr>
            <a:srgbClr val="A4A3A4"/>
          </p15:clr>
        </p15:guide>
        <p15:guide id="5" pos="7356" userDrawn="1">
          <p15:clr>
            <a:srgbClr val="A4A3A4"/>
          </p15:clr>
        </p15:guide>
        <p15:guide id="7" orient="horz" pos="30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artsch, Holger" initials="PH" lastIdx="2" clrIdx="0">
    <p:extLst>
      <p:ext uri="{19B8F6BF-5375-455C-9EA6-DF929625EA0E}">
        <p15:presenceInfo xmlns:p15="http://schemas.microsoft.com/office/powerpoint/2012/main" userId="S-1-5-21-74642-3284969411-2123768488-120253" providerId="AD"/>
      </p:ext>
    </p:extLst>
  </p:cmAuthor>
  <p:cmAuthor id="2" name="Hiew, Lyndon" initials="HL" lastIdx="1" clrIdx="1">
    <p:extLst>
      <p:ext uri="{19B8F6BF-5375-455C-9EA6-DF929625EA0E}">
        <p15:presenceInfo xmlns:p15="http://schemas.microsoft.com/office/powerpoint/2012/main" userId="S-1-5-21-74642-3284969411-2123768488-11231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prnPr scaleToFitPaper="1"/>
  <p:clrMru>
    <a:srgbClr val="FEE3A1"/>
    <a:srgbClr val="0F46A7"/>
    <a:srgbClr val="970A82"/>
    <a:srgbClr val="FF3399"/>
    <a:srgbClr val="FF0000"/>
    <a:srgbClr val="FFFFFF"/>
    <a:srgbClr val="FFF1D0"/>
    <a:srgbClr val="FFF8E7"/>
    <a:srgbClr val="FECE59"/>
    <a:srgbClr val="00328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D5ABB26-0587-4C30-8999-92F81FD0307C}">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266" autoAdjust="0"/>
    <p:restoredTop sz="78812" autoAdjust="0"/>
  </p:normalViewPr>
  <p:slideViewPr>
    <p:cSldViewPr snapToGrid="0" showGuides="1">
      <p:cViewPr varScale="1">
        <p:scale>
          <a:sx n="140" d="100"/>
          <a:sy n="140" d="100"/>
        </p:scale>
        <p:origin x="1984" y="184"/>
      </p:cViewPr>
      <p:guideLst>
        <p:guide pos="3841"/>
        <p:guide orient="horz" pos="1022"/>
        <p:guide orient="horz" pos="4004"/>
        <p:guide pos="303"/>
        <p:guide pos="7356"/>
        <p:guide orient="horz" pos="300"/>
      </p:guideLst>
    </p:cSldViewPr>
  </p:slideViewPr>
  <p:outlineViewPr>
    <p:cViewPr>
      <p:scale>
        <a:sx n="33" d="100"/>
        <a:sy n="33" d="100"/>
      </p:scale>
      <p:origin x="0" y="-6394"/>
    </p:cViewPr>
  </p:outlineViewPr>
  <p:notesTextViewPr>
    <p:cViewPr>
      <p:scale>
        <a:sx n="150" d="100"/>
        <a:sy n="150" d="100"/>
      </p:scale>
      <p:origin x="0" y="0"/>
    </p:cViewPr>
  </p:notesTextViewPr>
  <p:sorterViewPr>
    <p:cViewPr varScale="1">
      <p:scale>
        <a:sx n="100" d="100"/>
        <a:sy n="100" d="100"/>
      </p:scale>
      <p:origin x="0" y="0"/>
    </p:cViewPr>
  </p:sorterViewPr>
  <p:notesViewPr>
    <p:cSldViewPr snapToGrid="0" showGuides="1">
      <p:cViewPr varScale="1">
        <p:scale>
          <a:sx n="92" d="100"/>
          <a:sy n="92" d="100"/>
        </p:scale>
        <p:origin x="4042" y="7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handoutMaster" Target="handoutMasters/handoutMaster1.xml"/><Relationship Id="rId35" Type="http://schemas.openxmlformats.org/officeDocument/2006/relationships/tableStyles" Target="tableStyle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uchner, Thomas" userId="dcdd08b7-1529-408e-93b1-25fdc0899d57" providerId="ADAL" clId="{87EE3E81-54D7-4732-9113-4988429B2D80}"/>
    <pc:docChg chg="undo custSel addSld delSld modSld modMainMaster">
      <pc:chgData name="Buchner, Thomas" userId="dcdd08b7-1529-408e-93b1-25fdc0899d57" providerId="ADAL" clId="{87EE3E81-54D7-4732-9113-4988429B2D80}" dt="2018-11-21T15:15:20.987" v="659" actId="2696"/>
      <pc:docMkLst>
        <pc:docMk/>
      </pc:docMkLst>
      <pc:sldChg chg="modNotes">
        <pc:chgData name="Buchner, Thomas" userId="dcdd08b7-1529-408e-93b1-25fdc0899d57" providerId="ADAL" clId="{87EE3E81-54D7-4732-9113-4988429B2D80}" dt="2018-11-21T15:12:33.342" v="524" actId="790"/>
        <pc:sldMkLst>
          <pc:docMk/>
          <pc:sldMk cId="0" sldId="265"/>
        </pc:sldMkLst>
      </pc:sldChg>
      <pc:sldChg chg="modSp modNotes">
        <pc:chgData name="Buchner, Thomas" userId="dcdd08b7-1529-408e-93b1-25fdc0899d57" providerId="ADAL" clId="{87EE3E81-54D7-4732-9113-4988429B2D80}" dt="2018-11-21T15:12:33.016" v="299" actId="790"/>
        <pc:sldMkLst>
          <pc:docMk/>
          <pc:sldMk cId="1786748081" sldId="434"/>
        </pc:sldMkLst>
        <pc:spChg chg="mod">
          <ac:chgData name="Buchner, Thomas" userId="dcdd08b7-1529-408e-93b1-25fdc0899d57" providerId="ADAL" clId="{87EE3E81-54D7-4732-9113-4988429B2D80}" dt="2018-11-21T15:12:33.004" v="296" actId="790"/>
          <ac:spMkLst>
            <pc:docMk/>
            <pc:sldMk cId="1786748081" sldId="434"/>
            <ac:spMk id="17" creationId="{00000000-0000-0000-0000-000000000000}"/>
          </ac:spMkLst>
        </pc:spChg>
      </pc:sldChg>
      <pc:sldChg chg="addSp delSp modSp delCm modNotes">
        <pc:chgData name="Buchner, Thomas" userId="dcdd08b7-1529-408e-93b1-25fdc0899d57" providerId="ADAL" clId="{87EE3E81-54D7-4732-9113-4988429B2D80}" dt="2018-11-21T15:12:33.031" v="311" actId="790"/>
        <pc:sldMkLst>
          <pc:docMk/>
          <pc:sldMk cId="231741727" sldId="439"/>
        </pc:sldMkLst>
        <pc:spChg chg="mod">
          <ac:chgData name="Buchner, Thomas" userId="dcdd08b7-1529-408e-93b1-25fdc0899d57" providerId="ADAL" clId="{87EE3E81-54D7-4732-9113-4988429B2D80}" dt="2018-11-21T15:12:33.028" v="308" actId="790"/>
          <ac:spMkLst>
            <pc:docMk/>
            <pc:sldMk cId="231741727" sldId="439"/>
            <ac:spMk id="3" creationId="{00000000-0000-0000-0000-000000000000}"/>
          </ac:spMkLst>
        </pc:spChg>
        <pc:spChg chg="mod">
          <ac:chgData name="Buchner, Thomas" userId="dcdd08b7-1529-408e-93b1-25fdc0899d57" providerId="ADAL" clId="{87EE3E81-54D7-4732-9113-4988429B2D80}" dt="2018-11-21T15:12:33.021" v="301" actId="790"/>
          <ac:spMkLst>
            <pc:docMk/>
            <pc:sldMk cId="231741727" sldId="439"/>
            <ac:spMk id="15" creationId="{FBFA2F70-E2ED-46D6-A001-B91EB580546B}"/>
          </ac:spMkLst>
        </pc:spChg>
        <pc:spChg chg="mod">
          <ac:chgData name="Buchner, Thomas" userId="dcdd08b7-1529-408e-93b1-25fdc0899d57" providerId="ADAL" clId="{87EE3E81-54D7-4732-9113-4988429B2D80}" dt="2018-11-21T15:12:33.022" v="302" actId="790"/>
          <ac:spMkLst>
            <pc:docMk/>
            <pc:sldMk cId="231741727" sldId="439"/>
            <ac:spMk id="16" creationId="{8FE7DCCD-69FC-49FC-ADEF-30BC5E9DDB4A}"/>
          </ac:spMkLst>
        </pc:spChg>
        <pc:spChg chg="mod">
          <ac:chgData name="Buchner, Thomas" userId="dcdd08b7-1529-408e-93b1-25fdc0899d57" providerId="ADAL" clId="{87EE3E81-54D7-4732-9113-4988429B2D80}" dt="2018-11-21T15:12:33.023" v="303" actId="790"/>
          <ac:spMkLst>
            <pc:docMk/>
            <pc:sldMk cId="231741727" sldId="439"/>
            <ac:spMk id="17" creationId="{1506116A-1541-4C51-A2EA-9FAEC932D11A}"/>
          </ac:spMkLst>
        </pc:spChg>
        <pc:spChg chg="mod">
          <ac:chgData name="Buchner, Thomas" userId="dcdd08b7-1529-408e-93b1-25fdc0899d57" providerId="ADAL" clId="{87EE3E81-54D7-4732-9113-4988429B2D80}" dt="2018-11-21T15:12:33.024" v="304" actId="790"/>
          <ac:spMkLst>
            <pc:docMk/>
            <pc:sldMk cId="231741727" sldId="439"/>
            <ac:spMk id="18" creationId="{9A253E9F-4801-4888-96F6-7478CB4FA707}"/>
          </ac:spMkLst>
        </pc:spChg>
        <pc:spChg chg="mod">
          <ac:chgData name="Buchner, Thomas" userId="dcdd08b7-1529-408e-93b1-25fdc0899d57" providerId="ADAL" clId="{87EE3E81-54D7-4732-9113-4988429B2D80}" dt="2018-11-21T15:12:33.025" v="305" actId="790"/>
          <ac:spMkLst>
            <pc:docMk/>
            <pc:sldMk cId="231741727" sldId="439"/>
            <ac:spMk id="19" creationId="{B5BB8492-1F0F-4883-9E57-F0C7B9817E24}"/>
          </ac:spMkLst>
        </pc:spChg>
        <pc:spChg chg="mod">
          <ac:chgData name="Buchner, Thomas" userId="dcdd08b7-1529-408e-93b1-25fdc0899d57" providerId="ADAL" clId="{87EE3E81-54D7-4732-9113-4988429B2D80}" dt="2018-11-21T15:12:33.025" v="306" actId="790"/>
          <ac:spMkLst>
            <pc:docMk/>
            <pc:sldMk cId="231741727" sldId="439"/>
            <ac:spMk id="20" creationId="{CD43E0E6-7EC0-473C-B49C-C8EFF0A615FB}"/>
          </ac:spMkLst>
        </pc:spChg>
        <pc:spChg chg="mod">
          <ac:chgData name="Buchner, Thomas" userId="dcdd08b7-1529-408e-93b1-25fdc0899d57" providerId="ADAL" clId="{87EE3E81-54D7-4732-9113-4988429B2D80}" dt="2018-11-21T15:12:33.027" v="307" actId="790"/>
          <ac:spMkLst>
            <pc:docMk/>
            <pc:sldMk cId="231741727" sldId="439"/>
            <ac:spMk id="21" creationId="{6483569F-61E0-4035-82CD-E02A6BAF0ADC}"/>
          </ac:spMkLst>
        </pc:spChg>
        <pc:grpChg chg="add del">
          <ac:chgData name="Buchner, Thomas" userId="dcdd08b7-1529-408e-93b1-25fdc0899d57" providerId="ADAL" clId="{87EE3E81-54D7-4732-9113-4988429B2D80}" dt="2018-11-21T13:10:27.833" v="6" actId="478"/>
          <ac:grpSpMkLst>
            <pc:docMk/>
            <pc:sldMk cId="231741727" sldId="439"/>
            <ac:grpSpMk id="5" creationId="{00000000-0000-0000-0000-000000000000}"/>
          </ac:grpSpMkLst>
        </pc:grpChg>
        <pc:grpChg chg="add mod ord">
          <ac:chgData name="Buchner, Thomas" userId="dcdd08b7-1529-408e-93b1-25fdc0899d57" providerId="ADAL" clId="{87EE3E81-54D7-4732-9113-4988429B2D80}" dt="2018-11-21T13:10:25.967" v="5" actId="167"/>
          <ac:grpSpMkLst>
            <pc:docMk/>
            <pc:sldMk cId="231741727" sldId="439"/>
            <ac:grpSpMk id="14" creationId="{70AFE7D0-9698-43DE-A861-B11623699390}"/>
          </ac:grpSpMkLst>
        </pc:grpChg>
      </pc:sldChg>
      <pc:sldChg chg="modSp modNotes">
        <pc:chgData name="Buchner, Thomas" userId="dcdd08b7-1529-408e-93b1-25fdc0899d57" providerId="ADAL" clId="{87EE3E81-54D7-4732-9113-4988429B2D80}" dt="2018-11-21T15:12:33.095" v="356" actId="790"/>
        <pc:sldMkLst>
          <pc:docMk/>
          <pc:sldMk cId="1499132442" sldId="440"/>
        </pc:sldMkLst>
        <pc:spChg chg="mod">
          <ac:chgData name="Buchner, Thomas" userId="dcdd08b7-1529-408e-93b1-25fdc0899d57" providerId="ADAL" clId="{87EE3E81-54D7-4732-9113-4988429B2D80}" dt="2018-11-21T15:12:33.068" v="332" actId="790"/>
          <ac:spMkLst>
            <pc:docMk/>
            <pc:sldMk cId="1499132442" sldId="440"/>
            <ac:spMk id="2" creationId="{00000000-0000-0000-0000-000000000000}"/>
          </ac:spMkLst>
        </pc:spChg>
        <pc:spChg chg="mod">
          <ac:chgData name="Buchner, Thomas" userId="dcdd08b7-1529-408e-93b1-25fdc0899d57" providerId="ADAL" clId="{87EE3E81-54D7-4732-9113-4988429B2D80}" dt="2018-11-21T15:12:33.069" v="333" actId="790"/>
          <ac:spMkLst>
            <pc:docMk/>
            <pc:sldMk cId="1499132442" sldId="440"/>
            <ac:spMk id="3" creationId="{00000000-0000-0000-0000-000000000000}"/>
          </ac:spMkLst>
        </pc:spChg>
        <pc:spChg chg="mod">
          <ac:chgData name="Buchner, Thomas" userId="dcdd08b7-1529-408e-93b1-25fdc0899d57" providerId="ADAL" clId="{87EE3E81-54D7-4732-9113-4988429B2D80}" dt="2018-11-21T15:12:33.080" v="339" actId="790"/>
          <ac:spMkLst>
            <pc:docMk/>
            <pc:sldMk cId="1499132442" sldId="440"/>
            <ac:spMk id="4" creationId="{00000000-0000-0000-0000-000000000000}"/>
          </ac:spMkLst>
        </pc:spChg>
        <pc:spChg chg="mod">
          <ac:chgData name="Buchner, Thomas" userId="dcdd08b7-1529-408e-93b1-25fdc0899d57" providerId="ADAL" clId="{87EE3E81-54D7-4732-9113-4988429B2D80}" dt="2018-11-21T15:12:33.091" v="353" actId="790"/>
          <ac:spMkLst>
            <pc:docMk/>
            <pc:sldMk cId="1499132442" sldId="440"/>
            <ac:spMk id="7" creationId="{00000000-0000-0000-0000-000000000000}"/>
          </ac:spMkLst>
        </pc:spChg>
        <pc:spChg chg="mod">
          <ac:chgData name="Buchner, Thomas" userId="dcdd08b7-1529-408e-93b1-25fdc0899d57" providerId="ADAL" clId="{87EE3E81-54D7-4732-9113-4988429B2D80}" dt="2018-11-21T15:12:33.089" v="351" actId="790"/>
          <ac:spMkLst>
            <pc:docMk/>
            <pc:sldMk cId="1499132442" sldId="440"/>
            <ac:spMk id="8" creationId="{00000000-0000-0000-0000-000000000000}"/>
          </ac:spMkLst>
        </pc:spChg>
        <pc:spChg chg="mod">
          <ac:chgData name="Buchner, Thomas" userId="dcdd08b7-1529-408e-93b1-25fdc0899d57" providerId="ADAL" clId="{87EE3E81-54D7-4732-9113-4988429B2D80}" dt="2018-11-21T15:12:33.081" v="341" actId="790"/>
          <ac:spMkLst>
            <pc:docMk/>
            <pc:sldMk cId="1499132442" sldId="440"/>
            <ac:spMk id="15" creationId="{00000000-0000-0000-0000-000000000000}"/>
          </ac:spMkLst>
        </pc:spChg>
        <pc:spChg chg="mod">
          <ac:chgData name="Buchner, Thomas" userId="dcdd08b7-1529-408e-93b1-25fdc0899d57" providerId="ADAL" clId="{87EE3E81-54D7-4732-9113-4988429B2D80}" dt="2018-11-21T15:12:33.082" v="343" actId="790"/>
          <ac:spMkLst>
            <pc:docMk/>
            <pc:sldMk cId="1499132442" sldId="440"/>
            <ac:spMk id="16" creationId="{00000000-0000-0000-0000-000000000000}"/>
          </ac:spMkLst>
        </pc:spChg>
        <pc:spChg chg="mod">
          <ac:chgData name="Buchner, Thomas" userId="dcdd08b7-1529-408e-93b1-25fdc0899d57" providerId="ADAL" clId="{87EE3E81-54D7-4732-9113-4988429B2D80}" dt="2018-11-21T15:12:33.076" v="335" actId="790"/>
          <ac:spMkLst>
            <pc:docMk/>
            <pc:sldMk cId="1499132442" sldId="440"/>
            <ac:spMk id="21" creationId="{72CAD1E2-D097-4EEA-8377-AFC79CC3A6D3}"/>
          </ac:spMkLst>
        </pc:spChg>
        <pc:spChg chg="mod">
          <ac:chgData name="Buchner, Thomas" userId="dcdd08b7-1529-408e-93b1-25fdc0899d57" providerId="ADAL" clId="{87EE3E81-54D7-4732-9113-4988429B2D80}" dt="2018-11-21T15:12:33.078" v="337" actId="790"/>
          <ac:spMkLst>
            <pc:docMk/>
            <pc:sldMk cId="1499132442" sldId="440"/>
            <ac:spMk id="26" creationId="{0DEBB464-507B-470A-9AF5-9154C4B4EC79}"/>
          </ac:spMkLst>
        </pc:spChg>
        <pc:spChg chg="mod">
          <ac:chgData name="Buchner, Thomas" userId="dcdd08b7-1529-408e-93b1-25fdc0899d57" providerId="ADAL" clId="{87EE3E81-54D7-4732-9113-4988429B2D80}" dt="2018-11-21T15:12:33.085" v="347" actId="790"/>
          <ac:spMkLst>
            <pc:docMk/>
            <pc:sldMk cId="1499132442" sldId="440"/>
            <ac:spMk id="27" creationId="{C1FCC548-7949-4F97-8D9B-BC026BE921EC}"/>
          </ac:spMkLst>
        </pc:spChg>
        <pc:spChg chg="mod">
          <ac:chgData name="Buchner, Thomas" userId="dcdd08b7-1529-408e-93b1-25fdc0899d57" providerId="ADAL" clId="{87EE3E81-54D7-4732-9113-4988429B2D80}" dt="2018-11-21T15:12:33.084" v="345" actId="790"/>
          <ac:spMkLst>
            <pc:docMk/>
            <pc:sldMk cId="1499132442" sldId="440"/>
            <ac:spMk id="28" creationId="{1560E9F5-EBA4-4491-AEA6-651DA974B2B0}"/>
          </ac:spMkLst>
        </pc:spChg>
        <pc:spChg chg="mod">
          <ac:chgData name="Buchner, Thomas" userId="dcdd08b7-1529-408e-93b1-25fdc0899d57" providerId="ADAL" clId="{87EE3E81-54D7-4732-9113-4988429B2D80}" dt="2018-11-21T15:12:33.087" v="349" actId="790"/>
          <ac:spMkLst>
            <pc:docMk/>
            <pc:sldMk cId="1499132442" sldId="440"/>
            <ac:spMk id="30" creationId="{13932E16-1A2D-4A7E-97E0-DDC08A985583}"/>
          </ac:spMkLst>
        </pc:spChg>
      </pc:sldChg>
      <pc:sldChg chg="modSp modNotes">
        <pc:chgData name="Buchner, Thomas" userId="dcdd08b7-1529-408e-93b1-25fdc0899d57" providerId="ADAL" clId="{87EE3E81-54D7-4732-9113-4988429B2D80}" dt="2018-11-21T15:12:33.133" v="400" actId="790"/>
        <pc:sldMkLst>
          <pc:docMk/>
          <pc:sldMk cId="2684948741" sldId="441"/>
        </pc:sldMkLst>
        <pc:spChg chg="mod">
          <ac:chgData name="Buchner, Thomas" userId="dcdd08b7-1529-408e-93b1-25fdc0899d57" providerId="ADAL" clId="{87EE3E81-54D7-4732-9113-4988429B2D80}" dt="2018-11-21T15:12:33.098" v="359" actId="790"/>
          <ac:spMkLst>
            <pc:docMk/>
            <pc:sldMk cId="2684948741" sldId="441"/>
            <ac:spMk id="3" creationId="{00000000-0000-0000-0000-000000000000}"/>
          </ac:spMkLst>
        </pc:spChg>
        <pc:spChg chg="mod">
          <ac:chgData name="Buchner, Thomas" userId="dcdd08b7-1529-408e-93b1-25fdc0899d57" providerId="ADAL" clId="{87EE3E81-54D7-4732-9113-4988429B2D80}" dt="2018-11-21T15:12:33.097" v="358" actId="790"/>
          <ac:spMkLst>
            <pc:docMk/>
            <pc:sldMk cId="2684948741" sldId="441"/>
            <ac:spMk id="13" creationId="{00000000-0000-0000-0000-000000000000}"/>
          </ac:spMkLst>
        </pc:spChg>
        <pc:spChg chg="mod">
          <ac:chgData name="Buchner, Thomas" userId="dcdd08b7-1529-408e-93b1-25fdc0899d57" providerId="ADAL" clId="{87EE3E81-54D7-4732-9113-4988429B2D80}" dt="2018-11-21T15:12:33.100" v="361" actId="790"/>
          <ac:spMkLst>
            <pc:docMk/>
            <pc:sldMk cId="2684948741" sldId="441"/>
            <ac:spMk id="37" creationId="{00000000-0000-0000-0000-000000000000}"/>
          </ac:spMkLst>
        </pc:spChg>
        <pc:spChg chg="mod">
          <ac:chgData name="Buchner, Thomas" userId="dcdd08b7-1529-408e-93b1-25fdc0899d57" providerId="ADAL" clId="{87EE3E81-54D7-4732-9113-4988429B2D80}" dt="2018-11-21T15:12:33.102" v="363" actId="790"/>
          <ac:spMkLst>
            <pc:docMk/>
            <pc:sldMk cId="2684948741" sldId="441"/>
            <ac:spMk id="49" creationId="{17004F6F-41BB-4B98-992B-B07605364062}"/>
          </ac:spMkLst>
        </pc:spChg>
        <pc:spChg chg="mod">
          <ac:chgData name="Buchner, Thomas" userId="dcdd08b7-1529-408e-93b1-25fdc0899d57" providerId="ADAL" clId="{87EE3E81-54D7-4732-9113-4988429B2D80}" dt="2018-11-21T15:12:33.103" v="365" actId="790"/>
          <ac:spMkLst>
            <pc:docMk/>
            <pc:sldMk cId="2684948741" sldId="441"/>
            <ac:spMk id="50" creationId="{428D35FE-6593-4AF0-8054-9DD418E4D5D7}"/>
          </ac:spMkLst>
        </pc:spChg>
        <pc:spChg chg="mod">
          <ac:chgData name="Buchner, Thomas" userId="dcdd08b7-1529-408e-93b1-25fdc0899d57" providerId="ADAL" clId="{87EE3E81-54D7-4732-9113-4988429B2D80}" dt="2018-11-21T15:12:33.105" v="367" actId="790"/>
          <ac:spMkLst>
            <pc:docMk/>
            <pc:sldMk cId="2684948741" sldId="441"/>
            <ac:spMk id="51" creationId="{49F60C4C-14A2-4A83-BA8E-7096DFE4607F}"/>
          </ac:spMkLst>
        </pc:spChg>
        <pc:spChg chg="mod">
          <ac:chgData name="Buchner, Thomas" userId="dcdd08b7-1529-408e-93b1-25fdc0899d57" providerId="ADAL" clId="{87EE3E81-54D7-4732-9113-4988429B2D80}" dt="2018-11-21T15:12:33.106" v="369" actId="790"/>
          <ac:spMkLst>
            <pc:docMk/>
            <pc:sldMk cId="2684948741" sldId="441"/>
            <ac:spMk id="52" creationId="{99BA13E4-8721-41D6-829A-E0DC11E1D40C}"/>
          </ac:spMkLst>
        </pc:spChg>
        <pc:spChg chg="mod">
          <ac:chgData name="Buchner, Thomas" userId="dcdd08b7-1529-408e-93b1-25fdc0899d57" providerId="ADAL" clId="{87EE3E81-54D7-4732-9113-4988429B2D80}" dt="2018-11-21T15:12:33.108" v="371" actId="790"/>
          <ac:spMkLst>
            <pc:docMk/>
            <pc:sldMk cId="2684948741" sldId="441"/>
            <ac:spMk id="53" creationId="{913DB154-8C22-442F-BD1C-0A3547CF54A4}"/>
          </ac:spMkLst>
        </pc:spChg>
        <pc:spChg chg="mod">
          <ac:chgData name="Buchner, Thomas" userId="dcdd08b7-1529-408e-93b1-25fdc0899d57" providerId="ADAL" clId="{87EE3E81-54D7-4732-9113-4988429B2D80}" dt="2018-11-21T15:12:33.127" v="397" actId="790"/>
          <ac:spMkLst>
            <pc:docMk/>
            <pc:sldMk cId="2684948741" sldId="441"/>
            <ac:spMk id="54" creationId="{908746BE-2292-4B7A-8F57-36D3962B3EF9}"/>
          </ac:spMkLst>
        </pc:spChg>
        <pc:spChg chg="mod">
          <ac:chgData name="Buchner, Thomas" userId="dcdd08b7-1529-408e-93b1-25fdc0899d57" providerId="ADAL" clId="{87EE3E81-54D7-4732-9113-4988429B2D80}" dt="2018-11-21T15:12:33.109" v="373" actId="790"/>
          <ac:spMkLst>
            <pc:docMk/>
            <pc:sldMk cId="2684948741" sldId="441"/>
            <ac:spMk id="55" creationId="{6F8B0FAA-ACCE-4CBD-AB25-3BAB95DE058B}"/>
          </ac:spMkLst>
        </pc:spChg>
        <pc:spChg chg="mod">
          <ac:chgData name="Buchner, Thomas" userId="dcdd08b7-1529-408e-93b1-25fdc0899d57" providerId="ADAL" clId="{87EE3E81-54D7-4732-9113-4988429B2D80}" dt="2018-11-21T15:12:33.111" v="375" actId="790"/>
          <ac:spMkLst>
            <pc:docMk/>
            <pc:sldMk cId="2684948741" sldId="441"/>
            <ac:spMk id="56" creationId="{5CDC77D5-0EA9-4293-8128-4C874B151913}"/>
          </ac:spMkLst>
        </pc:spChg>
        <pc:spChg chg="mod">
          <ac:chgData name="Buchner, Thomas" userId="dcdd08b7-1529-408e-93b1-25fdc0899d57" providerId="ADAL" clId="{87EE3E81-54D7-4732-9113-4988429B2D80}" dt="2018-11-21T15:12:33.112" v="377" actId="790"/>
          <ac:spMkLst>
            <pc:docMk/>
            <pc:sldMk cId="2684948741" sldId="441"/>
            <ac:spMk id="65" creationId="{E8C644F6-16E9-4D20-8F2B-3F1177622582}"/>
          </ac:spMkLst>
        </pc:spChg>
        <pc:spChg chg="mod">
          <ac:chgData name="Buchner, Thomas" userId="dcdd08b7-1529-408e-93b1-25fdc0899d57" providerId="ADAL" clId="{87EE3E81-54D7-4732-9113-4988429B2D80}" dt="2018-11-21T15:12:33.114" v="379" actId="790"/>
          <ac:spMkLst>
            <pc:docMk/>
            <pc:sldMk cId="2684948741" sldId="441"/>
            <ac:spMk id="66" creationId="{318A55FD-DD56-43FC-9F49-FFD402CDE595}"/>
          </ac:spMkLst>
        </pc:spChg>
        <pc:spChg chg="mod">
          <ac:chgData name="Buchner, Thomas" userId="dcdd08b7-1529-408e-93b1-25fdc0899d57" providerId="ADAL" clId="{87EE3E81-54D7-4732-9113-4988429B2D80}" dt="2018-11-21T15:12:33.115" v="381" actId="790"/>
          <ac:spMkLst>
            <pc:docMk/>
            <pc:sldMk cId="2684948741" sldId="441"/>
            <ac:spMk id="67" creationId="{639B4083-AA64-4A33-AA0C-0F8AD309FB38}"/>
          </ac:spMkLst>
        </pc:spChg>
        <pc:spChg chg="mod">
          <ac:chgData name="Buchner, Thomas" userId="dcdd08b7-1529-408e-93b1-25fdc0899d57" providerId="ADAL" clId="{87EE3E81-54D7-4732-9113-4988429B2D80}" dt="2018-11-21T15:12:33.117" v="383" actId="790"/>
          <ac:spMkLst>
            <pc:docMk/>
            <pc:sldMk cId="2684948741" sldId="441"/>
            <ac:spMk id="68" creationId="{747363EB-1785-4190-9DB7-9F6EC1DAEA1B}"/>
          </ac:spMkLst>
        </pc:spChg>
        <pc:spChg chg="mod">
          <ac:chgData name="Buchner, Thomas" userId="dcdd08b7-1529-408e-93b1-25fdc0899d57" providerId="ADAL" clId="{87EE3E81-54D7-4732-9113-4988429B2D80}" dt="2018-11-21T15:12:33.118" v="385" actId="790"/>
          <ac:spMkLst>
            <pc:docMk/>
            <pc:sldMk cId="2684948741" sldId="441"/>
            <ac:spMk id="71" creationId="{84881693-BE22-4ECB-8F24-5CFC2D7150FD}"/>
          </ac:spMkLst>
        </pc:spChg>
        <pc:spChg chg="mod">
          <ac:chgData name="Buchner, Thomas" userId="dcdd08b7-1529-408e-93b1-25fdc0899d57" providerId="ADAL" clId="{87EE3E81-54D7-4732-9113-4988429B2D80}" dt="2018-11-21T15:12:33.120" v="387" actId="790"/>
          <ac:spMkLst>
            <pc:docMk/>
            <pc:sldMk cId="2684948741" sldId="441"/>
            <ac:spMk id="72" creationId="{D0789EB0-C32A-451C-B131-C178A2D6B675}"/>
          </ac:spMkLst>
        </pc:spChg>
        <pc:spChg chg="mod">
          <ac:chgData name="Buchner, Thomas" userId="dcdd08b7-1529-408e-93b1-25fdc0899d57" providerId="ADAL" clId="{87EE3E81-54D7-4732-9113-4988429B2D80}" dt="2018-11-21T15:12:33.123" v="391" actId="790"/>
          <ac:spMkLst>
            <pc:docMk/>
            <pc:sldMk cId="2684948741" sldId="441"/>
            <ac:spMk id="73" creationId="{BC77ED6F-5900-4CFA-9ACE-75438C98D260}"/>
          </ac:spMkLst>
        </pc:spChg>
        <pc:spChg chg="mod">
          <ac:chgData name="Buchner, Thomas" userId="dcdd08b7-1529-408e-93b1-25fdc0899d57" providerId="ADAL" clId="{87EE3E81-54D7-4732-9113-4988429B2D80}" dt="2018-11-21T15:12:33.121" v="389" actId="790"/>
          <ac:spMkLst>
            <pc:docMk/>
            <pc:sldMk cId="2684948741" sldId="441"/>
            <ac:spMk id="74" creationId="{D62FCB14-0287-44C9-94F3-CDC26271A718}"/>
          </ac:spMkLst>
        </pc:spChg>
        <pc:spChg chg="mod">
          <ac:chgData name="Buchner, Thomas" userId="dcdd08b7-1529-408e-93b1-25fdc0899d57" providerId="ADAL" clId="{87EE3E81-54D7-4732-9113-4988429B2D80}" dt="2018-11-21T15:12:33.124" v="393" actId="790"/>
          <ac:spMkLst>
            <pc:docMk/>
            <pc:sldMk cId="2684948741" sldId="441"/>
            <ac:spMk id="76" creationId="{22EF1397-7D5C-431E-A893-6A5AA26C5405}"/>
          </ac:spMkLst>
        </pc:spChg>
        <pc:spChg chg="mod">
          <ac:chgData name="Buchner, Thomas" userId="dcdd08b7-1529-408e-93b1-25fdc0899d57" providerId="ADAL" clId="{87EE3E81-54D7-4732-9113-4988429B2D80}" dt="2018-11-21T15:12:33.126" v="395" actId="790"/>
          <ac:spMkLst>
            <pc:docMk/>
            <pc:sldMk cId="2684948741" sldId="441"/>
            <ac:spMk id="77" creationId="{529A800C-BC95-48ED-BFC9-4DFFC0B77842}"/>
          </ac:spMkLst>
        </pc:spChg>
      </pc:sldChg>
      <pc:sldChg chg="modSp modNotes">
        <pc:chgData name="Buchner, Thomas" userId="dcdd08b7-1529-408e-93b1-25fdc0899d57" providerId="ADAL" clId="{87EE3E81-54D7-4732-9113-4988429B2D80}" dt="2018-11-21T15:12:33.248" v="469" actId="790"/>
        <pc:sldMkLst>
          <pc:docMk/>
          <pc:sldMk cId="1435938657" sldId="442"/>
        </pc:sldMkLst>
        <pc:spChg chg="mod">
          <ac:chgData name="Buchner, Thomas" userId="dcdd08b7-1529-408e-93b1-25fdc0899d57" providerId="ADAL" clId="{87EE3E81-54D7-4732-9113-4988429B2D80}" dt="2018-11-21T15:12:33.203" v="445" actId="790"/>
          <ac:spMkLst>
            <pc:docMk/>
            <pc:sldMk cId="1435938657" sldId="442"/>
            <ac:spMk id="3" creationId="{00000000-0000-0000-0000-000000000000}"/>
          </ac:spMkLst>
        </pc:spChg>
        <pc:spChg chg="mod">
          <ac:chgData name="Buchner, Thomas" userId="dcdd08b7-1529-408e-93b1-25fdc0899d57" providerId="ADAL" clId="{87EE3E81-54D7-4732-9113-4988429B2D80}" dt="2018-11-21T15:12:33.212" v="448" actId="790"/>
          <ac:spMkLst>
            <pc:docMk/>
            <pc:sldMk cId="1435938657" sldId="442"/>
            <ac:spMk id="5" creationId="{919719D0-BABD-467D-9BC7-4DF9AF306A71}"/>
          </ac:spMkLst>
        </pc:spChg>
        <pc:spChg chg="mod">
          <ac:chgData name="Buchner, Thomas" userId="dcdd08b7-1529-408e-93b1-25fdc0899d57" providerId="ADAL" clId="{87EE3E81-54D7-4732-9113-4988429B2D80}" dt="2018-11-21T15:12:33.211" v="447" actId="790"/>
          <ac:spMkLst>
            <pc:docMk/>
            <pc:sldMk cId="1435938657" sldId="442"/>
            <ac:spMk id="9" creationId="{00000000-0000-0000-0000-000000000000}"/>
          </ac:spMkLst>
        </pc:spChg>
        <pc:spChg chg="mod">
          <ac:chgData name="Buchner, Thomas" userId="dcdd08b7-1529-408e-93b1-25fdc0899d57" providerId="ADAL" clId="{87EE3E81-54D7-4732-9113-4988429B2D80}" dt="2018-11-21T15:12:33.214" v="449" actId="790"/>
          <ac:spMkLst>
            <pc:docMk/>
            <pc:sldMk cId="1435938657" sldId="442"/>
            <ac:spMk id="10" creationId="{00000000-0000-0000-0000-000000000000}"/>
          </ac:spMkLst>
        </pc:spChg>
        <pc:spChg chg="mod">
          <ac:chgData name="Buchner, Thomas" userId="dcdd08b7-1529-408e-93b1-25fdc0899d57" providerId="ADAL" clId="{87EE3E81-54D7-4732-9113-4988429B2D80}" dt="2018-11-21T15:12:33.238" v="466" actId="790"/>
          <ac:spMkLst>
            <pc:docMk/>
            <pc:sldMk cId="1435938657" sldId="442"/>
            <ac:spMk id="12" creationId="{D40220FB-3FB0-40E3-BF29-E4FABF29F0DB}"/>
          </ac:spMkLst>
        </pc:spChg>
        <pc:spChg chg="mod">
          <ac:chgData name="Buchner, Thomas" userId="dcdd08b7-1529-408e-93b1-25fdc0899d57" providerId="ADAL" clId="{87EE3E81-54D7-4732-9113-4988429B2D80}" dt="2018-11-21T15:12:33.217" v="451" actId="790"/>
          <ac:spMkLst>
            <pc:docMk/>
            <pc:sldMk cId="1435938657" sldId="442"/>
            <ac:spMk id="13" creationId="{00000000-0000-0000-0000-000000000000}"/>
          </ac:spMkLst>
        </pc:spChg>
        <pc:spChg chg="mod">
          <ac:chgData name="Buchner, Thomas" userId="dcdd08b7-1529-408e-93b1-25fdc0899d57" providerId="ADAL" clId="{87EE3E81-54D7-4732-9113-4988429B2D80}" dt="2018-11-21T15:12:33.218" v="452" actId="790"/>
          <ac:spMkLst>
            <pc:docMk/>
            <pc:sldMk cId="1435938657" sldId="442"/>
            <ac:spMk id="15" creationId="{00000000-0000-0000-0000-000000000000}"/>
          </ac:spMkLst>
        </pc:spChg>
        <pc:spChg chg="mod">
          <ac:chgData name="Buchner, Thomas" userId="dcdd08b7-1529-408e-93b1-25fdc0899d57" providerId="ADAL" clId="{87EE3E81-54D7-4732-9113-4988429B2D80}" dt="2018-11-21T15:12:33.219" v="453" actId="790"/>
          <ac:spMkLst>
            <pc:docMk/>
            <pc:sldMk cId="1435938657" sldId="442"/>
            <ac:spMk id="17" creationId="{00000000-0000-0000-0000-000000000000}"/>
          </ac:spMkLst>
        </pc:spChg>
        <pc:spChg chg="mod">
          <ac:chgData name="Buchner, Thomas" userId="dcdd08b7-1529-408e-93b1-25fdc0899d57" providerId="ADAL" clId="{87EE3E81-54D7-4732-9113-4988429B2D80}" dt="2018-11-21T15:12:33.215" v="450" actId="790"/>
          <ac:spMkLst>
            <pc:docMk/>
            <pc:sldMk cId="1435938657" sldId="442"/>
            <ac:spMk id="21" creationId="{00000000-0000-0000-0000-000000000000}"/>
          </ac:spMkLst>
        </pc:spChg>
        <pc:spChg chg="mod">
          <ac:chgData name="Buchner, Thomas" userId="dcdd08b7-1529-408e-93b1-25fdc0899d57" providerId="ADAL" clId="{87EE3E81-54D7-4732-9113-4988429B2D80}" dt="2018-11-21T15:12:33.221" v="454" actId="790"/>
          <ac:spMkLst>
            <pc:docMk/>
            <pc:sldMk cId="1435938657" sldId="442"/>
            <ac:spMk id="22" creationId="{00000000-0000-0000-0000-000000000000}"/>
          </ac:spMkLst>
        </pc:spChg>
        <pc:spChg chg="mod">
          <ac:chgData name="Buchner, Thomas" userId="dcdd08b7-1529-408e-93b1-25fdc0899d57" providerId="ADAL" clId="{87EE3E81-54D7-4732-9113-4988429B2D80}" dt="2018-11-21T15:12:33.222" v="455" actId="790"/>
          <ac:spMkLst>
            <pc:docMk/>
            <pc:sldMk cId="1435938657" sldId="442"/>
            <ac:spMk id="23" creationId="{00000000-0000-0000-0000-000000000000}"/>
          </ac:spMkLst>
        </pc:spChg>
        <pc:spChg chg="mod">
          <ac:chgData name="Buchner, Thomas" userId="dcdd08b7-1529-408e-93b1-25fdc0899d57" providerId="ADAL" clId="{87EE3E81-54D7-4732-9113-4988429B2D80}" dt="2018-11-21T15:12:33.225" v="456" actId="790"/>
          <ac:spMkLst>
            <pc:docMk/>
            <pc:sldMk cId="1435938657" sldId="442"/>
            <ac:spMk id="25" creationId="{00000000-0000-0000-0000-000000000000}"/>
          </ac:spMkLst>
        </pc:spChg>
        <pc:spChg chg="mod">
          <ac:chgData name="Buchner, Thomas" userId="dcdd08b7-1529-408e-93b1-25fdc0899d57" providerId="ADAL" clId="{87EE3E81-54D7-4732-9113-4988429B2D80}" dt="2018-11-21T15:12:33.227" v="457" actId="790"/>
          <ac:spMkLst>
            <pc:docMk/>
            <pc:sldMk cId="1435938657" sldId="442"/>
            <ac:spMk id="26" creationId="{00000000-0000-0000-0000-000000000000}"/>
          </ac:spMkLst>
        </pc:spChg>
        <pc:spChg chg="mod">
          <ac:chgData name="Buchner, Thomas" userId="dcdd08b7-1529-408e-93b1-25fdc0899d57" providerId="ADAL" clId="{87EE3E81-54D7-4732-9113-4988429B2D80}" dt="2018-11-21T15:12:33.228" v="458" actId="790"/>
          <ac:spMkLst>
            <pc:docMk/>
            <pc:sldMk cId="1435938657" sldId="442"/>
            <ac:spMk id="27" creationId="{00000000-0000-0000-0000-000000000000}"/>
          </ac:spMkLst>
        </pc:spChg>
        <pc:spChg chg="mod">
          <ac:chgData name="Buchner, Thomas" userId="dcdd08b7-1529-408e-93b1-25fdc0899d57" providerId="ADAL" clId="{87EE3E81-54D7-4732-9113-4988429B2D80}" dt="2018-11-21T15:12:33.229" v="459" actId="790"/>
          <ac:spMkLst>
            <pc:docMk/>
            <pc:sldMk cId="1435938657" sldId="442"/>
            <ac:spMk id="28" creationId="{00000000-0000-0000-0000-000000000000}"/>
          </ac:spMkLst>
        </pc:spChg>
        <pc:spChg chg="mod">
          <ac:chgData name="Buchner, Thomas" userId="dcdd08b7-1529-408e-93b1-25fdc0899d57" providerId="ADAL" clId="{87EE3E81-54D7-4732-9113-4988429B2D80}" dt="2018-11-21T15:12:33.231" v="460" actId="790"/>
          <ac:spMkLst>
            <pc:docMk/>
            <pc:sldMk cId="1435938657" sldId="442"/>
            <ac:spMk id="29" creationId="{00000000-0000-0000-0000-000000000000}"/>
          </ac:spMkLst>
        </pc:spChg>
        <pc:spChg chg="mod">
          <ac:chgData name="Buchner, Thomas" userId="dcdd08b7-1529-408e-93b1-25fdc0899d57" providerId="ADAL" clId="{87EE3E81-54D7-4732-9113-4988429B2D80}" dt="2018-11-21T15:12:33.232" v="461" actId="790"/>
          <ac:spMkLst>
            <pc:docMk/>
            <pc:sldMk cId="1435938657" sldId="442"/>
            <ac:spMk id="30" creationId="{00000000-0000-0000-0000-000000000000}"/>
          </ac:spMkLst>
        </pc:spChg>
        <pc:spChg chg="mod">
          <ac:chgData name="Buchner, Thomas" userId="dcdd08b7-1529-408e-93b1-25fdc0899d57" providerId="ADAL" clId="{87EE3E81-54D7-4732-9113-4988429B2D80}" dt="2018-11-21T15:12:33.233" v="462" actId="790"/>
          <ac:spMkLst>
            <pc:docMk/>
            <pc:sldMk cId="1435938657" sldId="442"/>
            <ac:spMk id="31" creationId="{00000000-0000-0000-0000-000000000000}"/>
          </ac:spMkLst>
        </pc:spChg>
        <pc:spChg chg="mod">
          <ac:chgData name="Buchner, Thomas" userId="dcdd08b7-1529-408e-93b1-25fdc0899d57" providerId="ADAL" clId="{87EE3E81-54D7-4732-9113-4988429B2D80}" dt="2018-11-21T15:12:33.235" v="463" actId="790"/>
          <ac:spMkLst>
            <pc:docMk/>
            <pc:sldMk cId="1435938657" sldId="442"/>
            <ac:spMk id="32" creationId="{00000000-0000-0000-0000-000000000000}"/>
          </ac:spMkLst>
        </pc:spChg>
        <pc:spChg chg="mod">
          <ac:chgData name="Buchner, Thomas" userId="dcdd08b7-1529-408e-93b1-25fdc0899d57" providerId="ADAL" clId="{87EE3E81-54D7-4732-9113-4988429B2D80}" dt="2018-11-21T15:12:33.236" v="464" actId="790"/>
          <ac:spMkLst>
            <pc:docMk/>
            <pc:sldMk cId="1435938657" sldId="442"/>
            <ac:spMk id="33" creationId="{00000000-0000-0000-0000-000000000000}"/>
          </ac:spMkLst>
        </pc:spChg>
        <pc:spChg chg="mod">
          <ac:chgData name="Buchner, Thomas" userId="dcdd08b7-1529-408e-93b1-25fdc0899d57" providerId="ADAL" clId="{87EE3E81-54D7-4732-9113-4988429B2D80}" dt="2018-11-21T15:12:33.237" v="465" actId="790"/>
          <ac:spMkLst>
            <pc:docMk/>
            <pc:sldMk cId="1435938657" sldId="442"/>
            <ac:spMk id="34" creationId="{00000000-0000-0000-0000-000000000000}"/>
          </ac:spMkLst>
        </pc:spChg>
      </pc:sldChg>
      <pc:sldChg chg="modSp modNotes">
        <pc:chgData name="Buchner, Thomas" userId="dcdd08b7-1529-408e-93b1-25fdc0899d57" providerId="ADAL" clId="{87EE3E81-54D7-4732-9113-4988429B2D80}" dt="2018-11-21T15:12:33.290" v="497" actId="790"/>
        <pc:sldMkLst>
          <pc:docMk/>
          <pc:sldMk cId="2960905310" sldId="446"/>
        </pc:sldMkLst>
        <pc:spChg chg="mod">
          <ac:chgData name="Buchner, Thomas" userId="dcdd08b7-1529-408e-93b1-25fdc0899d57" providerId="ADAL" clId="{87EE3E81-54D7-4732-9113-4988429B2D80}" dt="2018-11-21T15:12:33.286" v="494" actId="790"/>
          <ac:spMkLst>
            <pc:docMk/>
            <pc:sldMk cId="2960905310" sldId="446"/>
            <ac:spMk id="2" creationId="{AE5DF3FF-9C48-4E71-B3A2-F3988FAA9716}"/>
          </ac:spMkLst>
        </pc:spChg>
        <pc:spChg chg="mod">
          <ac:chgData name="Buchner, Thomas" userId="dcdd08b7-1529-408e-93b1-25fdc0899d57" providerId="ADAL" clId="{87EE3E81-54D7-4732-9113-4988429B2D80}" dt="2018-11-21T15:12:33.261" v="478" actId="790"/>
          <ac:spMkLst>
            <pc:docMk/>
            <pc:sldMk cId="2960905310" sldId="446"/>
            <ac:spMk id="3" creationId="{00000000-0000-0000-0000-000000000000}"/>
          </ac:spMkLst>
        </pc:spChg>
        <pc:spChg chg="mod">
          <ac:chgData name="Buchner, Thomas" userId="dcdd08b7-1529-408e-93b1-25fdc0899d57" providerId="ADAL" clId="{87EE3E81-54D7-4732-9113-4988429B2D80}" dt="2018-11-21T15:12:33.264" v="480" actId="790"/>
          <ac:spMkLst>
            <pc:docMk/>
            <pc:sldMk cId="2960905310" sldId="446"/>
            <ac:spMk id="6" creationId="{00000000-0000-0000-0000-000000000000}"/>
          </ac:spMkLst>
        </pc:spChg>
        <pc:spChg chg="mod">
          <ac:chgData name="Buchner, Thomas" userId="dcdd08b7-1529-408e-93b1-25fdc0899d57" providerId="ADAL" clId="{87EE3E81-54D7-4732-9113-4988429B2D80}" dt="2018-11-21T15:12:33.285" v="492" actId="790"/>
          <ac:spMkLst>
            <pc:docMk/>
            <pc:sldMk cId="2960905310" sldId="446"/>
            <ac:spMk id="9" creationId="{00000000-0000-0000-0000-000000000000}"/>
          </ac:spMkLst>
        </pc:spChg>
        <pc:spChg chg="mod">
          <ac:chgData name="Buchner, Thomas" userId="dcdd08b7-1529-408e-93b1-25fdc0899d57" providerId="ADAL" clId="{87EE3E81-54D7-4732-9113-4988429B2D80}" dt="2018-11-21T15:12:33.266" v="482" actId="790"/>
          <ac:spMkLst>
            <pc:docMk/>
            <pc:sldMk cId="2960905310" sldId="446"/>
            <ac:spMk id="10" creationId="{00000000-0000-0000-0000-000000000000}"/>
          </ac:spMkLst>
        </pc:spChg>
        <pc:spChg chg="mod">
          <ac:chgData name="Buchner, Thomas" userId="dcdd08b7-1529-408e-93b1-25fdc0899d57" providerId="ADAL" clId="{87EE3E81-54D7-4732-9113-4988429B2D80}" dt="2018-11-21T15:12:33.268" v="484" actId="790"/>
          <ac:spMkLst>
            <pc:docMk/>
            <pc:sldMk cId="2960905310" sldId="446"/>
            <ac:spMk id="18" creationId="{00000000-0000-0000-0000-000000000000}"/>
          </ac:spMkLst>
        </pc:spChg>
        <pc:spChg chg="mod">
          <ac:chgData name="Buchner, Thomas" userId="dcdd08b7-1529-408e-93b1-25fdc0899d57" providerId="ADAL" clId="{87EE3E81-54D7-4732-9113-4988429B2D80}" dt="2018-11-21T15:12:33.270" v="486" actId="790"/>
          <ac:spMkLst>
            <pc:docMk/>
            <pc:sldMk cId="2960905310" sldId="446"/>
            <ac:spMk id="26" creationId="{00000000-0000-0000-0000-000000000000}"/>
          </ac:spMkLst>
        </pc:spChg>
        <pc:spChg chg="mod">
          <ac:chgData name="Buchner, Thomas" userId="dcdd08b7-1529-408e-93b1-25fdc0899d57" providerId="ADAL" clId="{87EE3E81-54D7-4732-9113-4988429B2D80}" dt="2018-11-21T15:12:33.272" v="488" actId="790"/>
          <ac:spMkLst>
            <pc:docMk/>
            <pc:sldMk cId="2960905310" sldId="446"/>
            <ac:spMk id="28" creationId="{00000000-0000-0000-0000-000000000000}"/>
          </ac:spMkLst>
        </pc:spChg>
        <pc:spChg chg="mod">
          <ac:chgData name="Buchner, Thomas" userId="dcdd08b7-1529-408e-93b1-25fdc0899d57" providerId="ADAL" clId="{87EE3E81-54D7-4732-9113-4988429B2D80}" dt="2018-11-21T15:12:33.275" v="490" actId="790"/>
          <ac:spMkLst>
            <pc:docMk/>
            <pc:sldMk cId="2960905310" sldId="446"/>
            <ac:spMk id="33" creationId="{00000000-0000-0000-0000-000000000000}"/>
          </ac:spMkLst>
        </pc:spChg>
      </pc:sldChg>
      <pc:sldChg chg="modSp modNotes">
        <pc:chgData name="Buchner, Thomas" userId="dcdd08b7-1529-408e-93b1-25fdc0899d57" providerId="ADAL" clId="{87EE3E81-54D7-4732-9113-4988429B2D80}" dt="2018-11-21T15:12:33.260" v="477" actId="790"/>
        <pc:sldMkLst>
          <pc:docMk/>
          <pc:sldMk cId="2436238159" sldId="447"/>
        </pc:sldMkLst>
        <pc:spChg chg="mod">
          <ac:chgData name="Buchner, Thomas" userId="dcdd08b7-1529-408e-93b1-25fdc0899d57" providerId="ADAL" clId="{87EE3E81-54D7-4732-9113-4988429B2D80}" dt="2018-11-21T15:12:33.252" v="471" actId="790"/>
          <ac:spMkLst>
            <pc:docMk/>
            <pc:sldMk cId="2436238159" sldId="447"/>
            <ac:spMk id="2" creationId="{A704EC08-AFC7-4D18-AC9A-F3343F45EF2A}"/>
          </ac:spMkLst>
        </pc:spChg>
        <pc:spChg chg="mod">
          <ac:chgData name="Buchner, Thomas" userId="dcdd08b7-1529-408e-93b1-25fdc0899d57" providerId="ADAL" clId="{87EE3E81-54D7-4732-9113-4988429B2D80}" dt="2018-11-21T15:12:33.255" v="473" actId="790"/>
          <ac:spMkLst>
            <pc:docMk/>
            <pc:sldMk cId="2436238159" sldId="447"/>
            <ac:spMk id="3" creationId="{166921B3-EF71-4E02-AB72-2F9FB0E76D4B}"/>
          </ac:spMkLst>
        </pc:spChg>
        <pc:spChg chg="mod">
          <ac:chgData name="Buchner, Thomas" userId="dcdd08b7-1529-408e-93b1-25fdc0899d57" providerId="ADAL" clId="{87EE3E81-54D7-4732-9113-4988429B2D80}" dt="2018-11-21T15:12:33.255" v="474" actId="790"/>
          <ac:spMkLst>
            <pc:docMk/>
            <pc:sldMk cId="2436238159" sldId="447"/>
            <ac:spMk id="4" creationId="{A84BDB2E-39DF-4756-92FA-1F28834FBDBB}"/>
          </ac:spMkLst>
        </pc:spChg>
      </pc:sldChg>
      <pc:sldChg chg="modSp modNotes">
        <pc:chgData name="Buchner, Thomas" userId="dcdd08b7-1529-408e-93b1-25fdc0899d57" providerId="ADAL" clId="{87EE3E81-54D7-4732-9113-4988429B2D80}" dt="2018-11-21T15:12:33.340" v="521" actId="790"/>
        <pc:sldMkLst>
          <pc:docMk/>
          <pc:sldMk cId="2452954820" sldId="464"/>
        </pc:sldMkLst>
        <pc:spChg chg="mod">
          <ac:chgData name="Buchner, Thomas" userId="dcdd08b7-1529-408e-93b1-25fdc0899d57" providerId="ADAL" clId="{87EE3E81-54D7-4732-9113-4988429B2D80}" dt="2018-11-21T15:12:33.336" v="518" actId="790"/>
          <ac:spMkLst>
            <pc:docMk/>
            <pc:sldMk cId="2452954820" sldId="464"/>
            <ac:spMk id="4" creationId="{96BEB1A8-C9D3-4723-A64F-42E02E22325A}"/>
          </ac:spMkLst>
        </pc:spChg>
      </pc:sldChg>
      <pc:sldChg chg="modSp modNotes">
        <pc:chgData name="Buchner, Thomas" userId="dcdd08b7-1529-408e-93b1-25fdc0899d57" providerId="ADAL" clId="{87EE3E81-54D7-4732-9113-4988429B2D80}" dt="2018-11-21T15:12:33.333" v="517" actId="790"/>
        <pc:sldMkLst>
          <pc:docMk/>
          <pc:sldMk cId="1806006951" sldId="466"/>
        </pc:sldMkLst>
        <pc:spChg chg="mod">
          <ac:chgData name="Buchner, Thomas" userId="dcdd08b7-1529-408e-93b1-25fdc0899d57" providerId="ADAL" clId="{87EE3E81-54D7-4732-9113-4988429B2D80}" dt="2018-11-21T15:12:33.319" v="514" actId="790"/>
          <ac:spMkLst>
            <pc:docMk/>
            <pc:sldMk cId="1806006951" sldId="466"/>
            <ac:spMk id="4" creationId="{96BEB1A8-C9D3-4723-A64F-42E02E22325A}"/>
          </ac:spMkLst>
        </pc:spChg>
      </pc:sldChg>
      <pc:sldChg chg="modSp modNotes">
        <pc:chgData name="Buchner, Thomas" userId="dcdd08b7-1529-408e-93b1-25fdc0899d57" providerId="ADAL" clId="{87EE3E81-54D7-4732-9113-4988429B2D80}" dt="2018-11-21T15:12:33.202" v="444" actId="790"/>
        <pc:sldMkLst>
          <pc:docMk/>
          <pc:sldMk cId="2320775727" sldId="467"/>
        </pc:sldMkLst>
        <pc:spChg chg="mod">
          <ac:chgData name="Buchner, Thomas" userId="dcdd08b7-1529-408e-93b1-25fdc0899d57" providerId="ADAL" clId="{87EE3E81-54D7-4732-9113-4988429B2D80}" dt="2018-11-21T15:12:33.191" v="441" actId="790"/>
          <ac:spMkLst>
            <pc:docMk/>
            <pc:sldMk cId="2320775727" sldId="467"/>
            <ac:spMk id="4" creationId="{96BEB1A8-C9D3-4723-A64F-42E02E22325A}"/>
          </ac:spMkLst>
        </pc:spChg>
      </pc:sldChg>
      <pc:sldChg chg="modSp modNotes">
        <pc:chgData name="Buchner, Thomas" userId="dcdd08b7-1529-408e-93b1-25fdc0899d57" providerId="ADAL" clId="{87EE3E81-54D7-4732-9113-4988429B2D80}" dt="2018-11-21T15:12:33.319" v="513" actId="790"/>
        <pc:sldMkLst>
          <pc:docMk/>
          <pc:sldMk cId="3770947068" sldId="468"/>
        </pc:sldMkLst>
        <pc:spChg chg="mod">
          <ac:chgData name="Buchner, Thomas" userId="dcdd08b7-1529-408e-93b1-25fdc0899d57" providerId="ADAL" clId="{87EE3E81-54D7-4732-9113-4988429B2D80}" dt="2018-11-21T15:12:33.290" v="498" actId="790"/>
          <ac:spMkLst>
            <pc:docMk/>
            <pc:sldMk cId="3770947068" sldId="468"/>
            <ac:spMk id="3" creationId="{B73DFC8A-D39C-4395-A874-03C42AE64146}"/>
          </ac:spMkLst>
        </pc:spChg>
        <pc:spChg chg="mod">
          <ac:chgData name="Buchner, Thomas" userId="dcdd08b7-1529-408e-93b1-25fdc0899d57" providerId="ADAL" clId="{87EE3E81-54D7-4732-9113-4988429B2D80}" dt="2018-11-21T15:12:33.294" v="500" actId="790"/>
          <ac:spMkLst>
            <pc:docMk/>
            <pc:sldMk cId="3770947068" sldId="468"/>
            <ac:spMk id="4" creationId="{069317E0-1935-457B-9BE2-13D2F434C611}"/>
          </ac:spMkLst>
        </pc:spChg>
        <pc:spChg chg="mod">
          <ac:chgData name="Buchner, Thomas" userId="dcdd08b7-1529-408e-93b1-25fdc0899d57" providerId="ADAL" clId="{87EE3E81-54D7-4732-9113-4988429B2D80}" dt="2018-11-21T15:12:33.297" v="502" actId="790"/>
          <ac:spMkLst>
            <pc:docMk/>
            <pc:sldMk cId="3770947068" sldId="468"/>
            <ac:spMk id="6" creationId="{12BD95AA-12D5-40DA-9038-E0DAF2E63607}"/>
          </ac:spMkLst>
        </pc:spChg>
        <pc:spChg chg="mod">
          <ac:chgData name="Buchner, Thomas" userId="dcdd08b7-1529-408e-93b1-25fdc0899d57" providerId="ADAL" clId="{87EE3E81-54D7-4732-9113-4988429B2D80}" dt="2018-11-21T15:12:33.299" v="504" actId="790"/>
          <ac:spMkLst>
            <pc:docMk/>
            <pc:sldMk cId="3770947068" sldId="468"/>
            <ac:spMk id="8" creationId="{50B9421B-07C4-46F0-A064-FEDE9DC42898}"/>
          </ac:spMkLst>
        </pc:spChg>
        <pc:spChg chg="mod">
          <ac:chgData name="Buchner, Thomas" userId="dcdd08b7-1529-408e-93b1-25fdc0899d57" providerId="ADAL" clId="{87EE3E81-54D7-4732-9113-4988429B2D80}" dt="2018-11-21T15:12:33.301" v="506" actId="790"/>
          <ac:spMkLst>
            <pc:docMk/>
            <pc:sldMk cId="3770947068" sldId="468"/>
            <ac:spMk id="10" creationId="{4EC326E3-CD25-4113-A42A-1D155E57B0E9}"/>
          </ac:spMkLst>
        </pc:spChg>
        <pc:spChg chg="mod">
          <ac:chgData name="Buchner, Thomas" userId="dcdd08b7-1529-408e-93b1-25fdc0899d57" providerId="ADAL" clId="{87EE3E81-54D7-4732-9113-4988429B2D80}" dt="2018-11-21T15:12:33.303" v="508" actId="790"/>
          <ac:spMkLst>
            <pc:docMk/>
            <pc:sldMk cId="3770947068" sldId="468"/>
            <ac:spMk id="13" creationId="{6ED85F87-FB16-4A37-A012-3D63E385FF30}"/>
          </ac:spMkLst>
        </pc:spChg>
        <pc:spChg chg="mod">
          <ac:chgData name="Buchner, Thomas" userId="dcdd08b7-1529-408e-93b1-25fdc0899d57" providerId="ADAL" clId="{87EE3E81-54D7-4732-9113-4988429B2D80}" dt="2018-11-21T15:12:33.305" v="510" actId="790"/>
          <ac:spMkLst>
            <pc:docMk/>
            <pc:sldMk cId="3770947068" sldId="468"/>
            <ac:spMk id="14" creationId="{7D4A3C35-550C-449A-BCFD-EF0D36982CB4}"/>
          </ac:spMkLst>
        </pc:spChg>
      </pc:sldChg>
      <pc:sldChg chg="modSp modNotes">
        <pc:chgData name="Buchner, Thomas" userId="dcdd08b7-1529-408e-93b1-25fdc0899d57" providerId="ADAL" clId="{87EE3E81-54D7-4732-9113-4988429B2D80}" dt="2018-11-21T15:12:33.190" v="440" actId="790"/>
        <pc:sldMkLst>
          <pc:docMk/>
          <pc:sldMk cId="4202275646" sldId="469"/>
        </pc:sldMkLst>
        <pc:spChg chg="mod">
          <ac:chgData name="Buchner, Thomas" userId="dcdd08b7-1529-408e-93b1-25fdc0899d57" providerId="ADAL" clId="{87EE3E81-54D7-4732-9113-4988429B2D80}" dt="2018-11-21T15:12:33.180" v="435" actId="790"/>
          <ac:spMkLst>
            <pc:docMk/>
            <pc:sldMk cId="4202275646" sldId="469"/>
            <ac:spMk id="2" creationId="{AE5DF3FF-9C48-4E71-B3A2-F3988FAA9716}"/>
          </ac:spMkLst>
        </pc:spChg>
        <pc:spChg chg="mod">
          <ac:chgData name="Buchner, Thomas" userId="dcdd08b7-1529-408e-93b1-25fdc0899d57" providerId="ADAL" clId="{87EE3E81-54D7-4732-9113-4988429B2D80}" dt="2018-11-21T15:12:33.158" v="419" actId="790"/>
          <ac:spMkLst>
            <pc:docMk/>
            <pc:sldMk cId="4202275646" sldId="469"/>
            <ac:spMk id="3" creationId="{00000000-0000-0000-0000-000000000000}"/>
          </ac:spMkLst>
        </pc:spChg>
        <pc:spChg chg="mod">
          <ac:chgData name="Buchner, Thomas" userId="dcdd08b7-1529-408e-93b1-25fdc0899d57" providerId="ADAL" clId="{87EE3E81-54D7-4732-9113-4988429B2D80}" dt="2018-11-21T15:12:33.187" v="437" actId="790"/>
          <ac:spMkLst>
            <pc:docMk/>
            <pc:sldMk cId="4202275646" sldId="469"/>
            <ac:spMk id="4" creationId="{B3C7E742-D9A8-4844-85B2-D876DDB4DF08}"/>
          </ac:spMkLst>
        </pc:spChg>
        <pc:spChg chg="mod">
          <ac:chgData name="Buchner, Thomas" userId="dcdd08b7-1529-408e-93b1-25fdc0899d57" providerId="ADAL" clId="{87EE3E81-54D7-4732-9113-4988429B2D80}" dt="2018-11-21T15:12:33.161" v="421" actId="790"/>
          <ac:spMkLst>
            <pc:docMk/>
            <pc:sldMk cId="4202275646" sldId="469"/>
            <ac:spMk id="6" creationId="{00000000-0000-0000-0000-000000000000}"/>
          </ac:spMkLst>
        </pc:spChg>
        <pc:spChg chg="mod">
          <ac:chgData name="Buchner, Thomas" userId="dcdd08b7-1529-408e-93b1-25fdc0899d57" providerId="ADAL" clId="{87EE3E81-54D7-4732-9113-4988429B2D80}" dt="2018-11-21T15:12:33.178" v="433" actId="790"/>
          <ac:spMkLst>
            <pc:docMk/>
            <pc:sldMk cId="4202275646" sldId="469"/>
            <ac:spMk id="9" creationId="{00000000-0000-0000-0000-000000000000}"/>
          </ac:spMkLst>
        </pc:spChg>
        <pc:spChg chg="mod">
          <ac:chgData name="Buchner, Thomas" userId="dcdd08b7-1529-408e-93b1-25fdc0899d57" providerId="ADAL" clId="{87EE3E81-54D7-4732-9113-4988429B2D80}" dt="2018-11-21T15:12:33.163" v="423" actId="790"/>
          <ac:spMkLst>
            <pc:docMk/>
            <pc:sldMk cId="4202275646" sldId="469"/>
            <ac:spMk id="10" creationId="{00000000-0000-0000-0000-000000000000}"/>
          </ac:spMkLst>
        </pc:spChg>
        <pc:spChg chg="mod">
          <ac:chgData name="Buchner, Thomas" userId="dcdd08b7-1529-408e-93b1-25fdc0899d57" providerId="ADAL" clId="{87EE3E81-54D7-4732-9113-4988429B2D80}" dt="2018-11-21T15:12:33.164" v="425" actId="790"/>
          <ac:spMkLst>
            <pc:docMk/>
            <pc:sldMk cId="4202275646" sldId="469"/>
            <ac:spMk id="18" creationId="{00000000-0000-0000-0000-000000000000}"/>
          </ac:spMkLst>
        </pc:spChg>
        <pc:spChg chg="mod">
          <ac:chgData name="Buchner, Thomas" userId="dcdd08b7-1529-408e-93b1-25fdc0899d57" providerId="ADAL" clId="{87EE3E81-54D7-4732-9113-4988429B2D80}" dt="2018-11-21T15:12:33.166" v="427" actId="790"/>
          <ac:spMkLst>
            <pc:docMk/>
            <pc:sldMk cId="4202275646" sldId="469"/>
            <ac:spMk id="26" creationId="{00000000-0000-0000-0000-000000000000}"/>
          </ac:spMkLst>
        </pc:spChg>
        <pc:spChg chg="mod">
          <ac:chgData name="Buchner, Thomas" userId="dcdd08b7-1529-408e-93b1-25fdc0899d57" providerId="ADAL" clId="{87EE3E81-54D7-4732-9113-4988429B2D80}" dt="2018-11-21T15:12:33.168" v="429" actId="790"/>
          <ac:spMkLst>
            <pc:docMk/>
            <pc:sldMk cId="4202275646" sldId="469"/>
            <ac:spMk id="28" creationId="{00000000-0000-0000-0000-000000000000}"/>
          </ac:spMkLst>
        </pc:spChg>
        <pc:spChg chg="mod">
          <ac:chgData name="Buchner, Thomas" userId="dcdd08b7-1529-408e-93b1-25fdc0899d57" providerId="ADAL" clId="{87EE3E81-54D7-4732-9113-4988429B2D80}" dt="2018-11-21T15:12:33.170" v="431" actId="790"/>
          <ac:spMkLst>
            <pc:docMk/>
            <pc:sldMk cId="4202275646" sldId="469"/>
            <ac:spMk id="33" creationId="{00000000-0000-0000-0000-000000000000}"/>
          </ac:spMkLst>
        </pc:spChg>
      </pc:sldChg>
      <pc:sldChg chg="modSp modNotes">
        <pc:chgData name="Buchner, Thomas" userId="dcdd08b7-1529-408e-93b1-25fdc0899d57" providerId="ADAL" clId="{87EE3E81-54D7-4732-9113-4988429B2D80}" dt="2018-11-21T15:12:33.157" v="418" actId="790"/>
        <pc:sldMkLst>
          <pc:docMk/>
          <pc:sldMk cId="525180688" sldId="470"/>
        </pc:sldMkLst>
        <pc:spChg chg="mod">
          <ac:chgData name="Buchner, Thomas" userId="dcdd08b7-1529-408e-93b1-25fdc0899d57" providerId="ADAL" clId="{87EE3E81-54D7-4732-9113-4988429B2D80}" dt="2018-11-21T15:12:33.134" v="401" actId="790"/>
          <ac:spMkLst>
            <pc:docMk/>
            <pc:sldMk cId="525180688" sldId="470"/>
            <ac:spMk id="3" creationId="{00000000-0000-0000-0000-000000000000}"/>
          </ac:spMkLst>
        </pc:spChg>
        <pc:spChg chg="mod">
          <ac:chgData name="Buchner, Thomas" userId="dcdd08b7-1529-408e-93b1-25fdc0899d57" providerId="ADAL" clId="{87EE3E81-54D7-4732-9113-4988429B2D80}" dt="2018-11-21T15:12:33.137" v="403" actId="790"/>
          <ac:spMkLst>
            <pc:docMk/>
            <pc:sldMk cId="525180688" sldId="470"/>
            <ac:spMk id="6" creationId="{00000000-0000-0000-0000-000000000000}"/>
          </ac:spMkLst>
        </pc:spChg>
        <pc:spChg chg="mod">
          <ac:chgData name="Buchner, Thomas" userId="dcdd08b7-1529-408e-93b1-25fdc0899d57" providerId="ADAL" clId="{87EE3E81-54D7-4732-9113-4988429B2D80}" dt="2018-11-21T15:12:33.155" v="415" actId="790"/>
          <ac:spMkLst>
            <pc:docMk/>
            <pc:sldMk cId="525180688" sldId="470"/>
            <ac:spMk id="9" creationId="{00000000-0000-0000-0000-000000000000}"/>
          </ac:spMkLst>
        </pc:spChg>
        <pc:spChg chg="mod">
          <ac:chgData name="Buchner, Thomas" userId="dcdd08b7-1529-408e-93b1-25fdc0899d57" providerId="ADAL" clId="{87EE3E81-54D7-4732-9113-4988429B2D80}" dt="2018-11-21T15:12:33.139" v="405" actId="790"/>
          <ac:spMkLst>
            <pc:docMk/>
            <pc:sldMk cId="525180688" sldId="470"/>
            <ac:spMk id="10" creationId="{00000000-0000-0000-0000-000000000000}"/>
          </ac:spMkLst>
        </pc:spChg>
        <pc:spChg chg="mod">
          <ac:chgData name="Buchner, Thomas" userId="dcdd08b7-1529-408e-93b1-25fdc0899d57" providerId="ADAL" clId="{87EE3E81-54D7-4732-9113-4988429B2D80}" dt="2018-11-21T15:12:33.142" v="409" actId="790"/>
          <ac:spMkLst>
            <pc:docMk/>
            <pc:sldMk cId="525180688" sldId="470"/>
            <ac:spMk id="16" creationId="{6DAD5EE9-87E2-4E80-992D-055F0F78C9FE}"/>
          </ac:spMkLst>
        </pc:spChg>
        <pc:spChg chg="mod">
          <ac:chgData name="Buchner, Thomas" userId="dcdd08b7-1529-408e-93b1-25fdc0899d57" providerId="ADAL" clId="{87EE3E81-54D7-4732-9113-4988429B2D80}" dt="2018-11-21T15:12:33.141" v="407" actId="790"/>
          <ac:spMkLst>
            <pc:docMk/>
            <pc:sldMk cId="525180688" sldId="470"/>
            <ac:spMk id="18" creationId="{00000000-0000-0000-0000-000000000000}"/>
          </ac:spMkLst>
        </pc:spChg>
        <pc:spChg chg="mod">
          <ac:chgData name="Buchner, Thomas" userId="dcdd08b7-1529-408e-93b1-25fdc0899d57" providerId="ADAL" clId="{87EE3E81-54D7-4732-9113-4988429B2D80}" dt="2018-11-21T15:12:33.144" v="411" actId="790"/>
          <ac:spMkLst>
            <pc:docMk/>
            <pc:sldMk cId="525180688" sldId="470"/>
            <ac:spMk id="20" creationId="{7B3E4AA2-9F14-4191-9B4B-55303495A854}"/>
          </ac:spMkLst>
        </pc:spChg>
        <pc:spChg chg="mod">
          <ac:chgData name="Buchner, Thomas" userId="dcdd08b7-1529-408e-93b1-25fdc0899d57" providerId="ADAL" clId="{87EE3E81-54D7-4732-9113-4988429B2D80}" dt="2018-11-21T15:12:33.146" v="413" actId="790"/>
          <ac:spMkLst>
            <pc:docMk/>
            <pc:sldMk cId="525180688" sldId="470"/>
            <ac:spMk id="22" creationId="{F679C76B-234C-4E39-A460-851751850CB4}"/>
          </ac:spMkLst>
        </pc:spChg>
      </pc:sldChg>
      <pc:sldChg chg="addSp delSp modSp add modAnim modNotes">
        <pc:chgData name="Buchner, Thomas" userId="dcdd08b7-1529-408e-93b1-25fdc0899d57" providerId="ADAL" clId="{87EE3E81-54D7-4732-9113-4988429B2D80}" dt="2018-11-21T15:14:33.563" v="658" actId="2696"/>
        <pc:sldMkLst>
          <pc:docMk/>
          <pc:sldMk cId="618399775" sldId="471"/>
        </pc:sldMkLst>
        <pc:spChg chg="add del mod">
          <ac:chgData name="Buchner, Thomas" userId="dcdd08b7-1529-408e-93b1-25fdc0899d57" providerId="ADAL" clId="{87EE3E81-54D7-4732-9113-4988429B2D80}" dt="2018-11-21T13:20:32.445" v="123" actId="478"/>
          <ac:spMkLst>
            <pc:docMk/>
            <pc:sldMk cId="618399775" sldId="471"/>
            <ac:spMk id="2" creationId="{79D87DC3-BA5E-4AB1-B47A-D3B5089F7B69}"/>
          </ac:spMkLst>
        </pc:spChg>
        <pc:spChg chg="mod">
          <ac:chgData name="Buchner, Thomas" userId="dcdd08b7-1529-408e-93b1-25fdc0899d57" providerId="ADAL" clId="{87EE3E81-54D7-4732-9113-4988429B2D80}" dt="2018-11-21T13:13:11.087" v="28" actId="20577"/>
          <ac:spMkLst>
            <pc:docMk/>
            <pc:sldMk cId="618399775" sldId="471"/>
            <ac:spMk id="3" creationId="{00000000-0000-0000-0000-000000000000}"/>
          </ac:spMkLst>
        </pc:spChg>
        <pc:spChg chg="add mod">
          <ac:chgData name="Buchner, Thomas" userId="dcdd08b7-1529-408e-93b1-25fdc0899d57" providerId="ADAL" clId="{87EE3E81-54D7-4732-9113-4988429B2D80}" dt="2018-11-21T15:12:33.039" v="313" actId="790"/>
          <ac:spMkLst>
            <pc:docMk/>
            <pc:sldMk cId="618399775" sldId="471"/>
            <ac:spMk id="4" creationId="{49A2D599-7379-47A3-A0E4-E2B936AEC531}"/>
          </ac:spMkLst>
        </pc:spChg>
        <pc:spChg chg="add del mod">
          <ac:chgData name="Buchner, Thomas" userId="dcdd08b7-1529-408e-93b1-25fdc0899d57" providerId="ADAL" clId="{87EE3E81-54D7-4732-9113-4988429B2D80}" dt="2018-11-21T13:17:49.483" v="86" actId="2696"/>
          <ac:spMkLst>
            <pc:docMk/>
            <pc:sldMk cId="618399775" sldId="471"/>
            <ac:spMk id="12" creationId="{2285587C-646C-4E8B-AC8D-198DBC03D7B6}"/>
          </ac:spMkLst>
        </pc:spChg>
        <pc:spChg chg="del">
          <ac:chgData name="Buchner, Thomas" userId="dcdd08b7-1529-408e-93b1-25fdc0899d57" providerId="ADAL" clId="{87EE3E81-54D7-4732-9113-4988429B2D80}" dt="2018-11-21T13:13:17.167" v="29" actId="478"/>
          <ac:spMkLst>
            <pc:docMk/>
            <pc:sldMk cId="618399775" sldId="471"/>
            <ac:spMk id="15" creationId="{FBFA2F70-E2ED-46D6-A001-B91EB580546B}"/>
          </ac:spMkLst>
        </pc:spChg>
        <pc:spChg chg="mod topLvl">
          <ac:chgData name="Buchner, Thomas" userId="dcdd08b7-1529-408e-93b1-25fdc0899d57" providerId="ADAL" clId="{87EE3E81-54D7-4732-9113-4988429B2D80}" dt="2018-11-21T13:19:14.647" v="94" actId="1076"/>
          <ac:spMkLst>
            <pc:docMk/>
            <pc:sldMk cId="618399775" sldId="471"/>
            <ac:spMk id="16" creationId="{8FE7DCCD-69FC-49FC-ADEF-30BC5E9DDB4A}"/>
          </ac:spMkLst>
        </pc:spChg>
        <pc:spChg chg="mod topLvl">
          <ac:chgData name="Buchner, Thomas" userId="dcdd08b7-1529-408e-93b1-25fdc0899d57" providerId="ADAL" clId="{87EE3E81-54D7-4732-9113-4988429B2D80}" dt="2018-11-21T13:19:14.647" v="94" actId="1076"/>
          <ac:spMkLst>
            <pc:docMk/>
            <pc:sldMk cId="618399775" sldId="471"/>
            <ac:spMk id="17" creationId="{1506116A-1541-4C51-A2EA-9FAEC932D11A}"/>
          </ac:spMkLst>
        </pc:spChg>
        <pc:spChg chg="mod ord topLvl">
          <ac:chgData name="Buchner, Thomas" userId="dcdd08b7-1529-408e-93b1-25fdc0899d57" providerId="ADAL" clId="{87EE3E81-54D7-4732-9113-4988429B2D80}" dt="2018-11-21T13:24:35.794" v="162" actId="166"/>
          <ac:spMkLst>
            <pc:docMk/>
            <pc:sldMk cId="618399775" sldId="471"/>
            <ac:spMk id="18" creationId="{9A253E9F-4801-4888-96F6-7478CB4FA707}"/>
          </ac:spMkLst>
        </pc:spChg>
        <pc:spChg chg="mod ord topLvl">
          <ac:chgData name="Buchner, Thomas" userId="dcdd08b7-1529-408e-93b1-25fdc0899d57" providerId="ADAL" clId="{87EE3E81-54D7-4732-9113-4988429B2D80}" dt="2018-11-21T13:24:34.007" v="161" actId="166"/>
          <ac:spMkLst>
            <pc:docMk/>
            <pc:sldMk cId="618399775" sldId="471"/>
            <ac:spMk id="19" creationId="{B5BB8492-1F0F-4883-9E57-F0C7B9817E24}"/>
          </ac:spMkLst>
        </pc:spChg>
        <pc:spChg chg="mod ord topLvl">
          <ac:chgData name="Buchner, Thomas" userId="dcdd08b7-1529-408e-93b1-25fdc0899d57" providerId="ADAL" clId="{87EE3E81-54D7-4732-9113-4988429B2D80}" dt="2018-11-21T13:24:32.072" v="160" actId="166"/>
          <ac:spMkLst>
            <pc:docMk/>
            <pc:sldMk cId="618399775" sldId="471"/>
            <ac:spMk id="20" creationId="{CD43E0E6-7EC0-473C-B49C-C8EFF0A615FB}"/>
          </ac:spMkLst>
        </pc:spChg>
        <pc:spChg chg="del mod topLvl">
          <ac:chgData name="Buchner, Thomas" userId="dcdd08b7-1529-408e-93b1-25fdc0899d57" providerId="ADAL" clId="{87EE3E81-54D7-4732-9113-4988429B2D80}" dt="2018-11-21T13:13:43.095" v="34" actId="478"/>
          <ac:spMkLst>
            <pc:docMk/>
            <pc:sldMk cId="618399775" sldId="471"/>
            <ac:spMk id="21" creationId="{6483569F-61E0-4035-82CD-E02A6BAF0ADC}"/>
          </ac:spMkLst>
        </pc:spChg>
        <pc:spChg chg="add del mod">
          <ac:chgData name="Buchner, Thomas" userId="dcdd08b7-1529-408e-93b1-25fdc0899d57" providerId="ADAL" clId="{87EE3E81-54D7-4732-9113-4988429B2D80}" dt="2018-11-21T13:17:49.483" v="86" actId="2696"/>
          <ac:spMkLst>
            <pc:docMk/>
            <pc:sldMk cId="618399775" sldId="471"/>
            <ac:spMk id="22" creationId="{EBD90358-4C1A-4D50-A469-81B40B599E73}"/>
          </ac:spMkLst>
        </pc:spChg>
        <pc:spChg chg="add del mod">
          <ac:chgData name="Buchner, Thomas" userId="dcdd08b7-1529-408e-93b1-25fdc0899d57" providerId="ADAL" clId="{87EE3E81-54D7-4732-9113-4988429B2D80}" dt="2018-11-21T13:17:49.483" v="86" actId="2696"/>
          <ac:spMkLst>
            <pc:docMk/>
            <pc:sldMk cId="618399775" sldId="471"/>
            <ac:spMk id="23" creationId="{0E49DEFB-6E32-49AD-834E-2690EA808628}"/>
          </ac:spMkLst>
        </pc:spChg>
        <pc:spChg chg="add del mod">
          <ac:chgData name="Buchner, Thomas" userId="dcdd08b7-1529-408e-93b1-25fdc0899d57" providerId="ADAL" clId="{87EE3E81-54D7-4732-9113-4988429B2D80}" dt="2018-11-21T13:17:33.975" v="82" actId="478"/>
          <ac:spMkLst>
            <pc:docMk/>
            <pc:sldMk cId="618399775" sldId="471"/>
            <ac:spMk id="24" creationId="{9C735FF8-BD23-41D6-B37B-01324EBB2EA1}"/>
          </ac:spMkLst>
        </pc:spChg>
        <pc:spChg chg="add del mod">
          <ac:chgData name="Buchner, Thomas" userId="dcdd08b7-1529-408e-93b1-25fdc0899d57" providerId="ADAL" clId="{87EE3E81-54D7-4732-9113-4988429B2D80}" dt="2018-11-21T13:17:34.512" v="83" actId="478"/>
          <ac:spMkLst>
            <pc:docMk/>
            <pc:sldMk cId="618399775" sldId="471"/>
            <ac:spMk id="25" creationId="{699974DC-C107-4628-80E8-760A322E364F}"/>
          </ac:spMkLst>
        </pc:spChg>
        <pc:spChg chg="add mod">
          <ac:chgData name="Buchner, Thomas" userId="dcdd08b7-1529-408e-93b1-25fdc0899d57" providerId="ADAL" clId="{87EE3E81-54D7-4732-9113-4988429B2D80}" dt="2018-11-21T13:18:03.065" v="91" actId="1076"/>
          <ac:spMkLst>
            <pc:docMk/>
            <pc:sldMk cId="618399775" sldId="471"/>
            <ac:spMk id="26" creationId="{A673EC1A-E40E-467A-ADFC-EDD02B9FF84E}"/>
          </ac:spMkLst>
        </pc:spChg>
        <pc:spChg chg="add mod">
          <ac:chgData name="Buchner, Thomas" userId="dcdd08b7-1529-408e-93b1-25fdc0899d57" providerId="ADAL" clId="{87EE3E81-54D7-4732-9113-4988429B2D80}" dt="2018-11-21T13:18:03.065" v="91" actId="1076"/>
          <ac:spMkLst>
            <pc:docMk/>
            <pc:sldMk cId="618399775" sldId="471"/>
            <ac:spMk id="27" creationId="{08DA0032-7BA7-4D70-B262-028419768112}"/>
          </ac:spMkLst>
        </pc:spChg>
        <pc:spChg chg="add mod ord">
          <ac:chgData name="Buchner, Thomas" userId="dcdd08b7-1529-408e-93b1-25fdc0899d57" providerId="ADAL" clId="{87EE3E81-54D7-4732-9113-4988429B2D80}" dt="2018-11-21T13:23:55.885" v="153" actId="166"/>
          <ac:spMkLst>
            <pc:docMk/>
            <pc:sldMk cId="618399775" sldId="471"/>
            <ac:spMk id="28" creationId="{176EC4C7-06D9-48D6-9756-77050A018397}"/>
          </ac:spMkLst>
        </pc:spChg>
        <pc:spChg chg="add del mod ord">
          <ac:chgData name="Buchner, Thomas" userId="dcdd08b7-1529-408e-93b1-25fdc0899d57" providerId="ADAL" clId="{87EE3E81-54D7-4732-9113-4988429B2D80}" dt="2018-11-21T15:12:51.678" v="650" actId="2696"/>
          <ac:spMkLst>
            <pc:docMk/>
            <pc:sldMk cId="618399775" sldId="471"/>
            <ac:spMk id="29" creationId="{E57659C8-8D82-4C0C-B0D3-4DC8DDCB2608}"/>
          </ac:spMkLst>
        </pc:spChg>
        <pc:spChg chg="add mod">
          <ac:chgData name="Buchner, Thomas" userId="dcdd08b7-1529-408e-93b1-25fdc0899d57" providerId="ADAL" clId="{87EE3E81-54D7-4732-9113-4988429B2D80}" dt="2018-11-21T15:12:33.041" v="315" actId="790"/>
          <ac:spMkLst>
            <pc:docMk/>
            <pc:sldMk cId="618399775" sldId="471"/>
            <ac:spMk id="30" creationId="{AC7DEF40-4771-4B7A-BD41-AEDEEF576309}"/>
          </ac:spMkLst>
        </pc:spChg>
        <pc:spChg chg="add mod">
          <ac:chgData name="Buchner, Thomas" userId="dcdd08b7-1529-408e-93b1-25fdc0899d57" providerId="ADAL" clId="{87EE3E81-54D7-4732-9113-4988429B2D80}" dt="2018-11-21T15:12:33.042" v="317" actId="790"/>
          <ac:spMkLst>
            <pc:docMk/>
            <pc:sldMk cId="618399775" sldId="471"/>
            <ac:spMk id="31" creationId="{3988BF7D-A630-447F-8E59-A668B143D852}"/>
          </ac:spMkLst>
        </pc:spChg>
        <pc:spChg chg="add mod">
          <ac:chgData name="Buchner, Thomas" userId="dcdd08b7-1529-408e-93b1-25fdc0899d57" providerId="ADAL" clId="{87EE3E81-54D7-4732-9113-4988429B2D80}" dt="2018-11-21T15:12:33.044" v="319" actId="790"/>
          <ac:spMkLst>
            <pc:docMk/>
            <pc:sldMk cId="618399775" sldId="471"/>
            <ac:spMk id="32" creationId="{579F1769-1A36-4016-9921-D3C6ADBED493}"/>
          </ac:spMkLst>
        </pc:spChg>
        <pc:spChg chg="add del">
          <ac:chgData name="Buchner, Thomas" userId="dcdd08b7-1529-408e-93b1-25fdc0899d57" providerId="ADAL" clId="{87EE3E81-54D7-4732-9113-4988429B2D80}" dt="2018-11-21T15:11:20.334" v="171" actId="2696"/>
          <ac:spMkLst>
            <pc:docMk/>
            <pc:sldMk cId="618399775" sldId="471"/>
            <ac:spMk id="33" creationId="{58B3BFA1-775F-4966-9291-777E17316917}"/>
          </ac:spMkLst>
        </pc:spChg>
        <pc:spChg chg="add mod">
          <ac:chgData name="Buchner, Thomas" userId="dcdd08b7-1529-408e-93b1-25fdc0899d57" providerId="ADAL" clId="{87EE3E81-54D7-4732-9113-4988429B2D80}" dt="2018-11-21T15:12:33.058" v="321" actId="790"/>
          <ac:spMkLst>
            <pc:docMk/>
            <pc:sldMk cId="618399775" sldId="471"/>
            <ac:spMk id="34" creationId="{7B26E21C-60E4-4350-A51C-854BC388327B}"/>
          </ac:spMkLst>
        </pc:spChg>
        <pc:spChg chg="add">
          <ac:chgData name="Buchner, Thomas" userId="dcdd08b7-1529-408e-93b1-25fdc0899d57" providerId="ADAL" clId="{87EE3E81-54D7-4732-9113-4988429B2D80}" dt="2018-11-21T15:14:24.858" v="657" actId="2696"/>
          <ac:spMkLst>
            <pc:docMk/>
            <pc:sldMk cId="618399775" sldId="471"/>
            <ac:spMk id="35" creationId="{0384F0F5-F680-4B87-A74F-4B40358D4B44}"/>
          </ac:spMkLst>
        </pc:spChg>
        <pc:grpChg chg="add del">
          <ac:chgData name="Buchner, Thomas" userId="dcdd08b7-1529-408e-93b1-25fdc0899d57" providerId="ADAL" clId="{87EE3E81-54D7-4732-9113-4988429B2D80}" dt="2018-11-21T13:13:36.617" v="33" actId="165"/>
          <ac:grpSpMkLst>
            <pc:docMk/>
            <pc:sldMk cId="618399775" sldId="471"/>
            <ac:grpSpMk id="14" creationId="{70AFE7D0-9698-43DE-A861-B11623699390}"/>
          </ac:grpSpMkLst>
        </pc:grpChg>
        <pc:picChg chg="del">
          <ac:chgData name="Buchner, Thomas" userId="dcdd08b7-1529-408e-93b1-25fdc0899d57" providerId="ADAL" clId="{87EE3E81-54D7-4732-9113-4988429B2D80}" dt="2018-11-21T13:13:20.935" v="30" actId="478"/>
          <ac:picMkLst>
            <pc:docMk/>
            <pc:sldMk cId="618399775" sldId="471"/>
            <ac:picMk id="13" creationId="{A8968184-AC3B-4D2A-B7CF-E7F43CD5D25A}"/>
          </ac:picMkLst>
        </pc:picChg>
        <pc:picChg chg="add del mod">
          <ac:chgData name="Buchner, Thomas" userId="dcdd08b7-1529-408e-93b1-25fdc0899d57" providerId="ADAL" clId="{87EE3E81-54D7-4732-9113-4988429B2D80}" dt="2018-11-21T13:20:32.445" v="123" actId="478"/>
          <ac:picMkLst>
            <pc:docMk/>
            <pc:sldMk cId="618399775" sldId="471"/>
            <ac:picMk id="1026" creationId="{374CE48E-2A86-4CD7-95D3-E923AD4895EB}"/>
          </ac:picMkLst>
        </pc:picChg>
        <pc:picChg chg="add mod">
          <ac:chgData name="Buchner, Thomas" userId="dcdd08b7-1529-408e-93b1-25fdc0899d57" providerId="ADAL" clId="{87EE3E81-54D7-4732-9113-4988429B2D80}" dt="2018-11-21T13:21:31.293" v="137" actId="1076"/>
          <ac:picMkLst>
            <pc:docMk/>
            <pc:sldMk cId="618399775" sldId="471"/>
            <ac:picMk id="1028" creationId="{B5E4F44D-199E-4C3D-8EA3-FCA4D6E07FBF}"/>
          </ac:picMkLst>
        </pc:picChg>
        <pc:picChg chg="add mod">
          <ac:chgData name="Buchner, Thomas" userId="dcdd08b7-1529-408e-93b1-25fdc0899d57" providerId="ADAL" clId="{87EE3E81-54D7-4732-9113-4988429B2D80}" dt="2018-11-21T13:21:28.440" v="136" actId="1076"/>
          <ac:picMkLst>
            <pc:docMk/>
            <pc:sldMk cId="618399775" sldId="471"/>
            <ac:picMk id="1030" creationId="{0C8224C8-4EB7-42DF-96B3-6326581D8406}"/>
          </ac:picMkLst>
        </pc:picChg>
      </pc:sldChg>
      <pc:sldChg chg="modSp add del modNotes">
        <pc:chgData name="Buchner, Thomas" userId="dcdd08b7-1529-408e-93b1-25fdc0899d57" providerId="ADAL" clId="{87EE3E81-54D7-4732-9113-4988429B2D80}" dt="2018-11-21T15:15:20.987" v="659" actId="2696"/>
        <pc:sldMkLst>
          <pc:docMk/>
          <pc:sldMk cId="841501144" sldId="472"/>
        </pc:sldMkLst>
        <pc:spChg chg="mod">
          <ac:chgData name="Buchner, Thomas" userId="dcdd08b7-1529-408e-93b1-25fdc0899d57" providerId="ADAL" clId="{87EE3E81-54D7-4732-9113-4988429B2D80}" dt="2018-11-21T15:12:33.062" v="326" actId="790"/>
          <ac:spMkLst>
            <pc:docMk/>
            <pc:sldMk cId="841501144" sldId="472"/>
            <ac:spMk id="2" creationId="{1017A8EE-585A-456E-A1D4-122E5BE4D8A1}"/>
          </ac:spMkLst>
        </pc:spChg>
        <pc:spChg chg="mod">
          <ac:chgData name="Buchner, Thomas" userId="dcdd08b7-1529-408e-93b1-25fdc0899d57" providerId="ADAL" clId="{87EE3E81-54D7-4732-9113-4988429B2D80}" dt="2018-11-21T15:12:33.063" v="327" actId="790"/>
          <ac:spMkLst>
            <pc:docMk/>
            <pc:sldMk cId="841501144" sldId="472"/>
            <ac:spMk id="3" creationId="{9B391AEA-1854-421A-8315-21D7EA9D2EA4}"/>
          </ac:spMkLst>
        </pc:spChg>
      </pc:sldChg>
      <pc:sldMasterChg chg="modSldLayout">
        <pc:chgData name="Buchner, Thomas" userId="dcdd08b7-1529-408e-93b1-25fdc0899d57" providerId="ADAL" clId="{87EE3E81-54D7-4732-9113-4988429B2D80}" dt="2018-11-21T15:12:33.845" v="649" actId="790"/>
        <pc:sldMasterMkLst>
          <pc:docMk/>
          <pc:sldMasterMk cId="3408294523" sldId="2147483733"/>
        </pc:sldMasterMkLst>
        <pc:sldLayoutChg chg="modSp">
          <pc:chgData name="Buchner, Thomas" userId="dcdd08b7-1529-408e-93b1-25fdc0899d57" providerId="ADAL" clId="{87EE3E81-54D7-4732-9113-4988429B2D80}" dt="2018-11-21T15:12:33.673" v="631" actId="790"/>
          <pc:sldLayoutMkLst>
            <pc:docMk/>
            <pc:sldMasterMk cId="3408294523" sldId="2147483733"/>
            <pc:sldLayoutMk cId="781090314" sldId="2147483740"/>
          </pc:sldLayoutMkLst>
          <pc:spChg chg="mod">
            <ac:chgData name="Buchner, Thomas" userId="dcdd08b7-1529-408e-93b1-25fdc0899d57" providerId="ADAL" clId="{87EE3E81-54D7-4732-9113-4988429B2D80}" dt="2018-11-21T15:12:33.673" v="631" actId="790"/>
            <ac:spMkLst>
              <pc:docMk/>
              <pc:sldMasterMk cId="3408294523" sldId="2147483733"/>
              <pc:sldLayoutMk cId="781090314" sldId="2147483740"/>
              <ac:spMk id="2" creationId="{00000000-0000-0000-0000-000000000000}"/>
            </ac:spMkLst>
          </pc:spChg>
          <pc:spChg chg="mod">
            <ac:chgData name="Buchner, Thomas" userId="dcdd08b7-1529-408e-93b1-25fdc0899d57" providerId="ADAL" clId="{87EE3E81-54D7-4732-9113-4988429B2D80}" dt="2018-11-21T15:12:33.671" v="630" actId="790"/>
            <ac:spMkLst>
              <pc:docMk/>
              <pc:sldMasterMk cId="3408294523" sldId="2147483733"/>
              <pc:sldLayoutMk cId="781090314" sldId="2147483740"/>
              <ac:spMk id="93" creationId="{00000000-0000-0000-0000-000000000000}"/>
            </ac:spMkLst>
          </pc:spChg>
        </pc:sldLayoutChg>
        <pc:sldLayoutChg chg="modSp">
          <pc:chgData name="Buchner, Thomas" userId="dcdd08b7-1529-408e-93b1-25fdc0899d57" providerId="ADAL" clId="{87EE3E81-54D7-4732-9113-4988429B2D80}" dt="2018-11-21T15:12:33.433" v="558" actId="790"/>
          <pc:sldLayoutMkLst>
            <pc:docMk/>
            <pc:sldMasterMk cId="3408294523" sldId="2147483733"/>
            <pc:sldLayoutMk cId="1859360619" sldId="2147483741"/>
          </pc:sldLayoutMkLst>
          <pc:spChg chg="mod">
            <ac:chgData name="Buchner, Thomas" userId="dcdd08b7-1529-408e-93b1-25fdc0899d57" providerId="ADAL" clId="{87EE3E81-54D7-4732-9113-4988429B2D80}" dt="2018-11-21T15:12:33.433" v="558" actId="790"/>
            <ac:spMkLst>
              <pc:docMk/>
              <pc:sldMasterMk cId="3408294523" sldId="2147483733"/>
              <pc:sldLayoutMk cId="1859360619" sldId="2147483741"/>
              <ac:spMk id="3" creationId="{00000000-0000-0000-0000-000000000000}"/>
            </ac:spMkLst>
          </pc:spChg>
          <pc:spChg chg="mod">
            <ac:chgData name="Buchner, Thomas" userId="dcdd08b7-1529-408e-93b1-25fdc0899d57" providerId="ADAL" clId="{87EE3E81-54D7-4732-9113-4988429B2D80}" dt="2018-11-21T15:12:33.430" v="557" actId="790"/>
            <ac:spMkLst>
              <pc:docMk/>
              <pc:sldMasterMk cId="3408294523" sldId="2147483733"/>
              <pc:sldLayoutMk cId="1859360619" sldId="2147483741"/>
              <ac:spMk id="4" creationId="{00000000-0000-0000-0000-000000000000}"/>
            </ac:spMkLst>
          </pc:spChg>
        </pc:sldLayoutChg>
        <pc:sldLayoutChg chg="modSp">
          <pc:chgData name="Buchner, Thomas" userId="dcdd08b7-1529-408e-93b1-25fdc0899d57" providerId="ADAL" clId="{87EE3E81-54D7-4732-9113-4988429B2D80}" dt="2018-11-21T15:12:33.443" v="562" actId="790"/>
          <pc:sldLayoutMkLst>
            <pc:docMk/>
            <pc:sldMasterMk cId="3408294523" sldId="2147483733"/>
            <pc:sldLayoutMk cId="2466743634" sldId="2147483743"/>
          </pc:sldLayoutMkLst>
          <pc:spChg chg="mod">
            <ac:chgData name="Buchner, Thomas" userId="dcdd08b7-1529-408e-93b1-25fdc0899d57" providerId="ADAL" clId="{87EE3E81-54D7-4732-9113-4988429B2D80}" dt="2018-11-21T15:12:33.443" v="562" actId="790"/>
            <ac:spMkLst>
              <pc:docMk/>
              <pc:sldMasterMk cId="3408294523" sldId="2147483733"/>
              <pc:sldLayoutMk cId="2466743634" sldId="2147483743"/>
              <ac:spMk id="3" creationId="{00000000-0000-0000-0000-000000000000}"/>
            </ac:spMkLst>
          </pc:spChg>
        </pc:sldLayoutChg>
        <pc:sldLayoutChg chg="modSp">
          <pc:chgData name="Buchner, Thomas" userId="dcdd08b7-1529-408e-93b1-25fdc0899d57" providerId="ADAL" clId="{87EE3E81-54D7-4732-9113-4988429B2D80}" dt="2018-11-21T15:12:33.609" v="610" actId="790"/>
          <pc:sldLayoutMkLst>
            <pc:docMk/>
            <pc:sldMasterMk cId="3408294523" sldId="2147483733"/>
            <pc:sldLayoutMk cId="932785900" sldId="2147483744"/>
          </pc:sldLayoutMkLst>
          <pc:spChg chg="mod">
            <ac:chgData name="Buchner, Thomas" userId="dcdd08b7-1529-408e-93b1-25fdc0899d57" providerId="ADAL" clId="{87EE3E81-54D7-4732-9113-4988429B2D80}" dt="2018-11-21T15:12:33.609" v="610" actId="790"/>
            <ac:spMkLst>
              <pc:docMk/>
              <pc:sldMasterMk cId="3408294523" sldId="2147483733"/>
              <pc:sldLayoutMk cId="932785900" sldId="2147483744"/>
              <ac:spMk id="2" creationId="{00000000-0000-0000-0000-000000000000}"/>
            </ac:spMkLst>
          </pc:spChg>
          <pc:spChg chg="mod">
            <ac:chgData name="Buchner, Thomas" userId="dcdd08b7-1529-408e-93b1-25fdc0899d57" providerId="ADAL" clId="{87EE3E81-54D7-4732-9113-4988429B2D80}" dt="2018-11-21T15:12:33.606" v="609" actId="790"/>
            <ac:spMkLst>
              <pc:docMk/>
              <pc:sldMasterMk cId="3408294523" sldId="2147483733"/>
              <pc:sldLayoutMk cId="932785900" sldId="2147483744"/>
              <ac:spMk id="5" creationId="{00000000-0000-0000-0000-000000000000}"/>
            </ac:spMkLst>
          </pc:spChg>
        </pc:sldLayoutChg>
        <pc:sldLayoutChg chg="modSp">
          <pc:chgData name="Buchner, Thomas" userId="dcdd08b7-1529-408e-93b1-25fdc0899d57" providerId="ADAL" clId="{87EE3E81-54D7-4732-9113-4988429B2D80}" dt="2018-11-21T15:12:33.475" v="570" actId="790"/>
          <pc:sldLayoutMkLst>
            <pc:docMk/>
            <pc:sldMasterMk cId="3408294523" sldId="2147483733"/>
            <pc:sldLayoutMk cId="2630481451" sldId="2147483745"/>
          </pc:sldLayoutMkLst>
          <pc:spChg chg="mod">
            <ac:chgData name="Buchner, Thomas" userId="dcdd08b7-1529-408e-93b1-25fdc0899d57" providerId="ADAL" clId="{87EE3E81-54D7-4732-9113-4988429B2D80}" dt="2018-11-21T15:12:33.475" v="570" actId="790"/>
            <ac:spMkLst>
              <pc:docMk/>
              <pc:sldMasterMk cId="3408294523" sldId="2147483733"/>
              <pc:sldLayoutMk cId="2630481451" sldId="2147483745"/>
              <ac:spMk id="3" creationId="{00000000-0000-0000-0000-000000000000}"/>
            </ac:spMkLst>
          </pc:spChg>
          <pc:spChg chg="mod">
            <ac:chgData name="Buchner, Thomas" userId="dcdd08b7-1529-408e-93b1-25fdc0899d57" providerId="ADAL" clId="{87EE3E81-54D7-4732-9113-4988429B2D80}" dt="2018-11-21T15:12:33.465" v="567" actId="790"/>
            <ac:spMkLst>
              <pc:docMk/>
              <pc:sldMasterMk cId="3408294523" sldId="2147483733"/>
              <pc:sldLayoutMk cId="2630481451" sldId="2147483745"/>
              <ac:spMk id="4" creationId="{00000000-0000-0000-0000-000000000000}"/>
            </ac:spMkLst>
          </pc:spChg>
          <pc:spChg chg="mod">
            <ac:chgData name="Buchner, Thomas" userId="dcdd08b7-1529-408e-93b1-25fdc0899d57" providerId="ADAL" clId="{87EE3E81-54D7-4732-9113-4988429B2D80}" dt="2018-11-21T15:12:33.472" v="569" actId="790"/>
            <ac:spMkLst>
              <pc:docMk/>
              <pc:sldMasterMk cId="3408294523" sldId="2147483733"/>
              <pc:sldLayoutMk cId="2630481451" sldId="2147483745"/>
              <ac:spMk id="5" creationId="{00000000-0000-0000-0000-000000000000}"/>
            </ac:spMkLst>
          </pc:spChg>
        </pc:sldLayoutChg>
        <pc:sldLayoutChg chg="modSp">
          <pc:chgData name="Buchner, Thomas" userId="dcdd08b7-1529-408e-93b1-25fdc0899d57" providerId="ADAL" clId="{87EE3E81-54D7-4732-9113-4988429B2D80}" dt="2018-11-21T15:12:33.637" v="618" actId="790"/>
          <pc:sldLayoutMkLst>
            <pc:docMk/>
            <pc:sldMasterMk cId="3408294523" sldId="2147483733"/>
            <pc:sldLayoutMk cId="552787710" sldId="2147483748"/>
          </pc:sldLayoutMkLst>
          <pc:spChg chg="mod">
            <ac:chgData name="Buchner, Thomas" userId="dcdd08b7-1529-408e-93b1-25fdc0899d57" providerId="ADAL" clId="{87EE3E81-54D7-4732-9113-4988429B2D80}" dt="2018-11-21T15:12:33.637" v="618" actId="790"/>
            <ac:spMkLst>
              <pc:docMk/>
              <pc:sldMasterMk cId="3408294523" sldId="2147483733"/>
              <pc:sldLayoutMk cId="552787710" sldId="2147483748"/>
              <ac:spMk id="2" creationId="{00000000-0000-0000-0000-000000000000}"/>
            </ac:spMkLst>
          </pc:spChg>
          <pc:spChg chg="mod">
            <ac:chgData name="Buchner, Thomas" userId="dcdd08b7-1529-408e-93b1-25fdc0899d57" providerId="ADAL" clId="{87EE3E81-54D7-4732-9113-4988429B2D80}" dt="2018-11-21T15:12:33.627" v="615" actId="790"/>
            <ac:spMkLst>
              <pc:docMk/>
              <pc:sldMasterMk cId="3408294523" sldId="2147483733"/>
              <pc:sldLayoutMk cId="552787710" sldId="2147483748"/>
              <ac:spMk id="5" creationId="{00000000-0000-0000-0000-000000000000}"/>
            </ac:spMkLst>
          </pc:spChg>
          <pc:spChg chg="mod">
            <ac:chgData name="Buchner, Thomas" userId="dcdd08b7-1529-408e-93b1-25fdc0899d57" providerId="ADAL" clId="{87EE3E81-54D7-4732-9113-4988429B2D80}" dt="2018-11-21T15:12:33.634" v="617" actId="790"/>
            <ac:spMkLst>
              <pc:docMk/>
              <pc:sldMasterMk cId="3408294523" sldId="2147483733"/>
              <pc:sldLayoutMk cId="552787710" sldId="2147483748"/>
              <ac:spMk id="7" creationId="{00000000-0000-0000-0000-000000000000}"/>
            </ac:spMkLst>
          </pc:spChg>
        </pc:sldLayoutChg>
        <pc:sldLayoutChg chg="modSp">
          <pc:chgData name="Buchner, Thomas" userId="dcdd08b7-1529-408e-93b1-25fdc0899d57" providerId="ADAL" clId="{87EE3E81-54D7-4732-9113-4988429B2D80}" dt="2018-11-21T15:12:33.660" v="626" actId="790"/>
          <pc:sldLayoutMkLst>
            <pc:docMk/>
            <pc:sldMasterMk cId="3408294523" sldId="2147483733"/>
            <pc:sldLayoutMk cId="4186098743" sldId="2147483751"/>
          </pc:sldLayoutMkLst>
          <pc:spChg chg="mod">
            <ac:chgData name="Buchner, Thomas" userId="dcdd08b7-1529-408e-93b1-25fdc0899d57" providerId="ADAL" clId="{87EE3E81-54D7-4732-9113-4988429B2D80}" dt="2018-11-21T15:12:33.660" v="626" actId="790"/>
            <ac:spMkLst>
              <pc:docMk/>
              <pc:sldMasterMk cId="3408294523" sldId="2147483733"/>
              <pc:sldLayoutMk cId="4186098743" sldId="2147483751"/>
              <ac:spMk id="2" creationId="{00000000-0000-0000-0000-000000000000}"/>
            </ac:spMkLst>
          </pc:spChg>
          <pc:spChg chg="mod">
            <ac:chgData name="Buchner, Thomas" userId="dcdd08b7-1529-408e-93b1-25fdc0899d57" providerId="ADAL" clId="{87EE3E81-54D7-4732-9113-4988429B2D80}" dt="2018-11-21T15:12:33.657" v="625" actId="790"/>
            <ac:spMkLst>
              <pc:docMk/>
              <pc:sldMasterMk cId="3408294523" sldId="2147483733"/>
              <pc:sldLayoutMk cId="4186098743" sldId="2147483751"/>
              <ac:spMk id="7" creationId="{00000000-0000-0000-0000-000000000000}"/>
            </ac:spMkLst>
          </pc:spChg>
        </pc:sldLayoutChg>
        <pc:sldLayoutChg chg="modSp">
          <pc:chgData name="Buchner, Thomas" userId="dcdd08b7-1529-408e-93b1-25fdc0899d57" providerId="ADAL" clId="{87EE3E81-54D7-4732-9113-4988429B2D80}" dt="2018-11-21T15:12:33.665" v="628" actId="790"/>
          <pc:sldLayoutMkLst>
            <pc:docMk/>
            <pc:sldMasterMk cId="3408294523" sldId="2147483733"/>
            <pc:sldLayoutMk cId="3379248371" sldId="2147483753"/>
          </pc:sldLayoutMkLst>
          <pc:spChg chg="mod">
            <ac:chgData name="Buchner, Thomas" userId="dcdd08b7-1529-408e-93b1-25fdc0899d57" providerId="ADAL" clId="{87EE3E81-54D7-4732-9113-4988429B2D80}" dt="2018-11-21T15:12:33.665" v="628" actId="790"/>
            <ac:spMkLst>
              <pc:docMk/>
              <pc:sldMasterMk cId="3408294523" sldId="2147483733"/>
              <pc:sldLayoutMk cId="3379248371" sldId="2147483753"/>
              <ac:spMk id="7" creationId="{00000000-0000-0000-0000-000000000000}"/>
            </ac:spMkLst>
          </pc:spChg>
        </pc:sldLayoutChg>
        <pc:sldLayoutChg chg="modSp">
          <pc:chgData name="Buchner, Thomas" userId="dcdd08b7-1529-408e-93b1-25fdc0899d57" providerId="ADAL" clId="{87EE3E81-54D7-4732-9113-4988429B2D80}" dt="2018-11-21T15:12:33.700" v="640" actId="790"/>
          <pc:sldLayoutMkLst>
            <pc:docMk/>
            <pc:sldMasterMk cId="3408294523" sldId="2147483733"/>
            <pc:sldLayoutMk cId="451925193" sldId="2147483754"/>
          </pc:sldLayoutMkLst>
          <pc:spChg chg="mod">
            <ac:chgData name="Buchner, Thomas" userId="dcdd08b7-1529-408e-93b1-25fdc0899d57" providerId="ADAL" clId="{87EE3E81-54D7-4732-9113-4988429B2D80}" dt="2018-11-21T15:12:33.683" v="633" actId="790"/>
            <ac:spMkLst>
              <pc:docMk/>
              <pc:sldMasterMk cId="3408294523" sldId="2147483733"/>
              <pc:sldLayoutMk cId="451925193" sldId="2147483754"/>
              <ac:spMk id="4" creationId="{00000000-0000-0000-0000-000000000000}"/>
            </ac:spMkLst>
          </pc:spChg>
          <pc:spChg chg="mod">
            <ac:chgData name="Buchner, Thomas" userId="dcdd08b7-1529-408e-93b1-25fdc0899d57" providerId="ADAL" clId="{87EE3E81-54D7-4732-9113-4988429B2D80}" dt="2018-11-21T15:12:33.687" v="635" actId="790"/>
            <ac:spMkLst>
              <pc:docMk/>
              <pc:sldMasterMk cId="3408294523" sldId="2147483733"/>
              <pc:sldLayoutMk cId="451925193" sldId="2147483754"/>
              <ac:spMk id="5" creationId="{00000000-0000-0000-0000-000000000000}"/>
            </ac:spMkLst>
          </pc:spChg>
          <pc:spChg chg="mod">
            <ac:chgData name="Buchner, Thomas" userId="dcdd08b7-1529-408e-93b1-25fdc0899d57" providerId="ADAL" clId="{87EE3E81-54D7-4732-9113-4988429B2D80}" dt="2018-11-21T15:12:33.693" v="637" actId="790"/>
            <ac:spMkLst>
              <pc:docMk/>
              <pc:sldMasterMk cId="3408294523" sldId="2147483733"/>
              <pc:sldLayoutMk cId="451925193" sldId="2147483754"/>
              <ac:spMk id="17" creationId="{00000000-0000-0000-0000-000000000000}"/>
            </ac:spMkLst>
          </pc:spChg>
          <pc:spChg chg="mod">
            <ac:chgData name="Buchner, Thomas" userId="dcdd08b7-1529-408e-93b1-25fdc0899d57" providerId="ADAL" clId="{87EE3E81-54D7-4732-9113-4988429B2D80}" dt="2018-11-21T15:12:33.695" v="638" actId="790"/>
            <ac:spMkLst>
              <pc:docMk/>
              <pc:sldMasterMk cId="3408294523" sldId="2147483733"/>
              <pc:sldLayoutMk cId="451925193" sldId="2147483754"/>
              <ac:spMk id="19" creationId="{00000000-0000-0000-0000-000000000000}"/>
            </ac:spMkLst>
          </pc:spChg>
          <pc:spChg chg="mod">
            <ac:chgData name="Buchner, Thomas" userId="dcdd08b7-1529-408e-93b1-25fdc0899d57" providerId="ADAL" clId="{87EE3E81-54D7-4732-9113-4988429B2D80}" dt="2018-11-21T15:12:33.698" v="639" actId="790"/>
            <ac:spMkLst>
              <pc:docMk/>
              <pc:sldMasterMk cId="3408294523" sldId="2147483733"/>
              <pc:sldLayoutMk cId="451925193" sldId="2147483754"/>
              <ac:spMk id="20" creationId="{00000000-0000-0000-0000-000000000000}"/>
            </ac:spMkLst>
          </pc:spChg>
          <pc:spChg chg="mod">
            <ac:chgData name="Buchner, Thomas" userId="dcdd08b7-1529-408e-93b1-25fdc0899d57" providerId="ADAL" clId="{87EE3E81-54D7-4732-9113-4988429B2D80}" dt="2018-11-21T15:12:33.700" v="640" actId="790"/>
            <ac:spMkLst>
              <pc:docMk/>
              <pc:sldMasterMk cId="3408294523" sldId="2147483733"/>
              <pc:sldLayoutMk cId="451925193" sldId="2147483754"/>
              <ac:spMk id="21" creationId="{00000000-0000-0000-0000-000000000000}"/>
            </ac:spMkLst>
          </pc:spChg>
        </pc:sldLayoutChg>
        <pc:sldLayoutChg chg="modSp">
          <pc:chgData name="Buchner, Thomas" userId="dcdd08b7-1529-408e-93b1-25fdc0899d57" providerId="ADAL" clId="{87EE3E81-54D7-4732-9113-4988429B2D80}" dt="2018-11-21T15:12:33.845" v="649" actId="790"/>
          <pc:sldLayoutMkLst>
            <pc:docMk/>
            <pc:sldMasterMk cId="3408294523" sldId="2147483733"/>
            <pc:sldLayoutMk cId="1911862759" sldId="2147483755"/>
          </pc:sldLayoutMkLst>
          <pc:spChg chg="mod">
            <ac:chgData name="Buchner, Thomas" userId="dcdd08b7-1529-408e-93b1-25fdc0899d57" providerId="ADAL" clId="{87EE3E81-54D7-4732-9113-4988429B2D80}" dt="2018-11-21T15:12:33.823" v="642" actId="790"/>
            <ac:spMkLst>
              <pc:docMk/>
              <pc:sldMasterMk cId="3408294523" sldId="2147483733"/>
              <pc:sldLayoutMk cId="1911862759" sldId="2147483755"/>
              <ac:spMk id="4" creationId="{00000000-0000-0000-0000-000000000000}"/>
            </ac:spMkLst>
          </pc:spChg>
          <pc:spChg chg="mod">
            <ac:chgData name="Buchner, Thomas" userId="dcdd08b7-1529-408e-93b1-25fdc0899d57" providerId="ADAL" clId="{87EE3E81-54D7-4732-9113-4988429B2D80}" dt="2018-11-21T15:12:33.830" v="644" actId="790"/>
            <ac:spMkLst>
              <pc:docMk/>
              <pc:sldMasterMk cId="3408294523" sldId="2147483733"/>
              <pc:sldLayoutMk cId="1911862759" sldId="2147483755"/>
              <ac:spMk id="5" creationId="{00000000-0000-0000-0000-000000000000}"/>
            </ac:spMkLst>
          </pc:spChg>
          <pc:spChg chg="mod">
            <ac:chgData name="Buchner, Thomas" userId="dcdd08b7-1529-408e-93b1-25fdc0899d57" providerId="ADAL" clId="{87EE3E81-54D7-4732-9113-4988429B2D80}" dt="2018-11-21T15:12:33.836" v="646" actId="790"/>
            <ac:spMkLst>
              <pc:docMk/>
              <pc:sldMasterMk cId="3408294523" sldId="2147483733"/>
              <pc:sldLayoutMk cId="1911862759" sldId="2147483755"/>
              <ac:spMk id="17" creationId="{00000000-0000-0000-0000-000000000000}"/>
            </ac:spMkLst>
          </pc:spChg>
          <pc:spChg chg="mod">
            <ac:chgData name="Buchner, Thomas" userId="dcdd08b7-1529-408e-93b1-25fdc0899d57" providerId="ADAL" clId="{87EE3E81-54D7-4732-9113-4988429B2D80}" dt="2018-11-21T15:12:33.838" v="647" actId="790"/>
            <ac:spMkLst>
              <pc:docMk/>
              <pc:sldMasterMk cId="3408294523" sldId="2147483733"/>
              <pc:sldLayoutMk cId="1911862759" sldId="2147483755"/>
              <ac:spMk id="19" creationId="{00000000-0000-0000-0000-000000000000}"/>
            </ac:spMkLst>
          </pc:spChg>
          <pc:spChg chg="mod">
            <ac:chgData name="Buchner, Thomas" userId="dcdd08b7-1529-408e-93b1-25fdc0899d57" providerId="ADAL" clId="{87EE3E81-54D7-4732-9113-4988429B2D80}" dt="2018-11-21T15:12:33.841" v="648" actId="790"/>
            <ac:spMkLst>
              <pc:docMk/>
              <pc:sldMasterMk cId="3408294523" sldId="2147483733"/>
              <pc:sldLayoutMk cId="1911862759" sldId="2147483755"/>
              <ac:spMk id="20" creationId="{00000000-0000-0000-0000-000000000000}"/>
            </ac:spMkLst>
          </pc:spChg>
          <pc:spChg chg="mod">
            <ac:chgData name="Buchner, Thomas" userId="dcdd08b7-1529-408e-93b1-25fdc0899d57" providerId="ADAL" clId="{87EE3E81-54D7-4732-9113-4988429B2D80}" dt="2018-11-21T15:12:33.845" v="649" actId="790"/>
            <ac:spMkLst>
              <pc:docMk/>
              <pc:sldMasterMk cId="3408294523" sldId="2147483733"/>
              <pc:sldLayoutMk cId="1911862759" sldId="2147483755"/>
              <ac:spMk id="21" creationId="{00000000-0000-0000-0000-000000000000}"/>
            </ac:spMkLst>
          </pc:spChg>
        </pc:sldLayoutChg>
        <pc:sldLayoutChg chg="modSp">
          <pc:chgData name="Buchner, Thomas" userId="dcdd08b7-1529-408e-93b1-25fdc0899d57" providerId="ADAL" clId="{87EE3E81-54D7-4732-9113-4988429B2D80}" dt="2018-11-21T15:12:33.624" v="614" actId="790"/>
          <pc:sldLayoutMkLst>
            <pc:docMk/>
            <pc:sldMasterMk cId="3408294523" sldId="2147483733"/>
            <pc:sldLayoutMk cId="3425020262" sldId="2147483757"/>
          </pc:sldLayoutMkLst>
          <pc:spChg chg="mod">
            <ac:chgData name="Buchner, Thomas" userId="dcdd08b7-1529-408e-93b1-25fdc0899d57" providerId="ADAL" clId="{87EE3E81-54D7-4732-9113-4988429B2D80}" dt="2018-11-21T15:12:33.624" v="614" actId="790"/>
            <ac:spMkLst>
              <pc:docMk/>
              <pc:sldMasterMk cId="3408294523" sldId="2147483733"/>
              <pc:sldLayoutMk cId="3425020262" sldId="2147483757"/>
              <ac:spMk id="3" creationId="{00000000-0000-0000-0000-000000000000}"/>
            </ac:spMkLst>
          </pc:spChg>
          <pc:spChg chg="mod">
            <ac:chgData name="Buchner, Thomas" userId="dcdd08b7-1529-408e-93b1-25fdc0899d57" providerId="ADAL" clId="{87EE3E81-54D7-4732-9113-4988429B2D80}" dt="2018-11-21T15:12:33.612" v="611" actId="790"/>
            <ac:spMkLst>
              <pc:docMk/>
              <pc:sldMasterMk cId="3408294523" sldId="2147483733"/>
              <pc:sldLayoutMk cId="3425020262" sldId="2147483757"/>
              <ac:spMk id="5" creationId="{00000000-0000-0000-0000-000000000000}"/>
            </ac:spMkLst>
          </pc:spChg>
          <pc:spChg chg="mod">
            <ac:chgData name="Buchner, Thomas" userId="dcdd08b7-1529-408e-93b1-25fdc0899d57" providerId="ADAL" clId="{87EE3E81-54D7-4732-9113-4988429B2D80}" dt="2018-11-21T15:12:33.622" v="613" actId="790"/>
            <ac:spMkLst>
              <pc:docMk/>
              <pc:sldMasterMk cId="3408294523" sldId="2147483733"/>
              <pc:sldLayoutMk cId="3425020262" sldId="2147483757"/>
              <ac:spMk id="7" creationId="{00000000-0000-0000-0000-000000000000}"/>
            </ac:spMkLst>
          </pc:spChg>
        </pc:sldLayoutChg>
        <pc:sldLayoutChg chg="modSp">
          <pc:chgData name="Buchner, Thomas" userId="dcdd08b7-1529-408e-93b1-25fdc0899d57" providerId="ADAL" clId="{87EE3E81-54D7-4732-9113-4988429B2D80}" dt="2018-11-21T15:12:33.497" v="577" actId="790"/>
          <pc:sldLayoutMkLst>
            <pc:docMk/>
            <pc:sldMasterMk cId="3408294523" sldId="2147483733"/>
            <pc:sldLayoutMk cId="866416376" sldId="2147483760"/>
          </pc:sldLayoutMkLst>
          <pc:spChg chg="mod">
            <ac:chgData name="Buchner, Thomas" userId="dcdd08b7-1529-408e-93b1-25fdc0899d57" providerId="ADAL" clId="{87EE3E81-54D7-4732-9113-4988429B2D80}" dt="2018-11-21T15:12:33.497" v="577" actId="790"/>
            <ac:spMkLst>
              <pc:docMk/>
              <pc:sldMasterMk cId="3408294523" sldId="2147483733"/>
              <pc:sldLayoutMk cId="866416376" sldId="2147483760"/>
              <ac:spMk id="2" creationId="{00000000-0000-0000-0000-000000000000}"/>
            </ac:spMkLst>
          </pc:spChg>
          <pc:spChg chg="mod">
            <ac:chgData name="Buchner, Thomas" userId="dcdd08b7-1529-408e-93b1-25fdc0899d57" providerId="ADAL" clId="{87EE3E81-54D7-4732-9113-4988429B2D80}" dt="2018-11-21T15:12:33.494" v="576" actId="790"/>
            <ac:spMkLst>
              <pc:docMk/>
              <pc:sldMasterMk cId="3408294523" sldId="2147483733"/>
              <pc:sldLayoutMk cId="866416376" sldId="2147483760"/>
              <ac:spMk id="4" creationId="{00000000-0000-0000-0000-000000000000}"/>
            </ac:spMkLst>
          </pc:spChg>
          <pc:spChg chg="mod">
            <ac:chgData name="Buchner, Thomas" userId="dcdd08b7-1529-408e-93b1-25fdc0899d57" providerId="ADAL" clId="{87EE3E81-54D7-4732-9113-4988429B2D80}" dt="2018-11-21T15:12:33.488" v="574" actId="790"/>
            <ac:spMkLst>
              <pc:docMk/>
              <pc:sldMasterMk cId="3408294523" sldId="2147483733"/>
              <pc:sldLayoutMk cId="866416376" sldId="2147483760"/>
              <ac:spMk id="6" creationId="{00000000-0000-0000-0000-000000000000}"/>
            </ac:spMkLst>
          </pc:spChg>
          <pc:spChg chg="mod">
            <ac:chgData name="Buchner, Thomas" userId="dcdd08b7-1529-408e-93b1-25fdc0899d57" providerId="ADAL" clId="{87EE3E81-54D7-4732-9113-4988429B2D80}" dt="2018-11-21T15:12:33.481" v="572" actId="790"/>
            <ac:spMkLst>
              <pc:docMk/>
              <pc:sldMasterMk cId="3408294523" sldId="2147483733"/>
              <pc:sldLayoutMk cId="866416376" sldId="2147483760"/>
              <ac:spMk id="7" creationId="{00000000-0000-0000-0000-000000000000}"/>
            </ac:spMkLst>
          </pc:spChg>
        </pc:sldLayoutChg>
        <pc:sldLayoutChg chg="modSp">
          <pc:chgData name="Buchner, Thomas" userId="dcdd08b7-1529-408e-93b1-25fdc0899d57" providerId="ADAL" clId="{87EE3E81-54D7-4732-9113-4988429B2D80}" dt="2018-11-21T15:12:33.639" v="619" actId="790"/>
          <pc:sldLayoutMkLst>
            <pc:docMk/>
            <pc:sldMasterMk cId="3408294523" sldId="2147483733"/>
            <pc:sldLayoutMk cId="1901049876" sldId="2147483762"/>
          </pc:sldLayoutMkLst>
          <pc:spChg chg="mod">
            <ac:chgData name="Buchner, Thomas" userId="dcdd08b7-1529-408e-93b1-25fdc0899d57" providerId="ADAL" clId="{87EE3E81-54D7-4732-9113-4988429B2D80}" dt="2018-11-21T15:12:33.639" v="619" actId="790"/>
            <ac:spMkLst>
              <pc:docMk/>
              <pc:sldMasterMk cId="3408294523" sldId="2147483733"/>
              <pc:sldLayoutMk cId="1901049876" sldId="2147483762"/>
              <ac:spMk id="5" creationId="{00000000-0000-0000-0000-000000000000}"/>
            </ac:spMkLst>
          </pc:spChg>
        </pc:sldLayoutChg>
        <pc:sldLayoutChg chg="modSp">
          <pc:chgData name="Buchner, Thomas" userId="dcdd08b7-1529-408e-93b1-25fdc0899d57" providerId="ADAL" clId="{87EE3E81-54D7-4732-9113-4988429B2D80}" dt="2018-11-21T15:12:33.655" v="624" actId="790"/>
          <pc:sldLayoutMkLst>
            <pc:docMk/>
            <pc:sldMasterMk cId="3408294523" sldId="2147483733"/>
            <pc:sldLayoutMk cId="1287227243" sldId="2147483763"/>
          </pc:sldLayoutMkLst>
          <pc:spChg chg="mod">
            <ac:chgData name="Buchner, Thomas" userId="dcdd08b7-1529-408e-93b1-25fdc0899d57" providerId="ADAL" clId="{87EE3E81-54D7-4732-9113-4988429B2D80}" dt="2018-11-21T15:12:33.655" v="624" actId="790"/>
            <ac:spMkLst>
              <pc:docMk/>
              <pc:sldMasterMk cId="3408294523" sldId="2147483733"/>
              <pc:sldLayoutMk cId="1287227243" sldId="2147483763"/>
              <ac:spMk id="3" creationId="{00000000-0000-0000-0000-000000000000}"/>
            </ac:spMkLst>
          </pc:spChg>
          <pc:spChg chg="mod">
            <ac:chgData name="Buchner, Thomas" userId="dcdd08b7-1529-408e-93b1-25fdc0899d57" providerId="ADAL" clId="{87EE3E81-54D7-4732-9113-4988429B2D80}" dt="2018-11-21T15:12:33.652" v="623" actId="790"/>
            <ac:spMkLst>
              <pc:docMk/>
              <pc:sldMasterMk cId="3408294523" sldId="2147483733"/>
              <pc:sldLayoutMk cId="1287227243" sldId="2147483763"/>
              <ac:spMk id="4" creationId="{00000000-0000-0000-0000-000000000000}"/>
            </ac:spMkLst>
          </pc:spChg>
          <pc:spChg chg="mod">
            <ac:chgData name="Buchner, Thomas" userId="dcdd08b7-1529-408e-93b1-25fdc0899d57" providerId="ADAL" clId="{87EE3E81-54D7-4732-9113-4988429B2D80}" dt="2018-11-21T15:12:33.645" v="621" actId="790"/>
            <ac:spMkLst>
              <pc:docMk/>
              <pc:sldMasterMk cId="3408294523" sldId="2147483733"/>
              <pc:sldLayoutMk cId="1287227243" sldId="2147483763"/>
              <ac:spMk id="5" creationId="{00000000-0000-0000-0000-000000000000}"/>
            </ac:spMkLst>
          </pc:spChg>
        </pc:sldLayoutChg>
        <pc:sldLayoutChg chg="modSp">
          <pc:chgData name="Buchner, Thomas" userId="dcdd08b7-1529-408e-93b1-25fdc0899d57" providerId="ADAL" clId="{87EE3E81-54D7-4732-9113-4988429B2D80}" dt="2018-11-21T15:12:33.435" v="559" actId="790"/>
          <pc:sldLayoutMkLst>
            <pc:docMk/>
            <pc:sldMasterMk cId="3408294523" sldId="2147483733"/>
            <pc:sldLayoutMk cId="4109527874" sldId="2147483765"/>
          </pc:sldLayoutMkLst>
          <pc:spChg chg="mod">
            <ac:chgData name="Buchner, Thomas" userId="dcdd08b7-1529-408e-93b1-25fdc0899d57" providerId="ADAL" clId="{87EE3E81-54D7-4732-9113-4988429B2D80}" dt="2018-11-21T15:12:33.435" v="559" actId="790"/>
            <ac:spMkLst>
              <pc:docMk/>
              <pc:sldMasterMk cId="3408294523" sldId="2147483733"/>
              <pc:sldLayoutMk cId="4109527874" sldId="2147483765"/>
              <ac:spMk id="2" creationId="{00000000-0000-0000-0000-000000000000}"/>
            </ac:spMkLst>
          </pc:spChg>
        </pc:sldLayoutChg>
        <pc:sldLayoutChg chg="modSp">
          <pc:chgData name="Buchner, Thomas" userId="dcdd08b7-1529-408e-93b1-25fdc0899d57" providerId="ADAL" clId="{87EE3E81-54D7-4732-9113-4988429B2D80}" dt="2018-11-21T15:12:33.440" v="561" actId="790"/>
          <pc:sldLayoutMkLst>
            <pc:docMk/>
            <pc:sldMasterMk cId="3408294523" sldId="2147483733"/>
            <pc:sldLayoutMk cId="1008985274" sldId="2147483767"/>
          </pc:sldLayoutMkLst>
          <pc:spChg chg="mod">
            <ac:chgData name="Buchner, Thomas" userId="dcdd08b7-1529-408e-93b1-25fdc0899d57" providerId="ADAL" clId="{87EE3E81-54D7-4732-9113-4988429B2D80}" dt="2018-11-21T15:12:33.440" v="561" actId="790"/>
            <ac:spMkLst>
              <pc:docMk/>
              <pc:sldMasterMk cId="3408294523" sldId="2147483733"/>
              <pc:sldLayoutMk cId="1008985274" sldId="2147483767"/>
              <ac:spMk id="2" creationId="{00000000-0000-0000-0000-000000000000}"/>
            </ac:spMkLst>
          </pc:spChg>
          <pc:spChg chg="mod">
            <ac:chgData name="Buchner, Thomas" userId="dcdd08b7-1529-408e-93b1-25fdc0899d57" providerId="ADAL" clId="{87EE3E81-54D7-4732-9113-4988429B2D80}" dt="2018-11-21T15:12:33.438" v="560" actId="790"/>
            <ac:spMkLst>
              <pc:docMk/>
              <pc:sldMasterMk cId="3408294523" sldId="2147483733"/>
              <pc:sldLayoutMk cId="1008985274" sldId="2147483767"/>
              <ac:spMk id="4" creationId="{00000000-0000-0000-0000-000000000000}"/>
            </ac:spMkLst>
          </pc:spChg>
        </pc:sldLayoutChg>
        <pc:sldLayoutChg chg="modSp">
          <pc:chgData name="Buchner, Thomas" userId="dcdd08b7-1529-408e-93b1-25fdc0899d57" providerId="ADAL" clId="{87EE3E81-54D7-4732-9113-4988429B2D80}" dt="2018-11-21T15:12:33.516" v="584" actId="790"/>
          <pc:sldLayoutMkLst>
            <pc:docMk/>
            <pc:sldMasterMk cId="3408294523" sldId="2147483733"/>
            <pc:sldLayoutMk cId="2504941297" sldId="2147483768"/>
          </pc:sldLayoutMkLst>
          <pc:spChg chg="mod">
            <ac:chgData name="Buchner, Thomas" userId="dcdd08b7-1529-408e-93b1-25fdc0899d57" providerId="ADAL" clId="{87EE3E81-54D7-4732-9113-4988429B2D80}" dt="2018-11-21T15:12:33.499" v="578" actId="790"/>
            <ac:spMkLst>
              <pc:docMk/>
              <pc:sldMasterMk cId="3408294523" sldId="2147483733"/>
              <pc:sldLayoutMk cId="2504941297" sldId="2147483768"/>
              <ac:spMk id="2" creationId="{00000000-0000-0000-0000-000000000000}"/>
            </ac:spMkLst>
          </pc:spChg>
          <pc:spChg chg="mod">
            <ac:chgData name="Buchner, Thomas" userId="dcdd08b7-1529-408e-93b1-25fdc0899d57" providerId="ADAL" clId="{87EE3E81-54D7-4732-9113-4988429B2D80}" dt="2018-11-21T15:12:33.505" v="580" actId="790"/>
            <ac:spMkLst>
              <pc:docMk/>
              <pc:sldMasterMk cId="3408294523" sldId="2147483733"/>
              <pc:sldLayoutMk cId="2504941297" sldId="2147483768"/>
              <ac:spMk id="3" creationId="{00000000-0000-0000-0000-000000000000}"/>
            </ac:spMkLst>
          </pc:spChg>
          <pc:spChg chg="mod">
            <ac:chgData name="Buchner, Thomas" userId="dcdd08b7-1529-408e-93b1-25fdc0899d57" providerId="ADAL" clId="{87EE3E81-54D7-4732-9113-4988429B2D80}" dt="2018-11-21T15:12:33.508" v="581" actId="790"/>
            <ac:spMkLst>
              <pc:docMk/>
              <pc:sldMasterMk cId="3408294523" sldId="2147483733"/>
              <pc:sldLayoutMk cId="2504941297" sldId="2147483768"/>
              <ac:spMk id="5" creationId="{00000000-0000-0000-0000-000000000000}"/>
            </ac:spMkLst>
          </pc:spChg>
          <pc:spChg chg="mod">
            <ac:chgData name="Buchner, Thomas" userId="dcdd08b7-1529-408e-93b1-25fdc0899d57" providerId="ADAL" clId="{87EE3E81-54D7-4732-9113-4988429B2D80}" dt="2018-11-21T15:12:33.513" v="583" actId="790"/>
            <ac:spMkLst>
              <pc:docMk/>
              <pc:sldMasterMk cId="3408294523" sldId="2147483733"/>
              <pc:sldLayoutMk cId="2504941297" sldId="2147483768"/>
              <ac:spMk id="17" creationId="{00000000-0000-0000-0000-000000000000}"/>
            </ac:spMkLst>
          </pc:spChg>
          <pc:spChg chg="mod">
            <ac:chgData name="Buchner, Thomas" userId="dcdd08b7-1529-408e-93b1-25fdc0899d57" providerId="ADAL" clId="{87EE3E81-54D7-4732-9113-4988429B2D80}" dt="2018-11-21T15:12:33.516" v="584" actId="790"/>
            <ac:spMkLst>
              <pc:docMk/>
              <pc:sldMasterMk cId="3408294523" sldId="2147483733"/>
              <pc:sldLayoutMk cId="2504941297" sldId="2147483768"/>
              <ac:spMk id="18" creationId="{00000000-0000-0000-0000-000000000000}"/>
            </ac:spMkLst>
          </pc:spChg>
        </pc:sldLayoutChg>
        <pc:sldLayoutChg chg="modSp">
          <pc:chgData name="Buchner, Thomas" userId="dcdd08b7-1529-408e-93b1-25fdc0899d57" providerId="ADAL" clId="{87EE3E81-54D7-4732-9113-4988429B2D80}" dt="2018-11-21T15:12:33.558" v="594" actId="790"/>
          <pc:sldLayoutMkLst>
            <pc:docMk/>
            <pc:sldMasterMk cId="3408294523" sldId="2147483733"/>
            <pc:sldLayoutMk cId="727667599" sldId="2147483769"/>
          </pc:sldLayoutMkLst>
          <pc:spChg chg="mod">
            <ac:chgData name="Buchner, Thomas" userId="dcdd08b7-1529-408e-93b1-25fdc0899d57" providerId="ADAL" clId="{87EE3E81-54D7-4732-9113-4988429B2D80}" dt="2018-11-21T15:12:33.519" v="585" actId="790"/>
            <ac:spMkLst>
              <pc:docMk/>
              <pc:sldMasterMk cId="3408294523" sldId="2147483733"/>
              <pc:sldLayoutMk cId="727667599" sldId="2147483769"/>
              <ac:spMk id="2" creationId="{00000000-0000-0000-0000-000000000000}"/>
            </ac:spMkLst>
          </pc:spChg>
          <pc:spChg chg="mod">
            <ac:chgData name="Buchner, Thomas" userId="dcdd08b7-1529-408e-93b1-25fdc0899d57" providerId="ADAL" clId="{87EE3E81-54D7-4732-9113-4988429B2D80}" dt="2018-11-21T15:12:33.525" v="587" actId="790"/>
            <ac:spMkLst>
              <pc:docMk/>
              <pc:sldMasterMk cId="3408294523" sldId="2147483733"/>
              <pc:sldLayoutMk cId="727667599" sldId="2147483769"/>
              <ac:spMk id="3" creationId="{00000000-0000-0000-0000-000000000000}"/>
            </ac:spMkLst>
          </pc:spChg>
          <pc:spChg chg="mod">
            <ac:chgData name="Buchner, Thomas" userId="dcdd08b7-1529-408e-93b1-25fdc0899d57" providerId="ADAL" clId="{87EE3E81-54D7-4732-9113-4988429B2D80}" dt="2018-11-21T15:12:33.529" v="588" actId="790"/>
            <ac:spMkLst>
              <pc:docMk/>
              <pc:sldMasterMk cId="3408294523" sldId="2147483733"/>
              <pc:sldLayoutMk cId="727667599" sldId="2147483769"/>
              <ac:spMk id="5" creationId="{00000000-0000-0000-0000-000000000000}"/>
            </ac:spMkLst>
          </pc:spChg>
          <pc:spChg chg="mod">
            <ac:chgData name="Buchner, Thomas" userId="dcdd08b7-1529-408e-93b1-25fdc0899d57" providerId="ADAL" clId="{87EE3E81-54D7-4732-9113-4988429B2D80}" dt="2018-11-21T15:12:33.553" v="593" actId="790"/>
            <ac:spMkLst>
              <pc:docMk/>
              <pc:sldMasterMk cId="3408294523" sldId="2147483733"/>
              <pc:sldLayoutMk cId="727667599" sldId="2147483769"/>
              <ac:spMk id="9" creationId="{00000000-0000-0000-0000-000000000000}"/>
            </ac:spMkLst>
          </pc:spChg>
          <pc:spChg chg="mod">
            <ac:chgData name="Buchner, Thomas" userId="dcdd08b7-1529-408e-93b1-25fdc0899d57" providerId="ADAL" clId="{87EE3E81-54D7-4732-9113-4988429B2D80}" dt="2018-11-21T15:12:33.558" v="594" actId="790"/>
            <ac:spMkLst>
              <pc:docMk/>
              <pc:sldMasterMk cId="3408294523" sldId="2147483733"/>
              <pc:sldLayoutMk cId="727667599" sldId="2147483769"/>
              <ac:spMk id="10" creationId="{00000000-0000-0000-0000-000000000000}"/>
            </ac:spMkLst>
          </pc:spChg>
          <pc:spChg chg="mod">
            <ac:chgData name="Buchner, Thomas" userId="dcdd08b7-1529-408e-93b1-25fdc0899d57" providerId="ADAL" clId="{87EE3E81-54D7-4732-9113-4988429B2D80}" dt="2018-11-21T15:12:33.539" v="590" actId="790"/>
            <ac:spMkLst>
              <pc:docMk/>
              <pc:sldMasterMk cId="3408294523" sldId="2147483733"/>
              <pc:sldLayoutMk cId="727667599" sldId="2147483769"/>
              <ac:spMk id="17" creationId="{00000000-0000-0000-0000-000000000000}"/>
            </ac:spMkLst>
          </pc:spChg>
          <pc:spChg chg="mod">
            <ac:chgData name="Buchner, Thomas" userId="dcdd08b7-1529-408e-93b1-25fdc0899d57" providerId="ADAL" clId="{87EE3E81-54D7-4732-9113-4988429B2D80}" dt="2018-11-21T15:12:33.543" v="591" actId="790"/>
            <ac:spMkLst>
              <pc:docMk/>
              <pc:sldMasterMk cId="3408294523" sldId="2147483733"/>
              <pc:sldLayoutMk cId="727667599" sldId="2147483769"/>
              <ac:spMk id="18" creationId="{00000000-0000-0000-0000-000000000000}"/>
            </ac:spMkLst>
          </pc:spChg>
        </pc:sldLayoutChg>
        <pc:sldLayoutChg chg="modSp">
          <pc:chgData name="Buchner, Thomas" userId="dcdd08b7-1529-408e-93b1-25fdc0899d57" providerId="ADAL" clId="{87EE3E81-54D7-4732-9113-4988429B2D80}" dt="2018-11-21T15:12:33.598" v="607" actId="790"/>
          <pc:sldLayoutMkLst>
            <pc:docMk/>
            <pc:sldMasterMk cId="3408294523" sldId="2147483733"/>
            <pc:sldLayoutMk cId="2680594478" sldId="2147483770"/>
          </pc:sldLayoutMkLst>
          <pc:spChg chg="mod">
            <ac:chgData name="Buchner, Thomas" userId="dcdd08b7-1529-408e-93b1-25fdc0899d57" providerId="ADAL" clId="{87EE3E81-54D7-4732-9113-4988429B2D80}" dt="2018-11-21T15:12:33.562" v="595" actId="790"/>
            <ac:spMkLst>
              <pc:docMk/>
              <pc:sldMasterMk cId="3408294523" sldId="2147483733"/>
              <pc:sldLayoutMk cId="2680594478" sldId="2147483770"/>
              <ac:spMk id="2" creationId="{00000000-0000-0000-0000-000000000000}"/>
            </ac:spMkLst>
          </pc:spChg>
          <pc:spChg chg="mod">
            <ac:chgData name="Buchner, Thomas" userId="dcdd08b7-1529-408e-93b1-25fdc0899d57" providerId="ADAL" clId="{87EE3E81-54D7-4732-9113-4988429B2D80}" dt="2018-11-21T15:12:33.570" v="597" actId="790"/>
            <ac:spMkLst>
              <pc:docMk/>
              <pc:sldMasterMk cId="3408294523" sldId="2147483733"/>
              <pc:sldLayoutMk cId="2680594478" sldId="2147483770"/>
              <ac:spMk id="3" creationId="{00000000-0000-0000-0000-000000000000}"/>
            </ac:spMkLst>
          </pc:spChg>
          <pc:spChg chg="mod">
            <ac:chgData name="Buchner, Thomas" userId="dcdd08b7-1529-408e-93b1-25fdc0899d57" providerId="ADAL" clId="{87EE3E81-54D7-4732-9113-4988429B2D80}" dt="2018-11-21T15:12:33.573" v="598" actId="790"/>
            <ac:spMkLst>
              <pc:docMk/>
              <pc:sldMasterMk cId="3408294523" sldId="2147483733"/>
              <pc:sldLayoutMk cId="2680594478" sldId="2147483770"/>
              <ac:spMk id="5" creationId="{00000000-0000-0000-0000-000000000000}"/>
            </ac:spMkLst>
          </pc:spChg>
          <pc:spChg chg="mod">
            <ac:chgData name="Buchner, Thomas" userId="dcdd08b7-1529-408e-93b1-25fdc0899d57" providerId="ADAL" clId="{87EE3E81-54D7-4732-9113-4988429B2D80}" dt="2018-11-21T15:12:33.587" v="603" actId="790"/>
            <ac:spMkLst>
              <pc:docMk/>
              <pc:sldMasterMk cId="3408294523" sldId="2147483733"/>
              <pc:sldLayoutMk cId="2680594478" sldId="2147483770"/>
              <ac:spMk id="9" creationId="{00000000-0000-0000-0000-000000000000}"/>
            </ac:spMkLst>
          </pc:spChg>
          <pc:spChg chg="mod">
            <ac:chgData name="Buchner, Thomas" userId="dcdd08b7-1529-408e-93b1-25fdc0899d57" providerId="ADAL" clId="{87EE3E81-54D7-4732-9113-4988429B2D80}" dt="2018-11-21T15:12:33.589" v="604" actId="790"/>
            <ac:spMkLst>
              <pc:docMk/>
              <pc:sldMasterMk cId="3408294523" sldId="2147483733"/>
              <pc:sldLayoutMk cId="2680594478" sldId="2147483770"/>
              <ac:spMk id="10" creationId="{00000000-0000-0000-0000-000000000000}"/>
            </ac:spMkLst>
          </pc:spChg>
          <pc:spChg chg="mod">
            <ac:chgData name="Buchner, Thomas" userId="dcdd08b7-1529-408e-93b1-25fdc0899d57" providerId="ADAL" clId="{87EE3E81-54D7-4732-9113-4988429B2D80}" dt="2018-11-21T15:12:33.595" v="606" actId="790"/>
            <ac:spMkLst>
              <pc:docMk/>
              <pc:sldMasterMk cId="3408294523" sldId="2147483733"/>
              <pc:sldLayoutMk cId="2680594478" sldId="2147483770"/>
              <ac:spMk id="13" creationId="{00000000-0000-0000-0000-000000000000}"/>
            </ac:spMkLst>
          </pc:spChg>
          <pc:spChg chg="mod">
            <ac:chgData name="Buchner, Thomas" userId="dcdd08b7-1529-408e-93b1-25fdc0899d57" providerId="ADAL" clId="{87EE3E81-54D7-4732-9113-4988429B2D80}" dt="2018-11-21T15:12:33.598" v="607" actId="790"/>
            <ac:spMkLst>
              <pc:docMk/>
              <pc:sldMasterMk cId="3408294523" sldId="2147483733"/>
              <pc:sldLayoutMk cId="2680594478" sldId="2147483770"/>
              <ac:spMk id="14" creationId="{00000000-0000-0000-0000-000000000000}"/>
            </ac:spMkLst>
          </pc:spChg>
          <pc:spChg chg="mod">
            <ac:chgData name="Buchner, Thomas" userId="dcdd08b7-1529-408e-93b1-25fdc0899d57" providerId="ADAL" clId="{87EE3E81-54D7-4732-9113-4988429B2D80}" dt="2018-11-21T15:12:33.578" v="600" actId="790"/>
            <ac:spMkLst>
              <pc:docMk/>
              <pc:sldMasterMk cId="3408294523" sldId="2147483733"/>
              <pc:sldLayoutMk cId="2680594478" sldId="2147483770"/>
              <ac:spMk id="17" creationId="{00000000-0000-0000-0000-000000000000}"/>
            </ac:spMkLst>
          </pc:spChg>
          <pc:spChg chg="mod">
            <ac:chgData name="Buchner, Thomas" userId="dcdd08b7-1529-408e-93b1-25fdc0899d57" providerId="ADAL" clId="{87EE3E81-54D7-4732-9113-4988429B2D80}" dt="2018-11-21T15:12:33.581" v="601" actId="790"/>
            <ac:spMkLst>
              <pc:docMk/>
              <pc:sldMasterMk cId="3408294523" sldId="2147483733"/>
              <pc:sldLayoutMk cId="2680594478" sldId="2147483770"/>
              <ac:spMk id="18" creationId="{00000000-0000-0000-0000-000000000000}"/>
            </ac:spMkLst>
          </pc:spChg>
        </pc:sldLayoutChg>
        <pc:sldLayoutChg chg="modSp">
          <pc:chgData name="Buchner, Thomas" userId="dcdd08b7-1529-408e-93b1-25fdc0899d57" providerId="ADAL" clId="{87EE3E81-54D7-4732-9113-4988429B2D80}" dt="2018-11-21T15:12:33.642" v="620" actId="790"/>
          <pc:sldLayoutMkLst>
            <pc:docMk/>
            <pc:sldMasterMk cId="3408294523" sldId="2147483733"/>
            <pc:sldLayoutMk cId="4139791144" sldId="2147483771"/>
          </pc:sldLayoutMkLst>
          <pc:spChg chg="mod">
            <ac:chgData name="Buchner, Thomas" userId="dcdd08b7-1529-408e-93b1-25fdc0899d57" providerId="ADAL" clId="{87EE3E81-54D7-4732-9113-4988429B2D80}" dt="2018-11-21T15:12:33.642" v="620" actId="790"/>
            <ac:spMkLst>
              <pc:docMk/>
              <pc:sldMasterMk cId="3408294523" sldId="2147483733"/>
              <pc:sldLayoutMk cId="4139791144" sldId="2147483771"/>
              <ac:spMk id="5" creationId="{00000000-0000-0000-0000-000000000000}"/>
            </ac:spMkLst>
          </pc:spChg>
        </pc:sldLayoutChg>
        <pc:sldLayoutChg chg="modSp">
          <pc:chgData name="Buchner, Thomas" userId="dcdd08b7-1529-408e-93b1-25fdc0899d57" providerId="ADAL" clId="{87EE3E81-54D7-4732-9113-4988429B2D80}" dt="2018-11-21T15:12:33.370" v="534" actId="790"/>
          <pc:sldLayoutMkLst>
            <pc:docMk/>
            <pc:sldMasterMk cId="3408294523" sldId="2147483733"/>
            <pc:sldLayoutMk cId="2452717617" sldId="2147483772"/>
          </pc:sldLayoutMkLst>
          <pc:spChg chg="mod">
            <ac:chgData name="Buchner, Thomas" userId="dcdd08b7-1529-408e-93b1-25fdc0899d57" providerId="ADAL" clId="{87EE3E81-54D7-4732-9113-4988429B2D80}" dt="2018-11-21T15:12:33.347" v="525" actId="790"/>
            <ac:spMkLst>
              <pc:docMk/>
              <pc:sldMasterMk cId="3408294523" sldId="2147483733"/>
              <pc:sldLayoutMk cId="2452717617" sldId="2147483772"/>
              <ac:spMk id="5" creationId="{00000000-0000-0000-0000-000000000000}"/>
            </ac:spMkLst>
          </pc:spChg>
          <pc:spChg chg="mod">
            <ac:chgData name="Buchner, Thomas" userId="dcdd08b7-1529-408e-93b1-25fdc0899d57" providerId="ADAL" clId="{87EE3E81-54D7-4732-9113-4988429B2D80}" dt="2018-11-21T15:12:33.362" v="531" actId="790"/>
            <ac:spMkLst>
              <pc:docMk/>
              <pc:sldMasterMk cId="3408294523" sldId="2147483733"/>
              <pc:sldLayoutMk cId="2452717617" sldId="2147483772"/>
              <ac:spMk id="13" creationId="{00000000-0000-0000-0000-000000000000}"/>
            </ac:spMkLst>
          </pc:spChg>
          <pc:spChg chg="mod">
            <ac:chgData name="Buchner, Thomas" userId="dcdd08b7-1529-408e-93b1-25fdc0899d57" providerId="ADAL" clId="{87EE3E81-54D7-4732-9113-4988429B2D80}" dt="2018-11-21T15:12:33.352" v="527" actId="790"/>
            <ac:spMkLst>
              <pc:docMk/>
              <pc:sldMasterMk cId="3408294523" sldId="2147483733"/>
              <pc:sldLayoutMk cId="2452717617" sldId="2147483772"/>
              <ac:spMk id="17" creationId="{00000000-0000-0000-0000-000000000000}"/>
            </ac:spMkLst>
          </pc:spChg>
          <pc:spChg chg="mod">
            <ac:chgData name="Buchner, Thomas" userId="dcdd08b7-1529-408e-93b1-25fdc0899d57" providerId="ADAL" clId="{87EE3E81-54D7-4732-9113-4988429B2D80}" dt="2018-11-21T15:12:33.354" v="528" actId="790"/>
            <ac:spMkLst>
              <pc:docMk/>
              <pc:sldMasterMk cId="3408294523" sldId="2147483733"/>
              <pc:sldLayoutMk cId="2452717617" sldId="2147483772"/>
              <ac:spMk id="18" creationId="{00000000-0000-0000-0000-000000000000}"/>
            </ac:spMkLst>
          </pc:spChg>
          <pc:spChg chg="mod">
            <ac:chgData name="Buchner, Thomas" userId="dcdd08b7-1529-408e-93b1-25fdc0899d57" providerId="ADAL" clId="{87EE3E81-54D7-4732-9113-4988429B2D80}" dt="2018-11-21T15:12:33.365" v="532" actId="790"/>
            <ac:spMkLst>
              <pc:docMk/>
              <pc:sldMasterMk cId="3408294523" sldId="2147483733"/>
              <pc:sldLayoutMk cId="2452717617" sldId="2147483772"/>
              <ac:spMk id="19" creationId="{00000000-0000-0000-0000-000000000000}"/>
            </ac:spMkLst>
          </pc:spChg>
          <pc:spChg chg="mod">
            <ac:chgData name="Buchner, Thomas" userId="dcdd08b7-1529-408e-93b1-25fdc0899d57" providerId="ADAL" clId="{87EE3E81-54D7-4732-9113-4988429B2D80}" dt="2018-11-21T15:12:33.370" v="534" actId="790"/>
            <ac:spMkLst>
              <pc:docMk/>
              <pc:sldMasterMk cId="3408294523" sldId="2147483733"/>
              <pc:sldLayoutMk cId="2452717617" sldId="2147483772"/>
              <ac:spMk id="20" creationId="{00000000-0000-0000-0000-000000000000}"/>
            </ac:spMkLst>
          </pc:spChg>
          <pc:spChg chg="mod">
            <ac:chgData name="Buchner, Thomas" userId="dcdd08b7-1529-408e-93b1-25fdc0899d57" providerId="ADAL" clId="{87EE3E81-54D7-4732-9113-4988429B2D80}" dt="2018-11-21T15:12:33.357" v="529" actId="790"/>
            <ac:spMkLst>
              <pc:docMk/>
              <pc:sldMasterMk cId="3408294523" sldId="2147483733"/>
              <pc:sldLayoutMk cId="2452717617" sldId="2147483772"/>
              <ac:spMk id="22" creationId="{00000000-0000-0000-0000-000000000000}"/>
            </ac:spMkLst>
          </pc:spChg>
        </pc:sldLayoutChg>
        <pc:sldLayoutChg chg="modSp">
          <pc:chgData name="Buchner, Thomas" userId="dcdd08b7-1529-408e-93b1-25fdc0899d57" providerId="ADAL" clId="{87EE3E81-54D7-4732-9113-4988429B2D80}" dt="2018-11-21T15:12:33.409" v="549" actId="790"/>
          <pc:sldLayoutMkLst>
            <pc:docMk/>
            <pc:sldMasterMk cId="3408294523" sldId="2147483733"/>
            <pc:sldLayoutMk cId="1982410628" sldId="2147483773"/>
          </pc:sldLayoutMkLst>
          <pc:spChg chg="mod">
            <ac:chgData name="Buchner, Thomas" userId="dcdd08b7-1529-408e-93b1-25fdc0899d57" providerId="ADAL" clId="{87EE3E81-54D7-4732-9113-4988429B2D80}" dt="2018-11-21T15:12:33.392" v="543" actId="790"/>
            <ac:spMkLst>
              <pc:docMk/>
              <pc:sldMasterMk cId="3408294523" sldId="2147483733"/>
              <pc:sldLayoutMk cId="1982410628" sldId="2147483773"/>
              <ac:spMk id="6" creationId="{00000000-0000-0000-0000-000000000000}"/>
            </ac:spMkLst>
          </pc:spChg>
          <pc:spChg chg="mod">
            <ac:chgData name="Buchner, Thomas" userId="dcdd08b7-1529-408e-93b1-25fdc0899d57" providerId="ADAL" clId="{87EE3E81-54D7-4732-9113-4988429B2D80}" dt="2018-11-21T15:12:33.397" v="545" actId="790"/>
            <ac:spMkLst>
              <pc:docMk/>
              <pc:sldMasterMk cId="3408294523" sldId="2147483733"/>
              <pc:sldLayoutMk cId="1982410628" sldId="2147483773"/>
              <ac:spMk id="10" creationId="{00000000-0000-0000-0000-000000000000}"/>
            </ac:spMkLst>
          </pc:spChg>
          <pc:spChg chg="mod">
            <ac:chgData name="Buchner, Thomas" userId="dcdd08b7-1529-408e-93b1-25fdc0899d57" providerId="ADAL" clId="{87EE3E81-54D7-4732-9113-4988429B2D80}" dt="2018-11-21T15:12:33.404" v="547" actId="790"/>
            <ac:spMkLst>
              <pc:docMk/>
              <pc:sldMasterMk cId="3408294523" sldId="2147483733"/>
              <pc:sldLayoutMk cId="1982410628" sldId="2147483773"/>
              <ac:spMk id="17" creationId="{00000000-0000-0000-0000-000000000000}"/>
            </ac:spMkLst>
          </pc:spChg>
          <pc:spChg chg="mod">
            <ac:chgData name="Buchner, Thomas" userId="dcdd08b7-1529-408e-93b1-25fdc0899d57" providerId="ADAL" clId="{87EE3E81-54D7-4732-9113-4988429B2D80}" dt="2018-11-21T15:12:33.406" v="548" actId="790"/>
            <ac:spMkLst>
              <pc:docMk/>
              <pc:sldMasterMk cId="3408294523" sldId="2147483733"/>
              <pc:sldLayoutMk cId="1982410628" sldId="2147483773"/>
              <ac:spMk id="18" creationId="{00000000-0000-0000-0000-000000000000}"/>
            </ac:spMkLst>
          </pc:spChg>
          <pc:spChg chg="mod">
            <ac:chgData name="Buchner, Thomas" userId="dcdd08b7-1529-408e-93b1-25fdc0899d57" providerId="ADAL" clId="{87EE3E81-54D7-4732-9113-4988429B2D80}" dt="2018-11-21T15:12:33.409" v="549" actId="790"/>
            <ac:spMkLst>
              <pc:docMk/>
              <pc:sldMasterMk cId="3408294523" sldId="2147483733"/>
              <pc:sldLayoutMk cId="1982410628" sldId="2147483773"/>
              <ac:spMk id="22" creationId="{00000000-0000-0000-0000-000000000000}"/>
            </ac:spMkLst>
          </pc:spChg>
          <pc:spChg chg="mod">
            <ac:chgData name="Buchner, Thomas" userId="dcdd08b7-1529-408e-93b1-25fdc0899d57" providerId="ADAL" clId="{87EE3E81-54D7-4732-9113-4988429B2D80}" dt="2018-11-21T15:12:33.390" v="542" actId="790"/>
            <ac:spMkLst>
              <pc:docMk/>
              <pc:sldMasterMk cId="3408294523" sldId="2147483733"/>
              <pc:sldLayoutMk cId="1982410628" sldId="2147483773"/>
              <ac:spMk id="24" creationId="{00000000-0000-0000-0000-000000000000}"/>
            </ac:spMkLst>
          </pc:spChg>
        </pc:sldLayoutChg>
        <pc:sldLayoutChg chg="modSp">
          <pc:chgData name="Buchner, Thomas" userId="dcdd08b7-1529-408e-93b1-25fdc0899d57" providerId="ADAL" clId="{87EE3E81-54D7-4732-9113-4988429B2D80}" dt="2018-11-21T15:12:33.459" v="565" actId="790"/>
          <pc:sldLayoutMkLst>
            <pc:docMk/>
            <pc:sldMasterMk cId="3408294523" sldId="2147483733"/>
            <pc:sldLayoutMk cId="2129332223" sldId="2147483774"/>
          </pc:sldLayoutMkLst>
          <pc:spChg chg="mod">
            <ac:chgData name="Buchner, Thomas" userId="dcdd08b7-1529-408e-93b1-25fdc0899d57" providerId="ADAL" clId="{87EE3E81-54D7-4732-9113-4988429B2D80}" dt="2018-11-21T15:12:33.459" v="565" actId="790"/>
            <ac:spMkLst>
              <pc:docMk/>
              <pc:sldMasterMk cId="3408294523" sldId="2147483733"/>
              <pc:sldLayoutMk cId="2129332223" sldId="2147483774"/>
              <ac:spMk id="3" creationId="{00000000-0000-0000-0000-000000000000}"/>
            </ac:spMkLst>
          </pc:spChg>
          <pc:spChg chg="mod">
            <ac:chgData name="Buchner, Thomas" userId="dcdd08b7-1529-408e-93b1-25fdc0899d57" providerId="ADAL" clId="{87EE3E81-54D7-4732-9113-4988429B2D80}" dt="2018-11-21T15:12:33.456" v="564" actId="790"/>
            <ac:spMkLst>
              <pc:docMk/>
              <pc:sldMasterMk cId="3408294523" sldId="2147483733"/>
              <pc:sldLayoutMk cId="2129332223" sldId="2147483774"/>
              <ac:spMk id="4" creationId="{00000000-0000-0000-0000-000000000000}"/>
            </ac:spMkLst>
          </pc:spChg>
        </pc:sldLayoutChg>
        <pc:sldLayoutChg chg="modSp">
          <pc:chgData name="Buchner, Thomas" userId="dcdd08b7-1529-408e-93b1-25fdc0899d57" providerId="ADAL" clId="{87EE3E81-54D7-4732-9113-4988429B2D80}" dt="2018-11-21T15:12:33.424" v="555" actId="790"/>
          <pc:sldLayoutMkLst>
            <pc:docMk/>
            <pc:sldMasterMk cId="3408294523" sldId="2147483733"/>
            <pc:sldLayoutMk cId="3048046299" sldId="2147483775"/>
          </pc:sldLayoutMkLst>
          <pc:spChg chg="mod">
            <ac:chgData name="Buchner, Thomas" userId="dcdd08b7-1529-408e-93b1-25fdc0899d57" providerId="ADAL" clId="{87EE3E81-54D7-4732-9113-4988429B2D80}" dt="2018-11-21T15:12:33.417" v="552" actId="790"/>
            <ac:spMkLst>
              <pc:docMk/>
              <pc:sldMasterMk cId="3408294523" sldId="2147483733"/>
              <pc:sldLayoutMk cId="3048046299" sldId="2147483775"/>
              <ac:spMk id="6" creationId="{00000000-0000-0000-0000-000000000000}"/>
            </ac:spMkLst>
          </pc:spChg>
          <pc:spChg chg="mod">
            <ac:chgData name="Buchner, Thomas" userId="dcdd08b7-1529-408e-93b1-25fdc0899d57" providerId="ADAL" clId="{87EE3E81-54D7-4732-9113-4988429B2D80}" dt="2018-11-21T15:12:33.424" v="555" actId="790"/>
            <ac:spMkLst>
              <pc:docMk/>
              <pc:sldMasterMk cId="3408294523" sldId="2147483733"/>
              <pc:sldLayoutMk cId="3048046299" sldId="2147483775"/>
              <ac:spMk id="7" creationId="{00000000-0000-0000-0000-000000000000}"/>
            </ac:spMkLst>
          </pc:spChg>
          <pc:spChg chg="mod">
            <ac:chgData name="Buchner, Thomas" userId="dcdd08b7-1529-408e-93b1-25fdc0899d57" providerId="ADAL" clId="{87EE3E81-54D7-4732-9113-4988429B2D80}" dt="2018-11-21T15:12:33.422" v="554" actId="790"/>
            <ac:spMkLst>
              <pc:docMk/>
              <pc:sldMasterMk cId="3408294523" sldId="2147483733"/>
              <pc:sldLayoutMk cId="3048046299" sldId="2147483775"/>
              <ac:spMk id="10" creationId="{00000000-0000-0000-0000-000000000000}"/>
            </ac:spMkLst>
          </pc:spChg>
          <pc:spChg chg="mod">
            <ac:chgData name="Buchner, Thomas" userId="dcdd08b7-1529-408e-93b1-25fdc0899d57" providerId="ADAL" clId="{87EE3E81-54D7-4732-9113-4988429B2D80}" dt="2018-11-21T15:12:33.414" v="551" actId="790"/>
            <ac:spMkLst>
              <pc:docMk/>
              <pc:sldMasterMk cId="3408294523" sldId="2147483733"/>
              <pc:sldLayoutMk cId="3048046299" sldId="2147483775"/>
              <ac:spMk id="24" creationId="{00000000-0000-0000-0000-000000000000}"/>
            </ac:spMkLst>
          </pc:spChg>
        </pc:sldLayoutChg>
        <pc:sldLayoutChg chg="modSp">
          <pc:chgData name="Buchner, Thomas" userId="dcdd08b7-1529-408e-93b1-25fdc0899d57" providerId="ADAL" clId="{87EE3E81-54D7-4732-9113-4988429B2D80}" dt="2018-11-21T15:12:33.385" v="540" actId="790"/>
          <pc:sldLayoutMkLst>
            <pc:docMk/>
            <pc:sldMasterMk cId="3408294523" sldId="2147483733"/>
            <pc:sldLayoutMk cId="1344849368" sldId="2147483776"/>
          </pc:sldLayoutMkLst>
          <pc:spChg chg="mod">
            <ac:chgData name="Buchner, Thomas" userId="dcdd08b7-1529-408e-93b1-25fdc0899d57" providerId="ADAL" clId="{87EE3E81-54D7-4732-9113-4988429B2D80}" dt="2018-11-21T15:12:33.373" v="535" actId="790"/>
            <ac:spMkLst>
              <pc:docMk/>
              <pc:sldMasterMk cId="3408294523" sldId="2147483733"/>
              <pc:sldLayoutMk cId="1344849368" sldId="2147483776"/>
              <ac:spMk id="5" creationId="{00000000-0000-0000-0000-000000000000}"/>
            </ac:spMkLst>
          </pc:spChg>
          <pc:spChg chg="mod">
            <ac:chgData name="Buchner, Thomas" userId="dcdd08b7-1529-408e-93b1-25fdc0899d57" providerId="ADAL" clId="{87EE3E81-54D7-4732-9113-4988429B2D80}" dt="2018-11-21T15:12:33.377" v="537" actId="790"/>
            <ac:spMkLst>
              <pc:docMk/>
              <pc:sldMasterMk cId="3408294523" sldId="2147483733"/>
              <pc:sldLayoutMk cId="1344849368" sldId="2147483776"/>
              <ac:spMk id="13" creationId="{00000000-0000-0000-0000-000000000000}"/>
            </ac:spMkLst>
          </pc:spChg>
          <pc:spChg chg="mod">
            <ac:chgData name="Buchner, Thomas" userId="dcdd08b7-1529-408e-93b1-25fdc0899d57" providerId="ADAL" clId="{87EE3E81-54D7-4732-9113-4988429B2D80}" dt="2018-11-21T15:12:33.380" v="538" actId="790"/>
            <ac:spMkLst>
              <pc:docMk/>
              <pc:sldMasterMk cId="3408294523" sldId="2147483733"/>
              <pc:sldLayoutMk cId="1344849368" sldId="2147483776"/>
              <ac:spMk id="19" creationId="{00000000-0000-0000-0000-000000000000}"/>
            </ac:spMkLst>
          </pc:spChg>
          <pc:spChg chg="mod">
            <ac:chgData name="Buchner, Thomas" userId="dcdd08b7-1529-408e-93b1-25fdc0899d57" providerId="ADAL" clId="{87EE3E81-54D7-4732-9113-4988429B2D80}" dt="2018-11-21T15:12:33.385" v="540" actId="790"/>
            <ac:spMkLst>
              <pc:docMk/>
              <pc:sldMasterMk cId="3408294523" sldId="2147483733"/>
              <pc:sldLayoutMk cId="1344849368" sldId="2147483776"/>
              <ac:spMk id="20" creationId="{00000000-0000-0000-0000-000000000000}"/>
            </ac:spMkLst>
          </pc:spChg>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Slide Number Placeholder 4"/>
          <p:cNvSpPr>
            <a:spLocks noGrp="1"/>
          </p:cNvSpPr>
          <p:nvPr>
            <p:ph type="sldNum" sz="quarter" idx="3"/>
          </p:nvPr>
        </p:nvSpPr>
        <p:spPr>
          <a:xfrm>
            <a:off x="1943100" y="8685213"/>
            <a:ext cx="2971800" cy="457200"/>
          </a:xfrm>
          <a:prstGeom prst="rect">
            <a:avLst/>
          </a:prstGeom>
        </p:spPr>
        <p:txBody>
          <a:bodyPr vert="horz" lIns="91440" tIns="45720" rIns="91440" bIns="45720" rtlCol="0" anchor="b"/>
          <a:lstStyle>
            <a:lvl1pPr algn="r">
              <a:defRPr sz="1200"/>
            </a:lvl1pPr>
          </a:lstStyle>
          <a:p>
            <a:pPr algn="ctr"/>
            <a:fld id="{47855BD9-AF71-426C-9B9B-B0E52B88852E}" type="slidenum">
              <a:rPr lang="de-DE" sz="1000" smtClean="0"/>
              <a:pPr algn="ctr"/>
              <a:t>‹Nr.›</a:t>
            </a:fld>
            <a:endParaRPr lang="de-DE" sz="1000" dirty="0"/>
          </a:p>
        </p:txBody>
      </p:sp>
    </p:spTree>
    <p:extLst>
      <p:ext uri="{BB962C8B-B14F-4D97-AF65-F5344CB8AC3E}">
        <p14:creationId xmlns:p14="http://schemas.microsoft.com/office/powerpoint/2010/main" val="235993245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547688" y="612775"/>
            <a:ext cx="5762625" cy="3241675"/>
          </a:xfrm>
          <a:prstGeom prst="rect">
            <a:avLst/>
          </a:prstGeom>
          <a:noFill/>
          <a:ln w="12700">
            <a:solidFill>
              <a:prstClr val="black"/>
            </a:solidFill>
          </a:ln>
        </p:spPr>
        <p:txBody>
          <a:bodyPr vert="horz" lIns="91440" tIns="45720" rIns="91440" bIns="45720" rtlCol="0" anchor="ctr"/>
          <a:lstStyle/>
          <a:p>
            <a:endParaRPr lang="de-DE" dirty="0"/>
          </a:p>
        </p:txBody>
      </p:sp>
      <p:sp>
        <p:nvSpPr>
          <p:cNvPr id="5" name="Notes Placeholder 4"/>
          <p:cNvSpPr>
            <a:spLocks noGrp="1"/>
          </p:cNvSpPr>
          <p:nvPr>
            <p:ph type="body" sz="quarter" idx="3"/>
          </p:nvPr>
        </p:nvSpPr>
        <p:spPr>
          <a:xfrm>
            <a:off x="549000" y="4120162"/>
            <a:ext cx="5760000" cy="4563560"/>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p:txBody>
      </p:sp>
      <p:sp>
        <p:nvSpPr>
          <p:cNvPr id="7" name="Slide Number Placeholder 6"/>
          <p:cNvSpPr>
            <a:spLocks noGrp="1"/>
          </p:cNvSpPr>
          <p:nvPr>
            <p:ph type="sldNum" sz="quarter" idx="5"/>
          </p:nvPr>
        </p:nvSpPr>
        <p:spPr>
          <a:xfrm>
            <a:off x="2957512" y="8935722"/>
            <a:ext cx="942976" cy="205358"/>
          </a:xfrm>
          <a:prstGeom prst="rect">
            <a:avLst/>
          </a:prstGeom>
        </p:spPr>
        <p:txBody>
          <a:bodyPr vert="horz" lIns="91440" tIns="45720" rIns="91440" bIns="45720" rtlCol="0" anchor="b"/>
          <a:lstStyle>
            <a:lvl1pPr algn="ctr">
              <a:defRPr sz="800"/>
            </a:lvl1pPr>
          </a:lstStyle>
          <a:p>
            <a:fld id="{7D8C2C35-2B8A-446E-BEC0-FD36716C29AC}" type="slidenum">
              <a:rPr lang="de-DE" smtClean="0"/>
              <a:pPr/>
              <a:t>‹Nr.›</a:t>
            </a:fld>
            <a:endParaRPr lang="de-DE" dirty="0"/>
          </a:p>
        </p:txBody>
      </p:sp>
    </p:spTree>
    <p:extLst>
      <p:ext uri="{BB962C8B-B14F-4D97-AF65-F5344CB8AC3E}">
        <p14:creationId xmlns:p14="http://schemas.microsoft.com/office/powerpoint/2010/main" val="2847385487"/>
      </p:ext>
    </p:extLst>
  </p:cSld>
  <p:clrMap bg1="lt1" tx1="dk1" bg2="lt2" tx2="dk2" accent1="accent1" accent2="accent2" accent3="accent3" accent4="accent4" accent5="accent5" accent6="accent6" hlink="hlink" folHlink="folHlink"/>
  <p:notesStyle>
    <a:lvl1pPr marL="0" algn="l" defTabSz="1088776" rtl="0" eaLnBrk="1" latinLnBrk="0" hangingPunct="1">
      <a:defRPr sz="1400" kern="1200">
        <a:solidFill>
          <a:schemeClr val="tx1"/>
        </a:solidFill>
        <a:latin typeface="+mn-lt"/>
        <a:ea typeface="+mn-ea"/>
        <a:cs typeface="+mn-cs"/>
      </a:defRPr>
    </a:lvl1pPr>
    <a:lvl2pPr marL="180000" indent="-180000" algn="l" defTabSz="1088776" rtl="0" eaLnBrk="1" latinLnBrk="0" hangingPunct="1">
      <a:buClr>
        <a:schemeClr val="accent1"/>
      </a:buClr>
      <a:buSzPct val="100000"/>
      <a:buFont typeface="Wingdings" pitchFamily="2" charset="2"/>
      <a:buChar char=""/>
      <a:defRPr sz="1400" kern="1200">
        <a:solidFill>
          <a:schemeClr val="tx1"/>
        </a:solidFill>
        <a:latin typeface="+mn-lt"/>
        <a:ea typeface="+mn-ea"/>
        <a:cs typeface="+mn-cs"/>
      </a:defRPr>
    </a:lvl2pPr>
    <a:lvl3pPr marL="360000" indent="-180000" algn="l" defTabSz="1088776" rtl="0" eaLnBrk="1" latinLnBrk="0" hangingPunct="1">
      <a:buClr>
        <a:schemeClr val="accent2"/>
      </a:buClr>
      <a:buSzPct val="80000"/>
      <a:buFont typeface="Symbol" pitchFamily="18" charset="2"/>
      <a:buChar char="-"/>
      <a:defRPr sz="1200" kern="1200">
        <a:solidFill>
          <a:schemeClr val="tx1"/>
        </a:solidFill>
        <a:latin typeface="+mn-lt"/>
        <a:ea typeface="+mn-ea"/>
        <a:cs typeface="+mn-cs"/>
      </a:defRPr>
    </a:lvl3pPr>
    <a:lvl4pPr marL="674815" indent="-158780" algn="l" defTabSz="1088776" rtl="0" eaLnBrk="1" latinLnBrk="0" hangingPunct="1">
      <a:buClr>
        <a:schemeClr val="accent2"/>
      </a:buClr>
      <a:buFont typeface="Arial" pitchFamily="34" charset="0"/>
      <a:buChar char="–"/>
      <a:defRPr sz="1200" kern="1200">
        <a:solidFill>
          <a:schemeClr val="tx1"/>
        </a:solidFill>
        <a:latin typeface="+mn-lt"/>
        <a:ea typeface="+mn-ea"/>
        <a:cs typeface="+mn-cs"/>
      </a:defRPr>
    </a:lvl4pPr>
    <a:lvl5pPr marL="2177552" algn="l" defTabSz="1088776" rtl="0" eaLnBrk="1" latinLnBrk="0" hangingPunct="1">
      <a:defRPr sz="1400" kern="1200">
        <a:solidFill>
          <a:schemeClr val="tx1"/>
        </a:solidFill>
        <a:latin typeface="+mn-lt"/>
        <a:ea typeface="+mn-ea"/>
        <a:cs typeface="+mn-cs"/>
      </a:defRPr>
    </a:lvl5pPr>
    <a:lvl6pPr marL="2721940" algn="l" defTabSz="1088776" rtl="0" eaLnBrk="1" latinLnBrk="0" hangingPunct="1">
      <a:defRPr sz="1400" kern="1200">
        <a:solidFill>
          <a:schemeClr val="tx1"/>
        </a:solidFill>
        <a:latin typeface="+mn-lt"/>
        <a:ea typeface="+mn-ea"/>
        <a:cs typeface="+mn-cs"/>
      </a:defRPr>
    </a:lvl6pPr>
    <a:lvl7pPr marL="3266328" algn="l" defTabSz="1088776" rtl="0" eaLnBrk="1" latinLnBrk="0" hangingPunct="1">
      <a:defRPr sz="1400" kern="1200">
        <a:solidFill>
          <a:schemeClr val="tx1"/>
        </a:solidFill>
        <a:latin typeface="+mn-lt"/>
        <a:ea typeface="+mn-ea"/>
        <a:cs typeface="+mn-cs"/>
      </a:defRPr>
    </a:lvl7pPr>
    <a:lvl8pPr marL="3810716" algn="l" defTabSz="1088776" rtl="0" eaLnBrk="1" latinLnBrk="0" hangingPunct="1">
      <a:defRPr sz="1400" kern="1200">
        <a:solidFill>
          <a:schemeClr val="tx1"/>
        </a:solidFill>
        <a:latin typeface="+mn-lt"/>
        <a:ea typeface="+mn-ea"/>
        <a:cs typeface="+mn-cs"/>
      </a:defRPr>
    </a:lvl8pPr>
    <a:lvl9pPr marL="4355104" algn="l" defTabSz="1088776" rtl="0" eaLnBrk="1" latinLnBrk="0" hangingPunct="1">
      <a:defRPr sz="14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3" Type="http://schemas.openxmlformats.org/officeDocument/2006/relationships/hyperlink" Target="https://github.com/scality/metalk8s/issues/484" TargetMode="External"/><Relationship Id="rId2" Type="http://schemas.openxmlformats.org/officeDocument/2006/relationships/slide" Target="../slides/slide17.xml"/><Relationship Id="rId1" Type="http://schemas.openxmlformats.org/officeDocument/2006/relationships/notesMaster" Target="../notesMasters/notesMaster1.xml"/><Relationship Id="rId5" Type="http://schemas.openxmlformats.org/officeDocument/2006/relationships/hyperlink" Target="https://github.com/kubernetes/kubernetes/issues/59152" TargetMode="External"/><Relationship Id="rId4" Type="http://schemas.openxmlformats.org/officeDocument/2006/relationships/hyperlink" Target="https://github.com/kubernetes-sigs/kubespray/issues/962" TargetMode="Externa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D8C2C35-2B8A-446E-BEC0-FD36716C29AC}" type="slidenum">
              <a:rPr lang="en-US" smtClean="0"/>
              <a:pPr/>
              <a:t>1</a:t>
            </a:fld>
            <a:endParaRPr lang="en-US" dirty="0"/>
          </a:p>
        </p:txBody>
      </p:sp>
    </p:spTree>
    <p:extLst>
      <p:ext uri="{BB962C8B-B14F-4D97-AF65-F5344CB8AC3E}">
        <p14:creationId xmlns:p14="http://schemas.microsoft.com/office/powerpoint/2010/main" val="2110321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D8C2C35-2B8A-446E-BEC0-FD36716C29AC}" type="slidenum">
              <a:rPr lang="en-US" smtClean="0"/>
              <a:pPr/>
              <a:t>2</a:t>
            </a:fld>
            <a:endParaRPr lang="en-US" dirty="0"/>
          </a:p>
        </p:txBody>
      </p:sp>
    </p:spTree>
    <p:extLst>
      <p:ext uri="{BB962C8B-B14F-4D97-AF65-F5344CB8AC3E}">
        <p14:creationId xmlns:p14="http://schemas.microsoft.com/office/powerpoint/2010/main" val="13317853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D8C2C35-2B8A-446E-BEC0-FD36716C29AC}" type="slidenum">
              <a:rPr lang="en-US" smtClean="0"/>
              <a:pPr/>
              <a:t>3</a:t>
            </a:fld>
            <a:endParaRPr lang="en-US" dirty="0"/>
          </a:p>
        </p:txBody>
      </p:sp>
    </p:spTree>
    <p:extLst>
      <p:ext uri="{BB962C8B-B14F-4D97-AF65-F5344CB8AC3E}">
        <p14:creationId xmlns:p14="http://schemas.microsoft.com/office/powerpoint/2010/main" val="17453047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By </a:t>
            </a:r>
            <a:r>
              <a:rPr lang="de-DE" dirty="0" err="1"/>
              <a:t>now</a:t>
            </a:r>
            <a:r>
              <a:rPr lang="de-DE" dirty="0"/>
              <a:t>, </a:t>
            </a:r>
            <a:r>
              <a:rPr lang="de-DE" dirty="0" err="1"/>
              <a:t>there</a:t>
            </a:r>
            <a:r>
              <a:rPr lang="de-DE" dirty="0"/>
              <a:t> </a:t>
            </a:r>
            <a:r>
              <a:rPr lang="de-DE" dirty="0" err="1"/>
              <a:t>should</a:t>
            </a:r>
            <a:r>
              <a:rPr lang="de-DE" dirty="0"/>
              <a:t> </a:t>
            </a:r>
            <a:r>
              <a:rPr lang="de-DE" dirty="0" err="1"/>
              <a:t>be</a:t>
            </a:r>
            <a:r>
              <a:rPr lang="de-DE" dirty="0"/>
              <a:t> </a:t>
            </a:r>
            <a:r>
              <a:rPr lang="de-DE" dirty="0" err="1"/>
              <a:t>images</a:t>
            </a:r>
            <a:r>
              <a:rPr lang="de-DE" dirty="0"/>
              <a:t> </a:t>
            </a:r>
            <a:r>
              <a:rPr lang="de-DE" dirty="0" err="1"/>
              <a:t>available</a:t>
            </a:r>
            <a:r>
              <a:rPr lang="de-DE" dirty="0"/>
              <a:t> </a:t>
            </a:r>
            <a:r>
              <a:rPr lang="de-DE" dirty="0" err="1"/>
              <a:t>locally</a:t>
            </a:r>
            <a:r>
              <a:rPr lang="de-DE" dirty="0"/>
              <a:t>. </a:t>
            </a:r>
            <a:r>
              <a:rPr lang="de-DE" dirty="0" err="1"/>
              <a:t>If</a:t>
            </a:r>
            <a:r>
              <a:rPr lang="de-DE" dirty="0"/>
              <a:t> not, </a:t>
            </a:r>
            <a:r>
              <a:rPr lang="de-DE" dirty="0" err="1"/>
              <a:t>please</a:t>
            </a:r>
            <a:r>
              <a:rPr lang="de-DE" dirty="0"/>
              <a:t> </a:t>
            </a:r>
            <a:r>
              <a:rPr lang="de-DE" dirty="0" err="1"/>
              <a:t>download</a:t>
            </a:r>
            <a:r>
              <a:rPr lang="de-DE" dirty="0"/>
              <a:t> </a:t>
            </a:r>
            <a:r>
              <a:rPr lang="de-DE" dirty="0" err="1"/>
              <a:t>them</a:t>
            </a:r>
            <a:r>
              <a:rPr lang="de-DE" dirty="0"/>
              <a:t>.</a:t>
            </a:r>
          </a:p>
        </p:txBody>
      </p:sp>
      <p:sp>
        <p:nvSpPr>
          <p:cNvPr id="4" name="Foliennummernplatzhalter 3"/>
          <p:cNvSpPr>
            <a:spLocks noGrp="1"/>
          </p:cNvSpPr>
          <p:nvPr>
            <p:ph type="sldNum" sz="quarter" idx="5"/>
          </p:nvPr>
        </p:nvSpPr>
        <p:spPr/>
        <p:txBody>
          <a:bodyPr/>
          <a:lstStyle/>
          <a:p>
            <a:fld id="{7D8C2C35-2B8A-446E-BEC0-FD36716C29AC}" type="slidenum">
              <a:rPr lang="de-DE" smtClean="0"/>
              <a:pPr/>
              <a:t>4</a:t>
            </a:fld>
            <a:endParaRPr lang="de-DE" dirty="0"/>
          </a:p>
        </p:txBody>
      </p:sp>
    </p:spTree>
    <p:extLst>
      <p:ext uri="{BB962C8B-B14F-4D97-AF65-F5344CB8AC3E}">
        <p14:creationId xmlns:p14="http://schemas.microsoft.com/office/powerpoint/2010/main" val="47399781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dirty="0"/>
              <a:t>Creating a Docker image involves two things</a:t>
            </a:r>
          </a:p>
          <a:p>
            <a:pPr lvl="1"/>
            <a:r>
              <a:rPr lang="en-US" dirty="0"/>
              <a:t>A </a:t>
            </a:r>
            <a:r>
              <a:rPr lang="en-US" b="1" dirty="0"/>
              <a:t>Dockerfile</a:t>
            </a:r>
            <a:r>
              <a:rPr lang="en-US" dirty="0"/>
              <a:t> containing directives on how the image is meant to be built</a:t>
            </a:r>
          </a:p>
          <a:p>
            <a:pPr lvl="1"/>
            <a:r>
              <a:rPr lang="en-US" dirty="0"/>
              <a:t>A </a:t>
            </a:r>
            <a:r>
              <a:rPr lang="en-US" b="1" dirty="0"/>
              <a:t>build-context </a:t>
            </a:r>
            <a:r>
              <a:rPr lang="en-US" dirty="0"/>
              <a:t>(or PATH) which is a directory on your hard disk</a:t>
            </a:r>
          </a:p>
          <a:p>
            <a:pPr lvl="2"/>
            <a:r>
              <a:rPr lang="en-US" dirty="0"/>
              <a:t>every file to be added to the image must be inside the build-context</a:t>
            </a:r>
          </a:p>
          <a:p>
            <a:pPr lvl="2"/>
            <a:r>
              <a:rPr lang="en-US" dirty="0"/>
              <a:t>Best to use an empty directory as everything in build context will be transferred to build-tool (i.e. </a:t>
            </a:r>
            <a:r>
              <a:rPr lang="en-US" dirty="0" err="1"/>
              <a:t>dockerd</a:t>
            </a:r>
            <a:r>
              <a:rPr lang="en-US" dirty="0"/>
              <a:t>)</a:t>
            </a:r>
          </a:p>
          <a:p>
            <a:pPr lvl="2"/>
            <a:endParaRPr lang="en-US" dirty="0"/>
          </a:p>
          <a:p>
            <a:r>
              <a:rPr lang="en-US" dirty="0"/>
              <a:t>Image is built by the Docker daemon</a:t>
            </a:r>
          </a:p>
          <a:p>
            <a:pPr lvl="1"/>
            <a:r>
              <a:rPr lang="en-US" dirty="0"/>
              <a:t>the whole build-context is sent to the daemon</a:t>
            </a:r>
          </a:p>
          <a:p>
            <a:pPr lvl="1"/>
            <a:r>
              <a:rPr lang="en-US" dirty="0"/>
              <a:t>Dockerfile is processed</a:t>
            </a:r>
          </a:p>
          <a:p>
            <a:pPr lvl="1"/>
            <a:r>
              <a:rPr lang="en-US" dirty="0"/>
              <a:t>Image stored in the local image store, can then be tagged and uploaded to a registry</a:t>
            </a:r>
          </a:p>
          <a:p>
            <a:endParaRPr lang="en-US" dirty="0"/>
          </a:p>
          <a:p>
            <a:r>
              <a:rPr lang="en-US" dirty="0"/>
              <a:t>Images can be built by tools other than </a:t>
            </a:r>
            <a:r>
              <a:rPr lang="en-US" dirty="0" err="1"/>
              <a:t>Dockerd</a:t>
            </a:r>
            <a:r>
              <a:rPr lang="en-US" dirty="0"/>
              <a:t>:</a:t>
            </a:r>
          </a:p>
          <a:p>
            <a:pPr marL="285750" indent="-285750">
              <a:buFontTx/>
              <a:buChar char="-"/>
            </a:pPr>
            <a:r>
              <a:rPr lang="en-US" dirty="0" err="1"/>
              <a:t>Buildkit</a:t>
            </a:r>
            <a:r>
              <a:rPr lang="en-US" dirty="0"/>
              <a:t> (spin-off from Docker)</a:t>
            </a:r>
          </a:p>
          <a:p>
            <a:pPr marL="285750" indent="-285750">
              <a:buFontTx/>
              <a:buChar char="-"/>
            </a:pPr>
            <a:r>
              <a:rPr lang="en-US" dirty="0" err="1"/>
              <a:t>Kaniko</a:t>
            </a:r>
            <a:r>
              <a:rPr lang="en-US" dirty="0"/>
              <a:t> (https://github.com/GoogleContainerTools/kaniko)</a:t>
            </a:r>
            <a:endParaRPr lang="en-DE" dirty="0"/>
          </a:p>
        </p:txBody>
      </p:sp>
      <p:sp>
        <p:nvSpPr>
          <p:cNvPr id="4" name="Slide Number Placeholder 3"/>
          <p:cNvSpPr>
            <a:spLocks noGrp="1"/>
          </p:cNvSpPr>
          <p:nvPr>
            <p:ph type="sldNum" sz="quarter" idx="5"/>
          </p:nvPr>
        </p:nvSpPr>
        <p:spPr/>
        <p:txBody>
          <a:bodyPr/>
          <a:lstStyle/>
          <a:p>
            <a:fld id="{7D8C2C35-2B8A-446E-BEC0-FD36716C29AC}" type="slidenum">
              <a:rPr lang="de-DE" smtClean="0"/>
              <a:pPr/>
              <a:t>6</a:t>
            </a:fld>
            <a:endParaRPr lang="de-DE" dirty="0"/>
          </a:p>
        </p:txBody>
      </p:sp>
    </p:spTree>
    <p:extLst>
      <p:ext uri="{BB962C8B-B14F-4D97-AF65-F5344CB8AC3E}">
        <p14:creationId xmlns:p14="http://schemas.microsoft.com/office/powerpoint/2010/main" val="38618080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have a look at the implications of the USER directive. </a:t>
            </a:r>
          </a:p>
          <a:p>
            <a:r>
              <a:rPr lang="en-US" dirty="0"/>
              <a:t>When a process within a container is running as user root, the process will be also run as user root on the host. This can open doors for some severe (security) issues as an attacker might try to break free from the container.</a:t>
            </a:r>
          </a:p>
          <a:p>
            <a:endParaRPr lang="en-US" dirty="0"/>
          </a:p>
          <a:p>
            <a:r>
              <a:rPr lang="en-US" dirty="0"/>
              <a:t>What could happen? For example if the host’s file system is mounted into the container, touching or modifying files happens in the name of user root. Even if the user you used to start the container (docker run) is not root, you can now act as root user (privilege escalation) .</a:t>
            </a:r>
          </a:p>
          <a:p>
            <a:endParaRPr lang="en-US" dirty="0"/>
          </a:p>
        </p:txBody>
      </p:sp>
      <p:sp>
        <p:nvSpPr>
          <p:cNvPr id="4" name="Slide Number Placeholder 3"/>
          <p:cNvSpPr>
            <a:spLocks noGrp="1"/>
          </p:cNvSpPr>
          <p:nvPr>
            <p:ph type="sldNum" sz="quarter" idx="5"/>
          </p:nvPr>
        </p:nvSpPr>
        <p:spPr/>
        <p:txBody>
          <a:bodyPr/>
          <a:lstStyle/>
          <a:p>
            <a:fld id="{7D8C2C35-2B8A-446E-BEC0-FD36716C29AC}" type="slidenum">
              <a:rPr lang="de-DE" smtClean="0"/>
              <a:pPr/>
              <a:t>15</a:t>
            </a:fld>
            <a:endParaRPr lang="de-DE" dirty="0"/>
          </a:p>
        </p:txBody>
      </p:sp>
    </p:spTree>
    <p:extLst>
      <p:ext uri="{BB962C8B-B14F-4D97-AF65-F5344CB8AC3E}">
        <p14:creationId xmlns:p14="http://schemas.microsoft.com/office/powerpoint/2010/main" val="61416014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building images, it is recommended to create a separate user and let the CMD/ENTRYPOINT command run with this specific user.</a:t>
            </a:r>
          </a:p>
        </p:txBody>
      </p:sp>
      <p:sp>
        <p:nvSpPr>
          <p:cNvPr id="4" name="Slide Number Placeholder 3"/>
          <p:cNvSpPr>
            <a:spLocks noGrp="1"/>
          </p:cNvSpPr>
          <p:nvPr>
            <p:ph type="sldNum" sz="quarter" idx="5"/>
          </p:nvPr>
        </p:nvSpPr>
        <p:spPr/>
        <p:txBody>
          <a:bodyPr/>
          <a:lstStyle/>
          <a:p>
            <a:fld id="{7D8C2C35-2B8A-446E-BEC0-FD36716C29AC}" type="slidenum">
              <a:rPr lang="de-DE" smtClean="0"/>
              <a:pPr/>
              <a:t>16</a:t>
            </a:fld>
            <a:endParaRPr lang="de-DE" dirty="0"/>
          </a:p>
        </p:txBody>
      </p:sp>
    </p:spTree>
    <p:extLst>
      <p:ext uri="{BB962C8B-B14F-4D97-AF65-F5344CB8AC3E}">
        <p14:creationId xmlns:p14="http://schemas.microsoft.com/office/powerpoint/2010/main" val="226013554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Another way to deal with this topic is the usage of the user namespace. It allows to define mappings (check /</a:t>
            </a:r>
            <a:r>
              <a:rPr lang="en-US" dirty="0" err="1"/>
              <a:t>etc</a:t>
            </a:r>
            <a:r>
              <a:rPr lang="en-US" dirty="0"/>
              <a:t>/</a:t>
            </a:r>
            <a:r>
              <a:rPr lang="en-US" dirty="0" err="1"/>
              <a:t>subuid</a:t>
            </a:r>
            <a:r>
              <a:rPr lang="en-US" dirty="0"/>
              <a:t> file) so that your user appears to be root from within the container but not from the outside.</a:t>
            </a:r>
          </a:p>
          <a:p>
            <a:r>
              <a:rPr lang="en-US" dirty="0"/>
              <a:t>Right now the docker daemon supports the usage of the user namespace but it is not switched on by default. </a:t>
            </a:r>
          </a:p>
          <a:p>
            <a:r>
              <a:rPr lang="en-US" dirty="0"/>
              <a:t>To enable this feature:</a:t>
            </a:r>
          </a:p>
          <a:p>
            <a:pPr marL="285750" indent="-285750">
              <a:buFontTx/>
              <a:buChar char="-"/>
            </a:pPr>
            <a:r>
              <a:rPr lang="en-US" dirty="0"/>
              <a:t>Add "</a:t>
            </a:r>
            <a:r>
              <a:rPr lang="en-US" dirty="0" err="1"/>
              <a:t>userns</a:t>
            </a:r>
            <a:r>
              <a:rPr lang="en-US" dirty="0"/>
              <a:t>-remap": "default“ to /</a:t>
            </a:r>
            <a:r>
              <a:rPr lang="en-US" dirty="0" err="1"/>
              <a:t>etc</a:t>
            </a:r>
            <a:r>
              <a:rPr lang="en-US" dirty="0"/>
              <a:t>/docker/</a:t>
            </a:r>
            <a:r>
              <a:rPr lang="en-US" dirty="0" err="1"/>
              <a:t>daemon.json</a:t>
            </a:r>
            <a:r>
              <a:rPr lang="en-US" dirty="0"/>
              <a:t> (fit it into the existing json structure).</a:t>
            </a:r>
          </a:p>
          <a:p>
            <a:pPr marL="285750" indent="-285750">
              <a:buFontTx/>
              <a:buChar char="-"/>
            </a:pPr>
            <a:r>
              <a:rPr lang="en-US" dirty="0"/>
              <a:t>Reload the config &amp; restart docker: </a:t>
            </a:r>
          </a:p>
          <a:p>
            <a:pPr marL="465750" lvl="1" indent="-285750">
              <a:buFontTx/>
              <a:buChar char="-"/>
            </a:pPr>
            <a:r>
              <a:rPr lang="en-US" dirty="0" err="1"/>
              <a:t>systemctl</a:t>
            </a:r>
            <a:r>
              <a:rPr lang="en-US" dirty="0"/>
              <a:t> daemon-reload</a:t>
            </a:r>
          </a:p>
          <a:p>
            <a:pPr marL="465750" lvl="1" indent="-285750">
              <a:buFontTx/>
              <a:buChar char="-"/>
            </a:pPr>
            <a:r>
              <a:rPr lang="en-US" dirty="0" err="1"/>
              <a:t>systemctl</a:t>
            </a:r>
            <a:r>
              <a:rPr lang="en-US" dirty="0"/>
              <a:t> restart docker</a:t>
            </a:r>
          </a:p>
          <a:p>
            <a:pPr marL="285750" lvl="0" indent="-285750">
              <a:buFontTx/>
              <a:buChar char="-"/>
            </a:pPr>
            <a:r>
              <a:rPr lang="en-US" dirty="0"/>
              <a:t>Check /</a:t>
            </a:r>
            <a:r>
              <a:rPr lang="en-US" dirty="0" err="1"/>
              <a:t>etc</a:t>
            </a:r>
            <a:r>
              <a:rPr lang="en-US" dirty="0"/>
              <a:t>/</a:t>
            </a:r>
            <a:r>
              <a:rPr lang="en-US" dirty="0" err="1"/>
              <a:t>subuid</a:t>
            </a:r>
            <a:r>
              <a:rPr lang="en-US" dirty="0"/>
              <a:t> -&gt; it should have a docker remap user entry now.</a:t>
            </a:r>
          </a:p>
          <a:p>
            <a:pPr marL="285750" lvl="0" indent="-285750">
              <a:buFontTx/>
              <a:buChar char="-"/>
            </a:pPr>
            <a:endParaRPr lang="en-US" dirty="0"/>
          </a:p>
          <a:p>
            <a:pPr marL="0" lvl="0" indent="0">
              <a:buFontTx/>
              <a:buNone/>
            </a:pPr>
            <a:r>
              <a:rPr lang="en-US" b="1" dirty="0"/>
              <a:t>Important: this feature is currently not compatible with Kubernetes!</a:t>
            </a:r>
            <a:endParaRPr lang="en-US" b="0" dirty="0"/>
          </a:p>
          <a:p>
            <a:pPr marL="0" lvl="0" indent="0">
              <a:buFontTx/>
              <a:buNone/>
            </a:pPr>
            <a:r>
              <a:rPr lang="en-US" b="0" dirty="0"/>
              <a:t>Details can be found in these discussions:</a:t>
            </a:r>
          </a:p>
          <a:p>
            <a:pPr marL="285750" lvl="0" indent="-285750">
              <a:buFontTx/>
              <a:buChar char="-"/>
            </a:pPr>
            <a:r>
              <a:rPr lang="en-US" sz="1400" b="0" i="0" u="none" strike="noStrike" kern="1200" dirty="0">
                <a:solidFill>
                  <a:schemeClr val="tx1"/>
                </a:solidFill>
                <a:effectLst/>
                <a:latin typeface="+mn-lt"/>
                <a:ea typeface="+mn-ea"/>
                <a:cs typeface="+mn-cs"/>
                <a:hlinkClick r:id="rId3"/>
              </a:rPr>
              <a:t>https://github.com/scality/metalk8s/issues/484</a:t>
            </a:r>
            <a:r>
              <a:rPr lang="en-US" sz="1400" b="0" i="0" kern="1200" dirty="0">
                <a:solidFill>
                  <a:schemeClr val="tx1"/>
                </a:solidFill>
                <a:effectLst/>
                <a:latin typeface="+mn-lt"/>
                <a:ea typeface="+mn-ea"/>
                <a:cs typeface="+mn-cs"/>
              </a:rPr>
              <a:t> </a:t>
            </a:r>
          </a:p>
          <a:p>
            <a:pPr marL="285750" lvl="0" indent="-285750">
              <a:buFontTx/>
              <a:buChar char="-"/>
            </a:pPr>
            <a:r>
              <a:rPr lang="en-US" sz="1400" b="0" i="0" u="none" strike="noStrike" kern="1200" dirty="0">
                <a:solidFill>
                  <a:schemeClr val="tx1"/>
                </a:solidFill>
                <a:effectLst/>
                <a:latin typeface="+mn-lt"/>
                <a:ea typeface="+mn-ea"/>
                <a:cs typeface="+mn-cs"/>
                <a:hlinkClick r:id="rId4"/>
              </a:rPr>
              <a:t>https://github.com/kubernetes-sigs/kubespray/issues/962</a:t>
            </a:r>
            <a:r>
              <a:rPr lang="en-US" sz="1400" b="0" i="0" kern="1200" dirty="0">
                <a:solidFill>
                  <a:schemeClr val="tx1"/>
                </a:solidFill>
                <a:effectLst/>
                <a:latin typeface="+mn-lt"/>
                <a:ea typeface="+mn-ea"/>
                <a:cs typeface="+mn-cs"/>
              </a:rPr>
              <a:t> </a:t>
            </a:r>
          </a:p>
          <a:p>
            <a:pPr marL="285750" lvl="0" indent="-285750">
              <a:buFontTx/>
              <a:buChar char="-"/>
            </a:pPr>
            <a:r>
              <a:rPr lang="en-US" sz="1400" b="0" i="0" u="none" strike="noStrike" kern="1200" dirty="0">
                <a:solidFill>
                  <a:schemeClr val="tx1"/>
                </a:solidFill>
                <a:effectLst/>
                <a:latin typeface="+mn-lt"/>
                <a:ea typeface="+mn-ea"/>
                <a:cs typeface="+mn-cs"/>
                <a:hlinkClick r:id="rId5"/>
              </a:rPr>
              <a:t>https://github.com/kubernetes/kubernetes/issues/59152</a:t>
            </a:r>
            <a:endParaRPr lang="en-US" b="1" dirty="0"/>
          </a:p>
          <a:p>
            <a:pPr marL="285750" indent="-285750">
              <a:buFontTx/>
              <a:buChar char="-"/>
            </a:pPr>
            <a:endParaRPr lang="en-US" dirty="0"/>
          </a:p>
        </p:txBody>
      </p:sp>
      <p:sp>
        <p:nvSpPr>
          <p:cNvPr id="4" name="Slide Number Placeholder 3"/>
          <p:cNvSpPr>
            <a:spLocks noGrp="1"/>
          </p:cNvSpPr>
          <p:nvPr>
            <p:ph type="sldNum" sz="quarter" idx="5"/>
          </p:nvPr>
        </p:nvSpPr>
        <p:spPr/>
        <p:txBody>
          <a:bodyPr/>
          <a:lstStyle/>
          <a:p>
            <a:fld id="{7D8C2C35-2B8A-446E-BEC0-FD36716C29AC}" type="slidenum">
              <a:rPr lang="de-DE" smtClean="0"/>
              <a:pPr/>
              <a:t>17</a:t>
            </a:fld>
            <a:endParaRPr lang="de-DE" dirty="0"/>
          </a:p>
        </p:txBody>
      </p:sp>
    </p:spTree>
    <p:extLst>
      <p:ext uri="{BB962C8B-B14F-4D97-AF65-F5344CB8AC3E}">
        <p14:creationId xmlns:p14="http://schemas.microsoft.com/office/powerpoint/2010/main" val="37968238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D8C2C35-2B8A-446E-BEC0-FD36716C29AC}" type="slidenum">
              <a:rPr lang="de-DE" smtClean="0"/>
              <a:pPr/>
              <a:t>18</a:t>
            </a:fld>
            <a:endParaRPr lang="de-DE" dirty="0"/>
          </a:p>
        </p:txBody>
      </p:sp>
    </p:spTree>
    <p:extLst>
      <p:ext uri="{BB962C8B-B14F-4D97-AF65-F5344CB8AC3E}">
        <p14:creationId xmlns:p14="http://schemas.microsoft.com/office/powerpoint/2010/main" val="310865140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D8C2C35-2B8A-446E-BEC0-FD36716C29AC}" type="slidenum">
              <a:rPr lang="de-DE" smtClean="0"/>
              <a:pPr/>
              <a:t>20</a:t>
            </a:fld>
            <a:endParaRPr lang="de-DE" dirty="0"/>
          </a:p>
        </p:txBody>
      </p:sp>
    </p:spTree>
    <p:extLst>
      <p:ext uri="{BB962C8B-B14F-4D97-AF65-F5344CB8AC3E}">
        <p14:creationId xmlns:p14="http://schemas.microsoft.com/office/powerpoint/2010/main" val="40892731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docker hub offers (provides storage and the push/pull protocol for) docker images. </a:t>
            </a:r>
          </a:p>
          <a:p>
            <a:r>
              <a:rPr lang="en-US" dirty="0"/>
              <a:t>Each docker image has a clearly specified version. There can be multiple version tags. </a:t>
            </a:r>
          </a:p>
          <a:p>
            <a:r>
              <a:rPr lang="en-US" dirty="0"/>
              <a:t>The 'Dockerfile' defines the automated build instructions and show what is in the image. (see Dockerfile chapter). Dockerfiles are also included in images and document the contents.</a:t>
            </a:r>
          </a:p>
          <a:p>
            <a:endParaRPr lang="en-US" dirty="0"/>
          </a:p>
          <a:p>
            <a:r>
              <a:rPr lang="en-US" dirty="0"/>
              <a:t>At SAP, Artifactory is the preferred solution to host and distribute your Docker images.</a:t>
            </a:r>
          </a:p>
        </p:txBody>
      </p:sp>
      <p:sp>
        <p:nvSpPr>
          <p:cNvPr id="4" name="Slide Number Placeholder 3"/>
          <p:cNvSpPr>
            <a:spLocks noGrp="1"/>
          </p:cNvSpPr>
          <p:nvPr>
            <p:ph type="sldNum" sz="quarter" idx="10"/>
          </p:nvPr>
        </p:nvSpPr>
        <p:spPr/>
        <p:txBody>
          <a:bodyPr/>
          <a:lstStyle/>
          <a:p>
            <a:fld id="{7D8C2C35-2B8A-446E-BEC0-FD36716C29AC}" type="slidenum">
              <a:rPr lang="en-US" smtClean="0"/>
              <a:pPr/>
              <a:t>22</a:t>
            </a:fld>
            <a:endParaRPr lang="en-US" dirty="0"/>
          </a:p>
        </p:txBody>
      </p:sp>
    </p:spTree>
    <p:extLst>
      <p:ext uri="{BB962C8B-B14F-4D97-AF65-F5344CB8AC3E}">
        <p14:creationId xmlns:p14="http://schemas.microsoft.com/office/powerpoint/2010/main" val="256389503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fld id="{7D8C2C35-2B8A-446E-BEC0-FD36716C29AC}" type="slidenum">
              <a:rPr lang="de-DE" smtClean="0"/>
              <a:pPr/>
              <a:t>23</a:t>
            </a:fld>
            <a:endParaRPr lang="de-DE" dirty="0"/>
          </a:p>
        </p:txBody>
      </p:sp>
    </p:spTree>
    <p:extLst>
      <p:ext uri="{BB962C8B-B14F-4D97-AF65-F5344CB8AC3E}">
        <p14:creationId xmlns:p14="http://schemas.microsoft.com/office/powerpoint/2010/main" val="428125919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en-AU" noProof="0" dirty="0"/>
              <a:t>Some commands will throw an error. This is supposed to happen and meant to help learn.</a:t>
            </a:r>
          </a:p>
          <a:p>
            <a:endParaRPr lang="en-AU" noProof="0" dirty="0"/>
          </a:p>
          <a:p>
            <a:r>
              <a:rPr lang="en-AU" noProof="0" dirty="0"/>
              <a:t>Username: participant</a:t>
            </a:r>
          </a:p>
          <a:p>
            <a:pPr marL="0" marR="0" lvl="0" indent="0" algn="l" defTabSz="1088776" rtl="0" eaLnBrk="1" fontAlgn="auto" latinLnBrk="0" hangingPunct="1">
              <a:lnSpc>
                <a:spcPct val="100000"/>
              </a:lnSpc>
              <a:spcBef>
                <a:spcPts val="0"/>
              </a:spcBef>
              <a:spcAft>
                <a:spcPts val="0"/>
              </a:spcAft>
              <a:buClrTx/>
              <a:buSzTx/>
              <a:buFontTx/>
              <a:buNone/>
              <a:tabLst/>
              <a:defRPr/>
            </a:pPr>
            <a:r>
              <a:rPr lang="en-AU" noProof="0" dirty="0"/>
              <a:t>Password: </a:t>
            </a:r>
            <a:r>
              <a:rPr lang="de-DE" b="0" dirty="0">
                <a:solidFill>
                  <a:srgbClr val="800000"/>
                </a:solidFill>
                <a:effectLst/>
                <a:latin typeface="Menlo" panose="020B0609030804020204" pitchFamily="49" charset="0"/>
              </a:rPr>
              <a:t>2r4!rX6u5-qH</a:t>
            </a:r>
            <a:endParaRPr lang="en-AU" noProof="0" dirty="0"/>
          </a:p>
          <a:p>
            <a:endParaRPr lang="en-AU" noProof="0" dirty="0"/>
          </a:p>
          <a:p>
            <a:r>
              <a:rPr lang="en-AU" noProof="0" dirty="0"/>
              <a:t>Following commands are expected to throw an error: </a:t>
            </a:r>
          </a:p>
          <a:p>
            <a:pPr marL="285750" indent="-285750">
              <a:buFontTx/>
              <a:buChar char="-"/>
            </a:pPr>
            <a:r>
              <a:rPr lang="en-AU" noProof="0" dirty="0"/>
              <a:t>Docker push </a:t>
            </a:r>
            <a:r>
              <a:rPr lang="en-AU" noProof="0" dirty="0" err="1"/>
              <a:t>nginx:awesome</a:t>
            </a:r>
            <a:r>
              <a:rPr lang="en-AU" noProof="0" dirty="0"/>
              <a:t> (it is targeting the official nginx repo on docker hub. This is supposed to be denied)</a:t>
            </a:r>
          </a:p>
          <a:p>
            <a:pPr marL="285750" indent="-285750">
              <a:buFontTx/>
              <a:buChar char="-"/>
            </a:pPr>
            <a:r>
              <a:rPr lang="en-AU" noProof="0" dirty="0"/>
              <a:t>Docker push to the harbor registry without logging in before</a:t>
            </a:r>
          </a:p>
        </p:txBody>
      </p:sp>
      <p:sp>
        <p:nvSpPr>
          <p:cNvPr id="4" name="Foliennummernplatzhalter 3"/>
          <p:cNvSpPr>
            <a:spLocks noGrp="1"/>
          </p:cNvSpPr>
          <p:nvPr>
            <p:ph type="sldNum" sz="quarter" idx="5"/>
          </p:nvPr>
        </p:nvSpPr>
        <p:spPr/>
        <p:txBody>
          <a:bodyPr/>
          <a:lstStyle/>
          <a:p>
            <a:fld id="{7D8C2C35-2B8A-446E-BEC0-FD36716C29AC}" type="slidenum">
              <a:rPr lang="de-DE" smtClean="0"/>
              <a:pPr/>
              <a:t>24</a:t>
            </a:fld>
            <a:endParaRPr lang="de-DE" dirty="0"/>
          </a:p>
        </p:txBody>
      </p:sp>
    </p:spTree>
    <p:extLst>
      <p:ext uri="{BB962C8B-B14F-4D97-AF65-F5344CB8AC3E}">
        <p14:creationId xmlns:p14="http://schemas.microsoft.com/office/powerpoint/2010/main" val="364954900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a:t>Some, if not most registries require to log in to push or even to pull images.</a:t>
            </a:r>
          </a:p>
          <a:p>
            <a:endParaRPr lang="en-US" baseline="0" dirty="0"/>
          </a:p>
          <a:p>
            <a:r>
              <a:rPr lang="en-US" baseline="0" dirty="0"/>
              <a:t>With 'docker login', one can submit the username and password for a given registry (specified by its URL). Docker will persist these login credentials in a </a:t>
            </a:r>
            <a:r>
              <a:rPr lang="en-US" baseline="0" dirty="0" err="1"/>
              <a:t>config.json</a:t>
            </a:r>
            <a:r>
              <a:rPr lang="en-US" baseline="0" dirty="0"/>
              <a:t> (usually found in ~/docker/</a:t>
            </a:r>
            <a:r>
              <a:rPr lang="en-US" baseline="0" dirty="0" err="1"/>
              <a:t>config.json</a:t>
            </a:r>
            <a:r>
              <a:rPr lang="en-US" baseline="0" dirty="0"/>
              <a:t>) and use them every time a registry is accessed.</a:t>
            </a:r>
          </a:p>
        </p:txBody>
      </p:sp>
      <p:sp>
        <p:nvSpPr>
          <p:cNvPr id="4" name="Slide Number Placeholder 3"/>
          <p:cNvSpPr>
            <a:spLocks noGrp="1"/>
          </p:cNvSpPr>
          <p:nvPr>
            <p:ph type="sldNum" sz="quarter" idx="10"/>
          </p:nvPr>
        </p:nvSpPr>
        <p:spPr/>
        <p:txBody>
          <a:bodyPr/>
          <a:lstStyle/>
          <a:p>
            <a:fld id="{7D8C2C35-2B8A-446E-BEC0-FD36716C29AC}" type="slidenum">
              <a:rPr lang="de-DE" smtClean="0"/>
              <a:pPr/>
              <a:t>25</a:t>
            </a:fld>
            <a:endParaRPr lang="de-DE" dirty="0"/>
          </a:p>
        </p:txBody>
      </p:sp>
    </p:spTree>
    <p:extLst>
      <p:ext uri="{BB962C8B-B14F-4D97-AF65-F5344CB8AC3E}">
        <p14:creationId xmlns:p14="http://schemas.microsoft.com/office/powerpoint/2010/main" val="400932070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Images </a:t>
            </a:r>
            <a:r>
              <a:rPr lang="de-DE" dirty="0" err="1"/>
              <a:t>contain</a:t>
            </a:r>
            <a:r>
              <a:rPr lang="de-DE" dirty="0"/>
              <a:t> </a:t>
            </a:r>
            <a:r>
              <a:rPr lang="de-DE" dirty="0" err="1"/>
              <a:t>platform-specific</a:t>
            </a:r>
            <a:r>
              <a:rPr lang="de-DE" dirty="0"/>
              <a:t> </a:t>
            </a:r>
            <a:r>
              <a:rPr lang="de-DE" dirty="0" err="1"/>
              <a:t>binaries</a:t>
            </a:r>
            <a:r>
              <a:rPr lang="de-DE" dirty="0"/>
              <a:t>. </a:t>
            </a:r>
            <a:r>
              <a:rPr lang="de-DE" dirty="0" err="1"/>
              <a:t>You</a:t>
            </a:r>
            <a:r>
              <a:rPr lang="de-DE" dirty="0"/>
              <a:t> </a:t>
            </a:r>
            <a:r>
              <a:rPr lang="de-DE" dirty="0" err="1"/>
              <a:t>can</a:t>
            </a:r>
            <a:r>
              <a:rPr lang="de-DE" dirty="0"/>
              <a:t> </a:t>
            </a:r>
            <a:r>
              <a:rPr lang="de-DE" dirty="0" err="1"/>
              <a:t>bundle</a:t>
            </a:r>
            <a:r>
              <a:rPr lang="de-DE" dirty="0"/>
              <a:t> multiple </a:t>
            </a:r>
            <a:r>
              <a:rPr lang="de-DE" dirty="0" err="1"/>
              <a:t>images</a:t>
            </a:r>
            <a:r>
              <a:rPr lang="de-DE" dirty="0"/>
              <a:t> in a manifest </a:t>
            </a:r>
            <a:r>
              <a:rPr lang="de-DE" dirty="0" err="1"/>
              <a:t>which</a:t>
            </a:r>
            <a:r>
              <a:rPr lang="de-DE" dirty="0"/>
              <a:t> </a:t>
            </a:r>
            <a:r>
              <a:rPr lang="de-DE" dirty="0" err="1"/>
              <a:t>can</a:t>
            </a:r>
            <a:r>
              <a:rPr lang="de-DE" dirty="0"/>
              <a:t> </a:t>
            </a:r>
            <a:r>
              <a:rPr lang="de-DE" dirty="0" err="1"/>
              <a:t>be</a:t>
            </a:r>
            <a:r>
              <a:rPr lang="de-DE" dirty="0"/>
              <a:t> </a:t>
            </a:r>
            <a:r>
              <a:rPr lang="de-DE" dirty="0" err="1"/>
              <a:t>published</a:t>
            </a:r>
            <a:r>
              <a:rPr lang="de-DE" dirty="0"/>
              <a:t> </a:t>
            </a:r>
            <a:r>
              <a:rPr lang="de-DE" dirty="0" err="1"/>
              <a:t>as</a:t>
            </a:r>
            <a:r>
              <a:rPr lang="de-DE" dirty="0"/>
              <a:t> </a:t>
            </a:r>
            <a:r>
              <a:rPr lang="de-DE" dirty="0" err="1"/>
              <a:t>well</a:t>
            </a:r>
            <a:r>
              <a:rPr lang="de-DE" dirty="0"/>
              <a:t>. </a:t>
            </a:r>
            <a:r>
              <a:rPr lang="de-DE" dirty="0" err="1"/>
              <a:t>With</a:t>
            </a:r>
            <a:r>
              <a:rPr lang="de-DE" dirty="0"/>
              <a:t> a manifest </a:t>
            </a:r>
            <a:r>
              <a:rPr lang="de-DE" dirty="0" err="1"/>
              <a:t>users</a:t>
            </a:r>
            <a:r>
              <a:rPr lang="de-DE" dirty="0"/>
              <a:t> </a:t>
            </a:r>
            <a:r>
              <a:rPr lang="de-DE" dirty="0" err="1"/>
              <a:t>can</a:t>
            </a:r>
            <a:r>
              <a:rPr lang="de-DE" dirty="0"/>
              <a:t> </a:t>
            </a:r>
            <a:r>
              <a:rPr lang="de-DE" dirty="0" err="1"/>
              <a:t>resolve</a:t>
            </a:r>
            <a:r>
              <a:rPr lang="de-DE" dirty="0"/>
              <a:t> </a:t>
            </a:r>
            <a:r>
              <a:rPr lang="de-DE" dirty="0" err="1"/>
              <a:t>to</a:t>
            </a:r>
            <a:r>
              <a:rPr lang="de-DE" dirty="0"/>
              <a:t> </a:t>
            </a:r>
            <a:r>
              <a:rPr lang="de-DE" dirty="0" err="1"/>
              <a:t>the</a:t>
            </a:r>
            <a:r>
              <a:rPr lang="de-DE" dirty="0"/>
              <a:t> </a:t>
            </a:r>
            <a:r>
              <a:rPr lang="de-DE" dirty="0" err="1"/>
              <a:t>platform</a:t>
            </a:r>
            <a:r>
              <a:rPr lang="de-DE" dirty="0"/>
              <a:t> </a:t>
            </a:r>
            <a:r>
              <a:rPr lang="de-DE" dirty="0" err="1"/>
              <a:t>specific</a:t>
            </a:r>
            <a:r>
              <a:rPr lang="de-DE" dirty="0"/>
              <a:t> </a:t>
            </a:r>
            <a:r>
              <a:rPr lang="de-DE" dirty="0" err="1"/>
              <a:t>digests</a:t>
            </a:r>
            <a:r>
              <a:rPr lang="de-DE" dirty="0"/>
              <a:t> (</a:t>
            </a:r>
            <a:r>
              <a:rPr lang="de-DE" dirty="0" err="1"/>
              <a:t>images</a:t>
            </a:r>
            <a:r>
              <a:rPr lang="de-DE" dirty="0"/>
              <a:t>) </a:t>
            </a:r>
            <a:r>
              <a:rPr lang="de-DE" dirty="0" err="1"/>
              <a:t>they</a:t>
            </a:r>
            <a:r>
              <a:rPr lang="de-DE" dirty="0"/>
              <a:t> </a:t>
            </a:r>
            <a:r>
              <a:rPr lang="de-DE" dirty="0" err="1"/>
              <a:t>need</a:t>
            </a:r>
            <a:r>
              <a:rPr lang="de-DE" dirty="0"/>
              <a:t>.</a:t>
            </a:r>
          </a:p>
          <a:p>
            <a:endParaRPr lang="de-DE" dirty="0"/>
          </a:p>
          <a:p>
            <a:endParaRPr lang="de-DE" dirty="0"/>
          </a:p>
        </p:txBody>
      </p:sp>
      <p:sp>
        <p:nvSpPr>
          <p:cNvPr id="4" name="Foliennummernplatzhalter 3"/>
          <p:cNvSpPr>
            <a:spLocks noGrp="1"/>
          </p:cNvSpPr>
          <p:nvPr>
            <p:ph type="sldNum" sz="quarter" idx="5"/>
          </p:nvPr>
        </p:nvSpPr>
        <p:spPr/>
        <p:txBody>
          <a:bodyPr/>
          <a:lstStyle/>
          <a:p>
            <a:fld id="{7D8C2C35-2B8A-446E-BEC0-FD36716C29AC}" type="slidenum">
              <a:rPr lang="de-DE" smtClean="0"/>
              <a:pPr/>
              <a:t>26</a:t>
            </a:fld>
            <a:endParaRPr lang="de-DE" dirty="0"/>
          </a:p>
        </p:txBody>
      </p:sp>
    </p:spTree>
    <p:extLst>
      <p:ext uri="{BB962C8B-B14F-4D97-AF65-F5344CB8AC3E}">
        <p14:creationId xmlns:p14="http://schemas.microsoft.com/office/powerpoint/2010/main" val="69289901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7D8C2C35-2B8A-446E-BEC0-FD36716C29AC}" type="slidenum">
              <a:rPr lang="en-US" smtClean="0"/>
              <a:pPr/>
              <a:t>27</a:t>
            </a:fld>
            <a:endParaRPr lang="en-US" dirty="0"/>
          </a:p>
        </p:txBody>
      </p:sp>
      <p:sp>
        <p:nvSpPr>
          <p:cNvPr id="6" name="Slide Image Placeholder 5"/>
          <p:cNvSpPr>
            <a:spLocks noGrp="1" noRot="1" noChangeAspect="1"/>
          </p:cNvSpPr>
          <p:nvPr>
            <p:ph type="sldImg"/>
          </p:nvPr>
        </p:nvSpPr>
        <p:spPr>
          <a:xfrm>
            <a:off x="547688" y="612775"/>
            <a:ext cx="5762625" cy="3241675"/>
          </a:xfrm>
        </p:spPr>
      </p:sp>
      <p:sp>
        <p:nvSpPr>
          <p:cNvPr id="7" name="Notes Placeholder 6"/>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254426430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hyperlink" Target="http://global.sap.com/corporate-en/legal/copyright/index.epx" TargetMode="External"/><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hyperlink" Target="http://www.sap.com/corporate-de/legal/copyright/index.epx"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over with image">
    <p:spTree>
      <p:nvGrpSpPr>
        <p:cNvPr id="1" name=""/>
        <p:cNvGrpSpPr/>
        <p:nvPr/>
      </p:nvGrpSpPr>
      <p:grpSpPr>
        <a:xfrm>
          <a:off x="0" y="0"/>
          <a:ext cx="0" cy="0"/>
          <a:chOff x="0" y="0"/>
          <a:chExt cx="0" cy="0"/>
        </a:xfrm>
      </p:grpSpPr>
      <p:pic>
        <p:nvPicPr>
          <p:cNvPr id="21" name="Picture 20"/>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88000" y="6217668"/>
            <a:ext cx="1578462" cy="360000"/>
          </a:xfrm>
          <a:prstGeom prst="rect">
            <a:avLst/>
          </a:prstGeom>
        </p:spPr>
      </p:pic>
      <p:sp>
        <p:nvSpPr>
          <p:cNvPr id="5" name="Cover Image Placeholder"/>
          <p:cNvSpPr>
            <a:spLocks noGrp="1"/>
          </p:cNvSpPr>
          <p:nvPr>
            <p:ph type="pic" sz="quarter" idx="12" hasCustomPrompt="1"/>
          </p:nvPr>
        </p:nvSpPr>
        <p:spPr>
          <a:xfrm>
            <a:off x="1" y="0"/>
            <a:ext cx="12195175" cy="3430006"/>
          </a:xfrm>
          <a:solidFill>
            <a:schemeClr val="tx2">
              <a:alpha val="70000"/>
            </a:schemeClr>
          </a:solidFill>
        </p:spPr>
        <p:txBody>
          <a:bodyPr tIns="504000"/>
          <a:lstStyle>
            <a:lvl1pPr algn="ctr">
              <a:defRPr sz="1600">
                <a:solidFill>
                  <a:schemeClr val="tx1"/>
                </a:solidFill>
              </a:defRPr>
            </a:lvl1pPr>
          </a:lstStyle>
          <a:p>
            <a:r>
              <a:rPr lang="en-US" dirty="0"/>
              <a:t>Click to insert title image</a:t>
            </a:r>
          </a:p>
        </p:txBody>
      </p:sp>
      <p:grpSp>
        <p:nvGrpSpPr>
          <p:cNvPr id="2" name="Group 1"/>
          <p:cNvGrpSpPr/>
          <p:nvPr userDrawn="1"/>
        </p:nvGrpSpPr>
        <p:grpSpPr>
          <a:xfrm>
            <a:off x="9171173" y="0"/>
            <a:ext cx="3024002" cy="3430006"/>
            <a:chOff x="9171173" y="0"/>
            <a:chExt cx="3024002" cy="3430006"/>
          </a:xfrm>
        </p:grpSpPr>
        <p:sp>
          <p:nvSpPr>
            <p:cNvPr id="17" name="Rectangle 16"/>
            <p:cNvSpPr/>
            <p:nvPr userDrawn="1"/>
          </p:nvSpPr>
          <p:spPr bwMode="gray">
            <a:xfrm>
              <a:off x="11187175" y="0"/>
              <a:ext cx="1008000" cy="3430006"/>
            </a:xfrm>
            <a:prstGeom prst="rect">
              <a:avLst/>
            </a:prstGeom>
            <a:solidFill>
              <a:schemeClr val="accent1"/>
            </a:solidFill>
            <a:ln w="6350" algn="ctr">
              <a:noFill/>
              <a:miter lim="800000"/>
              <a:headEnd/>
              <a:tailEnd/>
            </a:ln>
          </p:spPr>
          <p:txBody>
            <a:bodyPr lIns="90000" tIns="72000" rIns="90000" bIns="72000" rtlCol="0" anchor="ctr"/>
            <a:lstStyle/>
            <a:p>
              <a:pPr marR="0" algn="ctr" defTabSz="914217" eaLnBrk="1" fontAlgn="base" latinLnBrk="0" hangingPunct="1">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18" name="Rectangle 17"/>
            <p:cNvSpPr/>
            <p:nvPr userDrawn="1"/>
          </p:nvSpPr>
          <p:spPr bwMode="gray">
            <a:xfrm>
              <a:off x="10179174" y="0"/>
              <a:ext cx="1008000" cy="3430006"/>
            </a:xfrm>
            <a:prstGeom prst="rect">
              <a:avLst/>
            </a:prstGeom>
            <a:solidFill>
              <a:schemeClr val="accent1">
                <a:alpha val="70000"/>
              </a:schemeClr>
            </a:solidFill>
            <a:ln w="6350" algn="ctr">
              <a:noFill/>
              <a:miter lim="800000"/>
              <a:headEnd/>
              <a:tailEnd/>
            </a:ln>
          </p:spPr>
          <p:txBody>
            <a:bodyPr lIns="90000" tIns="72000" rIns="90000" bIns="72000" rtlCol="0" anchor="ctr"/>
            <a:lstStyle/>
            <a:p>
              <a:pPr marR="0" algn="ctr" defTabSz="914217" eaLnBrk="1" fontAlgn="base" latinLnBrk="0" hangingPunct="1">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22" name="Rectangle 21"/>
            <p:cNvSpPr/>
            <p:nvPr userDrawn="1"/>
          </p:nvSpPr>
          <p:spPr bwMode="gray">
            <a:xfrm>
              <a:off x="9171173" y="0"/>
              <a:ext cx="1008000" cy="3430006"/>
            </a:xfrm>
            <a:prstGeom prst="rect">
              <a:avLst/>
            </a:prstGeom>
            <a:solidFill>
              <a:schemeClr val="accent1">
                <a:alpha val="40000"/>
              </a:schemeClr>
            </a:solidFill>
            <a:ln w="6350" algn="ctr">
              <a:noFill/>
              <a:miter lim="800000"/>
              <a:headEnd/>
              <a:tailEnd/>
            </a:ln>
          </p:spPr>
          <p:txBody>
            <a:bodyPr lIns="90000" tIns="72000" rIns="90000" bIns="72000" rtlCol="0" anchor="ctr"/>
            <a:lstStyle/>
            <a:p>
              <a:pPr marR="0" algn="ctr" defTabSz="914217" eaLnBrk="1" fontAlgn="base" latinLnBrk="0" hangingPunct="1">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grpSp>
      <p:sp>
        <p:nvSpPr>
          <p:cNvPr id="13" name="Classification"/>
          <p:cNvSpPr txBox="1"/>
          <p:nvPr userDrawn="1"/>
        </p:nvSpPr>
        <p:spPr>
          <a:xfrm>
            <a:off x="288000" y="5769666"/>
            <a:ext cx="4204855" cy="138499"/>
          </a:xfrm>
          <a:prstGeom prst="rect">
            <a:avLst/>
          </a:prstGeom>
        </p:spPr>
        <p:txBody>
          <a:bodyPr vert="horz" lIns="0" tIns="0" rIns="0" bIns="0" rtlCol="0">
            <a:noAutofit/>
          </a:bodyPr>
          <a:lstStyle>
            <a:lvl1pPr lvl="0" indent="0">
              <a:spcBef>
                <a:spcPts val="0"/>
              </a:spcBef>
              <a:buClr>
                <a:schemeClr val="accent1"/>
              </a:buClr>
              <a:buSzPct val="80000"/>
              <a:buFontTx/>
              <a:buNone/>
              <a:defRPr sz="1000" b="0">
                <a:latin typeface="+mn-lt"/>
              </a:defRPr>
            </a:lvl1pPr>
            <a:lvl2pPr marL="180000" indent="-180000">
              <a:spcBef>
                <a:spcPts val="600"/>
              </a:spcBef>
              <a:buClr>
                <a:schemeClr val="accent1"/>
              </a:buClr>
              <a:buFont typeface="Wingdings" pitchFamily="2" charset="2"/>
              <a:buChar char="§"/>
              <a:defRPr sz="1800">
                <a:latin typeface="+mn-lt"/>
              </a:defRPr>
            </a:lvl2pPr>
            <a:lvl3pPr marL="360000" indent="-180000">
              <a:spcBef>
                <a:spcPts val="300"/>
              </a:spcBef>
              <a:buClr>
                <a:schemeClr val="tx1"/>
              </a:buClr>
              <a:buSzPct val="100000"/>
              <a:buFont typeface="Arial" panose="020B0604020202020204" pitchFamily="34" charset="0"/>
              <a:buChar char="–"/>
              <a:defRPr lang="en-US" sz="1800" noProof="0" dirty="0" smtClean="0">
                <a:latin typeface="+mn-lt"/>
              </a:defRPr>
            </a:lvl3pPr>
            <a:lvl4pPr marL="540000" indent="-180000">
              <a:spcBef>
                <a:spcPts val="300"/>
              </a:spcBef>
              <a:buClr>
                <a:schemeClr val="tx1"/>
              </a:buClr>
              <a:buSzPct val="120000"/>
              <a:buFont typeface="Arial" pitchFamily="34" charset="0"/>
              <a:buChar char="▫"/>
              <a:defRPr sz="1600">
                <a:latin typeface="+mn-lt"/>
              </a:defRPr>
            </a:lvl4pPr>
            <a:lvl5pPr marL="720000" indent="-180000">
              <a:spcBef>
                <a:spcPts val="100"/>
              </a:spcBef>
              <a:buClr>
                <a:schemeClr val="tx1"/>
              </a:buClr>
              <a:buSzPct val="100000"/>
              <a:buFont typeface="Symbol" panose="05050102010706020507" pitchFamily="18" charset="2"/>
              <a:buChar char="-"/>
              <a:defRPr sz="1400" baseline="0">
                <a:latin typeface="+mn-lt"/>
              </a:defRPr>
            </a:lvl5pPr>
            <a:lvl6pPr marL="2994134" indent="-272194">
              <a:spcBef>
                <a:spcPct val="20000"/>
              </a:spcBef>
              <a:buFont typeface="Arial" pitchFamily="34" charset="0"/>
              <a:buChar char="•"/>
              <a:defRPr sz="2400"/>
            </a:lvl6pPr>
            <a:lvl7pPr marL="3538522" indent="-272194">
              <a:spcBef>
                <a:spcPct val="20000"/>
              </a:spcBef>
              <a:buFont typeface="Arial" pitchFamily="34" charset="0"/>
              <a:buChar char="•"/>
              <a:defRPr sz="2400"/>
            </a:lvl7pPr>
            <a:lvl8pPr marL="4082910" indent="-272194">
              <a:spcBef>
                <a:spcPct val="20000"/>
              </a:spcBef>
              <a:buFont typeface="Arial" pitchFamily="34" charset="0"/>
              <a:buChar char="•"/>
              <a:defRPr sz="2400"/>
            </a:lvl8pPr>
            <a:lvl9pPr marL="4627298" indent="-272194">
              <a:spcBef>
                <a:spcPct val="20000"/>
              </a:spcBef>
              <a:buFont typeface="Arial" pitchFamily="34" charset="0"/>
              <a:buChar char="•"/>
              <a:defRPr sz="2400"/>
            </a:lvl9pPr>
          </a:lstStyle>
          <a:p>
            <a:pPr lvl="0" algn="l"/>
            <a:r>
              <a:rPr lang="en-US" sz="900" b="0" dirty="0"/>
              <a:t>INTERNAL</a:t>
            </a:r>
          </a:p>
        </p:txBody>
      </p:sp>
      <p:sp>
        <p:nvSpPr>
          <p:cNvPr id="19" name="Speaker"/>
          <p:cNvSpPr>
            <a:spLocks noGrp="1"/>
          </p:cNvSpPr>
          <p:nvPr userDrawn="1">
            <p:ph type="subTitle" idx="1" hasCustomPrompt="1"/>
          </p:nvPr>
        </p:nvSpPr>
        <p:spPr bwMode="gray">
          <a:xfrm>
            <a:off x="288000" y="5130489"/>
            <a:ext cx="10900800" cy="430887"/>
          </a:xfrm>
        </p:spPr>
        <p:txBody>
          <a:bodyPr wrap="square" anchor="t" anchorCtr="0">
            <a:noAutofit/>
          </a:bodyPr>
          <a:lstStyle>
            <a:lvl1pPr marL="0" marR="0" indent="0" algn="l" defTabSz="1088558" rtl="0" eaLnBrk="1" fontAlgn="auto" latinLnBrk="0" hangingPunct="1">
              <a:lnSpc>
                <a:spcPct val="100000"/>
              </a:lnSpc>
              <a:spcBef>
                <a:spcPts val="0"/>
              </a:spcBef>
              <a:spcAft>
                <a:spcPts val="0"/>
              </a:spcAft>
              <a:buClr>
                <a:schemeClr val="accent1"/>
              </a:buClr>
              <a:buSzPct val="80000"/>
              <a:buFontTx/>
              <a:buNone/>
              <a:tabLst/>
              <a:defRPr sz="1400" b="0" baseline="0">
                <a:solidFill>
                  <a:schemeClr val="tx1"/>
                </a:solidFill>
              </a:defRPr>
            </a:lvl1pPr>
            <a:lvl2pPr marL="544279" indent="0" algn="ctr">
              <a:buNone/>
              <a:defRPr>
                <a:solidFill>
                  <a:schemeClr val="tx1">
                    <a:tint val="75000"/>
                  </a:schemeClr>
                </a:solidFill>
              </a:defRPr>
            </a:lvl2pPr>
            <a:lvl3pPr marL="1088558" indent="0" algn="ctr">
              <a:buNone/>
              <a:defRPr>
                <a:solidFill>
                  <a:schemeClr val="tx1">
                    <a:tint val="75000"/>
                  </a:schemeClr>
                </a:solidFill>
              </a:defRPr>
            </a:lvl3pPr>
            <a:lvl4pPr marL="1632837" indent="0" algn="ctr">
              <a:buNone/>
              <a:defRPr>
                <a:solidFill>
                  <a:schemeClr val="tx1">
                    <a:tint val="75000"/>
                  </a:schemeClr>
                </a:solidFill>
              </a:defRPr>
            </a:lvl4pPr>
            <a:lvl5pPr marL="2177116" indent="0" algn="ctr">
              <a:buNone/>
              <a:defRPr>
                <a:solidFill>
                  <a:schemeClr val="tx1">
                    <a:tint val="75000"/>
                  </a:schemeClr>
                </a:solidFill>
              </a:defRPr>
            </a:lvl5pPr>
            <a:lvl6pPr marL="2721396" indent="0" algn="ctr">
              <a:buNone/>
              <a:defRPr>
                <a:solidFill>
                  <a:schemeClr val="tx1">
                    <a:tint val="75000"/>
                  </a:schemeClr>
                </a:solidFill>
              </a:defRPr>
            </a:lvl6pPr>
            <a:lvl7pPr marL="3265675" indent="0" algn="ctr">
              <a:buNone/>
              <a:defRPr>
                <a:solidFill>
                  <a:schemeClr val="tx1">
                    <a:tint val="75000"/>
                  </a:schemeClr>
                </a:solidFill>
              </a:defRPr>
            </a:lvl7pPr>
            <a:lvl8pPr marL="3809954" indent="0" algn="ctr">
              <a:buNone/>
              <a:defRPr>
                <a:solidFill>
                  <a:schemeClr val="tx1">
                    <a:tint val="75000"/>
                  </a:schemeClr>
                </a:solidFill>
              </a:defRPr>
            </a:lvl8pPr>
            <a:lvl9pPr marL="4354233" indent="0" algn="ctr">
              <a:buNone/>
              <a:defRPr>
                <a:solidFill>
                  <a:schemeClr val="tx1">
                    <a:tint val="75000"/>
                  </a:schemeClr>
                </a:solidFill>
              </a:defRPr>
            </a:lvl9pPr>
          </a:lstStyle>
          <a:p>
            <a:r>
              <a:rPr lang="en-US" dirty="0"/>
              <a:t>Speaker’s Name, SAP</a:t>
            </a:r>
          </a:p>
          <a:p>
            <a:pPr marL="0" marR="0" lvl="0" indent="0" algn="l" defTabSz="1088558" rtl="0" eaLnBrk="1" fontAlgn="auto" latinLnBrk="0" hangingPunct="1">
              <a:lnSpc>
                <a:spcPct val="100000"/>
              </a:lnSpc>
              <a:spcBef>
                <a:spcPts val="0"/>
              </a:spcBef>
              <a:spcAft>
                <a:spcPts val="0"/>
              </a:spcAft>
              <a:buClr>
                <a:schemeClr val="accent1"/>
              </a:buClr>
              <a:buSzPct val="80000"/>
              <a:buFontTx/>
              <a:buNone/>
              <a:tabLst/>
              <a:defRPr/>
            </a:pPr>
            <a:r>
              <a:rPr lang="en-US" dirty="0"/>
              <a:t>Month 00, 2017</a:t>
            </a:r>
          </a:p>
        </p:txBody>
      </p:sp>
      <p:sp>
        <p:nvSpPr>
          <p:cNvPr id="20" name="Presentation Title"/>
          <p:cNvSpPr>
            <a:spLocks noGrp="1"/>
          </p:cNvSpPr>
          <p:nvPr userDrawn="1">
            <p:ph type="body" sz="quarter" idx="14" hasCustomPrompt="1"/>
          </p:nvPr>
        </p:nvSpPr>
        <p:spPr>
          <a:xfrm>
            <a:off x="288000" y="4024430"/>
            <a:ext cx="10899174" cy="997196"/>
          </a:xfrm>
        </p:spPr>
        <p:txBody>
          <a:bodyPr wrap="square">
            <a:spAutoFit/>
          </a:bodyPr>
          <a:lstStyle>
            <a:lvl1pPr>
              <a:lnSpc>
                <a:spcPct val="90000"/>
              </a:lnSpc>
              <a:spcBef>
                <a:spcPts val="0"/>
              </a:spcBef>
              <a:defRPr sz="3600" b="1" baseline="0"/>
            </a:lvl1pPr>
          </a:lstStyle>
          <a:p>
            <a:pPr lvl="0"/>
            <a:r>
              <a:rPr lang="en-US" dirty="0"/>
              <a:t>Presentation Title </a:t>
            </a:r>
            <a:br>
              <a:rPr lang="en-US" dirty="0"/>
            </a:br>
            <a:r>
              <a:rPr lang="en-US" dirty="0"/>
              <a:t>Goes Here and Here.</a:t>
            </a:r>
          </a:p>
        </p:txBody>
      </p:sp>
    </p:spTree>
    <p:extLst>
      <p:ext uri="{BB962C8B-B14F-4D97-AF65-F5344CB8AC3E}">
        <p14:creationId xmlns:p14="http://schemas.microsoft.com/office/powerpoint/2010/main" val="2452717617"/>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over with illustration scene art">
    <p:spTree>
      <p:nvGrpSpPr>
        <p:cNvPr id="1" name=""/>
        <p:cNvGrpSpPr/>
        <p:nvPr/>
      </p:nvGrpSpPr>
      <p:grpSpPr>
        <a:xfrm>
          <a:off x="0" y="0"/>
          <a:ext cx="0" cy="0"/>
          <a:chOff x="0" y="0"/>
          <a:chExt cx="0" cy="0"/>
        </a:xfrm>
      </p:grpSpPr>
      <p:pic>
        <p:nvPicPr>
          <p:cNvPr id="21" name="Picture 20"/>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88000" y="6217668"/>
            <a:ext cx="1578462" cy="360000"/>
          </a:xfrm>
          <a:prstGeom prst="rect">
            <a:avLst/>
          </a:prstGeom>
        </p:spPr>
      </p:pic>
      <p:sp>
        <p:nvSpPr>
          <p:cNvPr id="5" name="Cover Image Placeholder"/>
          <p:cNvSpPr>
            <a:spLocks noGrp="1"/>
          </p:cNvSpPr>
          <p:nvPr>
            <p:ph type="pic" sz="quarter" idx="12" hasCustomPrompt="1"/>
          </p:nvPr>
        </p:nvSpPr>
        <p:spPr>
          <a:xfrm>
            <a:off x="1" y="0"/>
            <a:ext cx="12195175" cy="3430006"/>
          </a:xfrm>
          <a:noFill/>
        </p:spPr>
        <p:txBody>
          <a:bodyPr tIns="504000"/>
          <a:lstStyle>
            <a:lvl1pPr algn="ctr">
              <a:defRPr sz="1600">
                <a:solidFill>
                  <a:schemeClr val="tx1"/>
                </a:solidFill>
              </a:defRPr>
            </a:lvl1pPr>
          </a:lstStyle>
          <a:p>
            <a:r>
              <a:rPr lang="en-US" dirty="0"/>
              <a:t>Click to insert illustration</a:t>
            </a:r>
          </a:p>
        </p:txBody>
      </p:sp>
      <p:sp>
        <p:nvSpPr>
          <p:cNvPr id="13" name="Classification"/>
          <p:cNvSpPr txBox="1"/>
          <p:nvPr userDrawn="1"/>
        </p:nvSpPr>
        <p:spPr>
          <a:xfrm>
            <a:off x="288000" y="5769666"/>
            <a:ext cx="4204855" cy="138499"/>
          </a:xfrm>
          <a:prstGeom prst="rect">
            <a:avLst/>
          </a:prstGeom>
        </p:spPr>
        <p:txBody>
          <a:bodyPr vert="horz" lIns="0" tIns="0" rIns="0" bIns="0" rtlCol="0">
            <a:noAutofit/>
          </a:bodyPr>
          <a:lstStyle>
            <a:lvl1pPr lvl="0" indent="0">
              <a:spcBef>
                <a:spcPts val="0"/>
              </a:spcBef>
              <a:buClr>
                <a:schemeClr val="accent1"/>
              </a:buClr>
              <a:buSzPct val="80000"/>
              <a:buFontTx/>
              <a:buNone/>
              <a:defRPr sz="1000" b="0">
                <a:latin typeface="+mn-lt"/>
              </a:defRPr>
            </a:lvl1pPr>
            <a:lvl2pPr marL="180000" indent="-180000">
              <a:spcBef>
                <a:spcPts val="600"/>
              </a:spcBef>
              <a:buClr>
                <a:schemeClr val="accent1"/>
              </a:buClr>
              <a:buFont typeface="Wingdings" pitchFamily="2" charset="2"/>
              <a:buChar char="§"/>
              <a:defRPr sz="1800">
                <a:latin typeface="+mn-lt"/>
              </a:defRPr>
            </a:lvl2pPr>
            <a:lvl3pPr marL="360000" indent="-180000">
              <a:spcBef>
                <a:spcPts val="300"/>
              </a:spcBef>
              <a:buClr>
                <a:schemeClr val="tx1"/>
              </a:buClr>
              <a:buSzPct val="100000"/>
              <a:buFont typeface="Arial" panose="020B0604020202020204" pitchFamily="34" charset="0"/>
              <a:buChar char="–"/>
              <a:defRPr lang="en-US" sz="1800" noProof="0" dirty="0" smtClean="0">
                <a:latin typeface="+mn-lt"/>
              </a:defRPr>
            </a:lvl3pPr>
            <a:lvl4pPr marL="540000" indent="-180000">
              <a:spcBef>
                <a:spcPts val="300"/>
              </a:spcBef>
              <a:buClr>
                <a:schemeClr val="tx1"/>
              </a:buClr>
              <a:buSzPct val="120000"/>
              <a:buFont typeface="Arial" pitchFamily="34" charset="0"/>
              <a:buChar char="▫"/>
              <a:defRPr sz="1600">
                <a:latin typeface="+mn-lt"/>
              </a:defRPr>
            </a:lvl4pPr>
            <a:lvl5pPr marL="720000" indent="-180000">
              <a:spcBef>
                <a:spcPts val="100"/>
              </a:spcBef>
              <a:buClr>
                <a:schemeClr val="tx1"/>
              </a:buClr>
              <a:buSzPct val="100000"/>
              <a:buFont typeface="Symbol" panose="05050102010706020507" pitchFamily="18" charset="2"/>
              <a:buChar char="-"/>
              <a:defRPr sz="1400" baseline="0">
                <a:latin typeface="+mn-lt"/>
              </a:defRPr>
            </a:lvl5pPr>
            <a:lvl6pPr marL="2994134" indent="-272194">
              <a:spcBef>
                <a:spcPct val="20000"/>
              </a:spcBef>
              <a:buFont typeface="Arial" pitchFamily="34" charset="0"/>
              <a:buChar char="•"/>
              <a:defRPr sz="2400"/>
            </a:lvl6pPr>
            <a:lvl7pPr marL="3538522" indent="-272194">
              <a:spcBef>
                <a:spcPct val="20000"/>
              </a:spcBef>
              <a:buFont typeface="Arial" pitchFamily="34" charset="0"/>
              <a:buChar char="•"/>
              <a:defRPr sz="2400"/>
            </a:lvl7pPr>
            <a:lvl8pPr marL="4082910" indent="-272194">
              <a:spcBef>
                <a:spcPct val="20000"/>
              </a:spcBef>
              <a:buFont typeface="Arial" pitchFamily="34" charset="0"/>
              <a:buChar char="•"/>
              <a:defRPr sz="2400"/>
            </a:lvl8pPr>
            <a:lvl9pPr marL="4627298" indent="-272194">
              <a:spcBef>
                <a:spcPct val="20000"/>
              </a:spcBef>
              <a:buFont typeface="Arial" pitchFamily="34" charset="0"/>
              <a:buChar char="•"/>
              <a:defRPr sz="2400"/>
            </a:lvl9pPr>
          </a:lstStyle>
          <a:p>
            <a:pPr lvl="0" algn="l"/>
            <a:r>
              <a:rPr lang="en-US" sz="900" b="0" dirty="0"/>
              <a:t>INTERNAL</a:t>
            </a:r>
          </a:p>
        </p:txBody>
      </p:sp>
      <p:sp>
        <p:nvSpPr>
          <p:cNvPr id="19" name="Speaker"/>
          <p:cNvSpPr>
            <a:spLocks noGrp="1"/>
          </p:cNvSpPr>
          <p:nvPr userDrawn="1">
            <p:ph type="subTitle" idx="1" hasCustomPrompt="1"/>
          </p:nvPr>
        </p:nvSpPr>
        <p:spPr bwMode="gray">
          <a:xfrm>
            <a:off x="288000" y="5130489"/>
            <a:ext cx="10900800" cy="430887"/>
          </a:xfrm>
        </p:spPr>
        <p:txBody>
          <a:bodyPr wrap="square" anchor="t" anchorCtr="0">
            <a:noAutofit/>
          </a:bodyPr>
          <a:lstStyle>
            <a:lvl1pPr marL="0" marR="0" indent="0" algn="l" defTabSz="1088558" rtl="0" eaLnBrk="1" fontAlgn="auto" latinLnBrk="0" hangingPunct="1">
              <a:lnSpc>
                <a:spcPct val="100000"/>
              </a:lnSpc>
              <a:spcBef>
                <a:spcPts val="0"/>
              </a:spcBef>
              <a:spcAft>
                <a:spcPts val="0"/>
              </a:spcAft>
              <a:buClr>
                <a:schemeClr val="accent1"/>
              </a:buClr>
              <a:buSzPct val="80000"/>
              <a:buFontTx/>
              <a:buNone/>
              <a:tabLst/>
              <a:defRPr sz="1400" b="0" baseline="0">
                <a:solidFill>
                  <a:schemeClr val="tx1"/>
                </a:solidFill>
              </a:defRPr>
            </a:lvl1pPr>
            <a:lvl2pPr marL="544279" indent="0" algn="ctr">
              <a:buNone/>
              <a:defRPr>
                <a:solidFill>
                  <a:schemeClr val="tx1">
                    <a:tint val="75000"/>
                  </a:schemeClr>
                </a:solidFill>
              </a:defRPr>
            </a:lvl2pPr>
            <a:lvl3pPr marL="1088558" indent="0" algn="ctr">
              <a:buNone/>
              <a:defRPr>
                <a:solidFill>
                  <a:schemeClr val="tx1">
                    <a:tint val="75000"/>
                  </a:schemeClr>
                </a:solidFill>
              </a:defRPr>
            </a:lvl3pPr>
            <a:lvl4pPr marL="1632837" indent="0" algn="ctr">
              <a:buNone/>
              <a:defRPr>
                <a:solidFill>
                  <a:schemeClr val="tx1">
                    <a:tint val="75000"/>
                  </a:schemeClr>
                </a:solidFill>
              </a:defRPr>
            </a:lvl4pPr>
            <a:lvl5pPr marL="2177116" indent="0" algn="ctr">
              <a:buNone/>
              <a:defRPr>
                <a:solidFill>
                  <a:schemeClr val="tx1">
                    <a:tint val="75000"/>
                  </a:schemeClr>
                </a:solidFill>
              </a:defRPr>
            </a:lvl5pPr>
            <a:lvl6pPr marL="2721396" indent="0" algn="ctr">
              <a:buNone/>
              <a:defRPr>
                <a:solidFill>
                  <a:schemeClr val="tx1">
                    <a:tint val="75000"/>
                  </a:schemeClr>
                </a:solidFill>
              </a:defRPr>
            </a:lvl6pPr>
            <a:lvl7pPr marL="3265675" indent="0" algn="ctr">
              <a:buNone/>
              <a:defRPr>
                <a:solidFill>
                  <a:schemeClr val="tx1">
                    <a:tint val="75000"/>
                  </a:schemeClr>
                </a:solidFill>
              </a:defRPr>
            </a:lvl7pPr>
            <a:lvl8pPr marL="3809954" indent="0" algn="ctr">
              <a:buNone/>
              <a:defRPr>
                <a:solidFill>
                  <a:schemeClr val="tx1">
                    <a:tint val="75000"/>
                  </a:schemeClr>
                </a:solidFill>
              </a:defRPr>
            </a:lvl8pPr>
            <a:lvl9pPr marL="4354233" indent="0" algn="ctr">
              <a:buNone/>
              <a:defRPr>
                <a:solidFill>
                  <a:schemeClr val="tx1">
                    <a:tint val="75000"/>
                  </a:schemeClr>
                </a:solidFill>
              </a:defRPr>
            </a:lvl9pPr>
          </a:lstStyle>
          <a:p>
            <a:r>
              <a:rPr lang="en-US" dirty="0"/>
              <a:t>Speaker’s Name, SAP</a:t>
            </a:r>
          </a:p>
          <a:p>
            <a:pPr marL="0" marR="0" lvl="0" indent="0" algn="l" defTabSz="1088558" rtl="0" eaLnBrk="1" fontAlgn="auto" latinLnBrk="0" hangingPunct="1">
              <a:lnSpc>
                <a:spcPct val="100000"/>
              </a:lnSpc>
              <a:spcBef>
                <a:spcPts val="0"/>
              </a:spcBef>
              <a:spcAft>
                <a:spcPts val="0"/>
              </a:spcAft>
              <a:buClr>
                <a:schemeClr val="accent1"/>
              </a:buClr>
              <a:buSzPct val="80000"/>
              <a:buFontTx/>
              <a:buNone/>
              <a:tabLst/>
              <a:defRPr/>
            </a:pPr>
            <a:r>
              <a:rPr lang="en-US" dirty="0"/>
              <a:t>Month 00, 2017</a:t>
            </a:r>
          </a:p>
        </p:txBody>
      </p:sp>
      <p:sp>
        <p:nvSpPr>
          <p:cNvPr id="20" name="Presentation Title"/>
          <p:cNvSpPr>
            <a:spLocks noGrp="1"/>
          </p:cNvSpPr>
          <p:nvPr userDrawn="1">
            <p:ph type="body" sz="quarter" idx="14" hasCustomPrompt="1"/>
          </p:nvPr>
        </p:nvSpPr>
        <p:spPr>
          <a:xfrm>
            <a:off x="288000" y="4024430"/>
            <a:ext cx="10899174" cy="997196"/>
          </a:xfrm>
        </p:spPr>
        <p:txBody>
          <a:bodyPr wrap="square">
            <a:spAutoFit/>
          </a:bodyPr>
          <a:lstStyle>
            <a:lvl1pPr>
              <a:lnSpc>
                <a:spcPct val="90000"/>
              </a:lnSpc>
              <a:spcBef>
                <a:spcPts val="0"/>
              </a:spcBef>
              <a:defRPr sz="3600" b="1" baseline="0"/>
            </a:lvl1pPr>
          </a:lstStyle>
          <a:p>
            <a:pPr lvl="0"/>
            <a:r>
              <a:rPr lang="en-US" dirty="0"/>
              <a:t>Presentation Title </a:t>
            </a:r>
            <a:br>
              <a:rPr lang="en-US" dirty="0"/>
            </a:br>
            <a:r>
              <a:rPr lang="en-US" dirty="0"/>
              <a:t>Goes Here and Here.</a:t>
            </a:r>
          </a:p>
        </p:txBody>
      </p:sp>
    </p:spTree>
    <p:extLst>
      <p:ext uri="{BB962C8B-B14F-4D97-AF65-F5344CB8AC3E}">
        <p14:creationId xmlns:p14="http://schemas.microsoft.com/office/powerpoint/2010/main" val="1344849368"/>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Cover white">
    <p:spTree>
      <p:nvGrpSpPr>
        <p:cNvPr id="1" name=""/>
        <p:cNvGrpSpPr/>
        <p:nvPr/>
      </p:nvGrpSpPr>
      <p:grpSpPr>
        <a:xfrm>
          <a:off x="0" y="0"/>
          <a:ext cx="0" cy="0"/>
          <a:chOff x="0" y="0"/>
          <a:chExt cx="0" cy="0"/>
        </a:xfrm>
      </p:grpSpPr>
      <p:sp>
        <p:nvSpPr>
          <p:cNvPr id="24" name="Classification"/>
          <p:cNvSpPr txBox="1"/>
          <p:nvPr userDrawn="1"/>
        </p:nvSpPr>
        <p:spPr>
          <a:xfrm>
            <a:off x="288000" y="5093865"/>
            <a:ext cx="4204855" cy="153852"/>
          </a:xfrm>
          <a:prstGeom prst="rect">
            <a:avLst/>
          </a:prstGeom>
        </p:spPr>
        <p:txBody>
          <a:bodyPr vert="horz" lIns="0" tIns="0" rIns="0" bIns="0" rtlCol="0">
            <a:noAutofit/>
          </a:bodyPr>
          <a:lstStyle>
            <a:lvl1pPr lvl="0" indent="0">
              <a:spcBef>
                <a:spcPts val="0"/>
              </a:spcBef>
              <a:buClr>
                <a:schemeClr val="accent1"/>
              </a:buClr>
              <a:buSzPct val="80000"/>
              <a:buFontTx/>
              <a:buNone/>
              <a:defRPr sz="1000" b="0">
                <a:latin typeface="+mn-lt"/>
              </a:defRPr>
            </a:lvl1pPr>
            <a:lvl2pPr marL="180000" indent="-180000">
              <a:spcBef>
                <a:spcPts val="600"/>
              </a:spcBef>
              <a:buClr>
                <a:schemeClr val="accent1"/>
              </a:buClr>
              <a:buFont typeface="Wingdings" pitchFamily="2" charset="2"/>
              <a:buChar char="§"/>
              <a:defRPr sz="1800">
                <a:latin typeface="+mn-lt"/>
              </a:defRPr>
            </a:lvl2pPr>
            <a:lvl3pPr marL="360000" indent="-180000">
              <a:spcBef>
                <a:spcPts val="300"/>
              </a:spcBef>
              <a:buClr>
                <a:schemeClr val="tx1"/>
              </a:buClr>
              <a:buSzPct val="100000"/>
              <a:buFont typeface="Arial" panose="020B0604020202020204" pitchFamily="34" charset="0"/>
              <a:buChar char="–"/>
              <a:defRPr lang="en-US" sz="1800" noProof="0" dirty="0" smtClean="0">
                <a:latin typeface="+mn-lt"/>
              </a:defRPr>
            </a:lvl3pPr>
            <a:lvl4pPr marL="540000" indent="-180000">
              <a:spcBef>
                <a:spcPts val="300"/>
              </a:spcBef>
              <a:buClr>
                <a:schemeClr val="tx1"/>
              </a:buClr>
              <a:buSzPct val="120000"/>
              <a:buFont typeface="Arial" pitchFamily="34" charset="0"/>
              <a:buChar char="▫"/>
              <a:defRPr sz="1600">
                <a:latin typeface="+mn-lt"/>
              </a:defRPr>
            </a:lvl4pPr>
            <a:lvl5pPr marL="720000" indent="-180000">
              <a:spcBef>
                <a:spcPts val="100"/>
              </a:spcBef>
              <a:buClr>
                <a:schemeClr val="tx1"/>
              </a:buClr>
              <a:buSzPct val="100000"/>
              <a:buFont typeface="Symbol" panose="05050102010706020507" pitchFamily="18" charset="2"/>
              <a:buChar char="-"/>
              <a:defRPr sz="1400" baseline="0">
                <a:latin typeface="+mn-lt"/>
              </a:defRPr>
            </a:lvl5pPr>
            <a:lvl6pPr marL="2994134" indent="-272194">
              <a:spcBef>
                <a:spcPct val="20000"/>
              </a:spcBef>
              <a:buFont typeface="Arial" pitchFamily="34" charset="0"/>
              <a:buChar char="•"/>
              <a:defRPr sz="2400"/>
            </a:lvl6pPr>
            <a:lvl7pPr marL="3538522" indent="-272194">
              <a:spcBef>
                <a:spcPct val="20000"/>
              </a:spcBef>
              <a:buFont typeface="Arial" pitchFamily="34" charset="0"/>
              <a:buChar char="•"/>
              <a:defRPr sz="2400"/>
            </a:lvl7pPr>
            <a:lvl8pPr marL="4082910" indent="-272194">
              <a:spcBef>
                <a:spcPct val="20000"/>
              </a:spcBef>
              <a:buFont typeface="Arial" pitchFamily="34" charset="0"/>
              <a:buChar char="•"/>
              <a:defRPr sz="2400"/>
            </a:lvl8pPr>
            <a:lvl9pPr marL="4627298" indent="-272194">
              <a:spcBef>
                <a:spcPct val="20000"/>
              </a:spcBef>
              <a:buFont typeface="Arial" pitchFamily="34" charset="0"/>
              <a:buChar char="•"/>
              <a:defRPr sz="2400"/>
            </a:lvl9pPr>
          </a:lstStyle>
          <a:p>
            <a:pPr lvl="0" algn="l"/>
            <a:r>
              <a:rPr lang="en-US" sz="900" b="0" dirty="0"/>
              <a:t>INTERNAL</a:t>
            </a:r>
          </a:p>
        </p:txBody>
      </p:sp>
      <p:sp>
        <p:nvSpPr>
          <p:cNvPr id="6" name="Speaker"/>
          <p:cNvSpPr>
            <a:spLocks noGrp="1"/>
          </p:cNvSpPr>
          <p:nvPr userDrawn="1">
            <p:ph type="subTitle" idx="1" hasCustomPrompt="1"/>
          </p:nvPr>
        </p:nvSpPr>
        <p:spPr bwMode="gray">
          <a:xfrm>
            <a:off x="288000" y="4268503"/>
            <a:ext cx="8595171" cy="430887"/>
          </a:xfrm>
        </p:spPr>
        <p:txBody>
          <a:bodyPr wrap="square" anchor="t" anchorCtr="0">
            <a:noAutofit/>
          </a:bodyPr>
          <a:lstStyle>
            <a:lvl1pPr marL="0" marR="0" indent="0" algn="l" defTabSz="1088558" rtl="0" eaLnBrk="1" fontAlgn="auto" latinLnBrk="0" hangingPunct="1">
              <a:lnSpc>
                <a:spcPct val="100000"/>
              </a:lnSpc>
              <a:spcBef>
                <a:spcPts val="0"/>
              </a:spcBef>
              <a:spcAft>
                <a:spcPts val="0"/>
              </a:spcAft>
              <a:buClr>
                <a:schemeClr val="accent1"/>
              </a:buClr>
              <a:buSzPct val="80000"/>
              <a:buFontTx/>
              <a:buNone/>
              <a:tabLst/>
              <a:defRPr sz="1400" b="0" baseline="0">
                <a:solidFill>
                  <a:schemeClr val="tx1"/>
                </a:solidFill>
              </a:defRPr>
            </a:lvl1pPr>
            <a:lvl2pPr marL="544279" indent="0" algn="ctr">
              <a:buNone/>
              <a:defRPr>
                <a:solidFill>
                  <a:schemeClr val="tx1">
                    <a:tint val="75000"/>
                  </a:schemeClr>
                </a:solidFill>
              </a:defRPr>
            </a:lvl2pPr>
            <a:lvl3pPr marL="1088558" indent="0" algn="ctr">
              <a:buNone/>
              <a:defRPr>
                <a:solidFill>
                  <a:schemeClr val="tx1">
                    <a:tint val="75000"/>
                  </a:schemeClr>
                </a:solidFill>
              </a:defRPr>
            </a:lvl3pPr>
            <a:lvl4pPr marL="1632837" indent="0" algn="ctr">
              <a:buNone/>
              <a:defRPr>
                <a:solidFill>
                  <a:schemeClr val="tx1">
                    <a:tint val="75000"/>
                  </a:schemeClr>
                </a:solidFill>
              </a:defRPr>
            </a:lvl4pPr>
            <a:lvl5pPr marL="2177116" indent="0" algn="ctr">
              <a:buNone/>
              <a:defRPr>
                <a:solidFill>
                  <a:schemeClr val="tx1">
                    <a:tint val="75000"/>
                  </a:schemeClr>
                </a:solidFill>
              </a:defRPr>
            </a:lvl5pPr>
            <a:lvl6pPr marL="2721396" indent="0" algn="ctr">
              <a:buNone/>
              <a:defRPr>
                <a:solidFill>
                  <a:schemeClr val="tx1">
                    <a:tint val="75000"/>
                  </a:schemeClr>
                </a:solidFill>
              </a:defRPr>
            </a:lvl6pPr>
            <a:lvl7pPr marL="3265675" indent="0" algn="ctr">
              <a:buNone/>
              <a:defRPr>
                <a:solidFill>
                  <a:schemeClr val="tx1">
                    <a:tint val="75000"/>
                  </a:schemeClr>
                </a:solidFill>
              </a:defRPr>
            </a:lvl7pPr>
            <a:lvl8pPr marL="3809954" indent="0" algn="ctr">
              <a:buNone/>
              <a:defRPr>
                <a:solidFill>
                  <a:schemeClr val="tx1">
                    <a:tint val="75000"/>
                  </a:schemeClr>
                </a:solidFill>
              </a:defRPr>
            </a:lvl8pPr>
            <a:lvl9pPr marL="4354233" indent="0" algn="ctr">
              <a:buNone/>
              <a:defRPr>
                <a:solidFill>
                  <a:schemeClr val="tx1">
                    <a:tint val="75000"/>
                  </a:schemeClr>
                </a:solidFill>
              </a:defRPr>
            </a:lvl9pPr>
          </a:lstStyle>
          <a:p>
            <a:r>
              <a:rPr lang="en-US" dirty="0"/>
              <a:t>Speaker’s Name, SAP</a:t>
            </a:r>
          </a:p>
          <a:p>
            <a:pPr marL="0" marR="0" lvl="0" indent="0" algn="l" defTabSz="1088558" rtl="0" eaLnBrk="1" fontAlgn="auto" latinLnBrk="0" hangingPunct="1">
              <a:lnSpc>
                <a:spcPct val="100000"/>
              </a:lnSpc>
              <a:spcBef>
                <a:spcPts val="0"/>
              </a:spcBef>
              <a:spcAft>
                <a:spcPts val="0"/>
              </a:spcAft>
              <a:buClr>
                <a:schemeClr val="accent1"/>
              </a:buClr>
              <a:buSzPct val="80000"/>
              <a:buFontTx/>
              <a:buNone/>
              <a:tabLst/>
              <a:defRPr/>
            </a:pPr>
            <a:r>
              <a:rPr lang="en-US" dirty="0"/>
              <a:t>Month 00, 2017</a:t>
            </a:r>
          </a:p>
        </p:txBody>
      </p:sp>
      <p:sp>
        <p:nvSpPr>
          <p:cNvPr id="10" name="Presentation Title"/>
          <p:cNvSpPr>
            <a:spLocks noGrp="1"/>
          </p:cNvSpPr>
          <p:nvPr>
            <p:ph type="body" sz="quarter" idx="14" hasCustomPrompt="1"/>
          </p:nvPr>
        </p:nvSpPr>
        <p:spPr>
          <a:xfrm>
            <a:off x="288000" y="2706317"/>
            <a:ext cx="8595171" cy="997196"/>
          </a:xfrm>
        </p:spPr>
        <p:txBody>
          <a:bodyPr wrap="square">
            <a:noAutofit/>
          </a:bodyPr>
          <a:lstStyle>
            <a:lvl1pPr>
              <a:lnSpc>
                <a:spcPct val="90000"/>
              </a:lnSpc>
              <a:spcBef>
                <a:spcPts val="0"/>
              </a:spcBef>
              <a:defRPr sz="3600" b="1" baseline="0"/>
            </a:lvl1pPr>
          </a:lstStyle>
          <a:p>
            <a:pPr lvl="0"/>
            <a:r>
              <a:rPr lang="en-US" dirty="0"/>
              <a:t>Title Goes Here </a:t>
            </a:r>
            <a:br>
              <a:rPr lang="en-US" dirty="0"/>
            </a:br>
            <a:r>
              <a:rPr lang="en-US" dirty="0"/>
              <a:t>and Here and Here.</a:t>
            </a:r>
          </a:p>
        </p:txBody>
      </p:sp>
      <p:grpSp>
        <p:nvGrpSpPr>
          <p:cNvPr id="2" name="Group 1"/>
          <p:cNvGrpSpPr/>
          <p:nvPr userDrawn="1"/>
        </p:nvGrpSpPr>
        <p:grpSpPr>
          <a:xfrm>
            <a:off x="9171173" y="0"/>
            <a:ext cx="3024002" cy="6858000"/>
            <a:chOff x="9171173" y="0"/>
            <a:chExt cx="3024002" cy="6855990"/>
          </a:xfrm>
        </p:grpSpPr>
        <p:sp>
          <p:nvSpPr>
            <p:cNvPr id="17" name="Rectangle 16"/>
            <p:cNvSpPr/>
            <p:nvPr userDrawn="1"/>
          </p:nvSpPr>
          <p:spPr bwMode="gray">
            <a:xfrm>
              <a:off x="11187175" y="0"/>
              <a:ext cx="1008000" cy="6855990"/>
            </a:xfrm>
            <a:prstGeom prst="rect">
              <a:avLst/>
            </a:prstGeom>
            <a:solidFill>
              <a:schemeClr val="accent1"/>
            </a:solidFill>
            <a:ln w="6350" algn="ctr">
              <a:noFill/>
              <a:miter lim="800000"/>
              <a:headEnd/>
              <a:tailEnd/>
            </a:ln>
          </p:spPr>
          <p:txBody>
            <a:bodyPr lIns="90000" tIns="72000" rIns="90000" bIns="72000" rtlCol="0" anchor="ctr"/>
            <a:lstStyle/>
            <a:p>
              <a:pPr marR="0" algn="ctr" defTabSz="914217" eaLnBrk="1" fontAlgn="base" latinLnBrk="0" hangingPunct="1">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18" name="Rectangle 17"/>
            <p:cNvSpPr/>
            <p:nvPr userDrawn="1"/>
          </p:nvSpPr>
          <p:spPr bwMode="gray">
            <a:xfrm>
              <a:off x="10179174" y="0"/>
              <a:ext cx="1008000" cy="6855990"/>
            </a:xfrm>
            <a:prstGeom prst="rect">
              <a:avLst/>
            </a:prstGeom>
            <a:solidFill>
              <a:schemeClr val="accent1">
                <a:alpha val="70000"/>
              </a:schemeClr>
            </a:solidFill>
            <a:ln w="6350" algn="ctr">
              <a:noFill/>
              <a:miter lim="800000"/>
              <a:headEnd/>
              <a:tailEnd/>
            </a:ln>
          </p:spPr>
          <p:txBody>
            <a:bodyPr lIns="90000" tIns="72000" rIns="90000" bIns="72000" rtlCol="0" anchor="ctr"/>
            <a:lstStyle/>
            <a:p>
              <a:pPr marR="0" algn="ctr" defTabSz="914217" eaLnBrk="1" fontAlgn="base" latinLnBrk="0" hangingPunct="1">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22" name="Rectangle 21"/>
            <p:cNvSpPr/>
            <p:nvPr userDrawn="1"/>
          </p:nvSpPr>
          <p:spPr bwMode="gray">
            <a:xfrm>
              <a:off x="9171173" y="0"/>
              <a:ext cx="1008000" cy="6855990"/>
            </a:xfrm>
            <a:prstGeom prst="rect">
              <a:avLst/>
            </a:prstGeom>
            <a:solidFill>
              <a:schemeClr val="accent1">
                <a:alpha val="40000"/>
              </a:schemeClr>
            </a:solidFill>
            <a:ln w="6350" algn="ctr">
              <a:noFill/>
              <a:miter lim="800000"/>
              <a:headEnd/>
              <a:tailEnd/>
            </a:ln>
          </p:spPr>
          <p:txBody>
            <a:bodyPr lIns="90000" tIns="72000" rIns="90000" bIns="72000" rtlCol="0" anchor="ctr"/>
            <a:lstStyle/>
            <a:p>
              <a:pPr marR="0" algn="ctr" defTabSz="914217" eaLnBrk="1" fontAlgn="base" latinLnBrk="0" hangingPunct="1">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grpSp>
      <p:pic>
        <p:nvPicPr>
          <p:cNvPr id="12" name="Picture 1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88000" y="6217668"/>
            <a:ext cx="1578462" cy="360000"/>
          </a:xfrm>
          <a:prstGeom prst="rect">
            <a:avLst/>
          </a:prstGeom>
        </p:spPr>
      </p:pic>
    </p:spTree>
    <p:extLst>
      <p:ext uri="{BB962C8B-B14F-4D97-AF65-F5344CB8AC3E}">
        <p14:creationId xmlns:p14="http://schemas.microsoft.com/office/powerpoint/2010/main" val="1982410628"/>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Cover with pictogram">
    <p:spTree>
      <p:nvGrpSpPr>
        <p:cNvPr id="1" name=""/>
        <p:cNvGrpSpPr/>
        <p:nvPr/>
      </p:nvGrpSpPr>
      <p:grpSpPr>
        <a:xfrm>
          <a:off x="0" y="0"/>
          <a:ext cx="0" cy="0"/>
          <a:chOff x="0" y="0"/>
          <a:chExt cx="0" cy="0"/>
        </a:xfrm>
      </p:grpSpPr>
      <p:sp>
        <p:nvSpPr>
          <p:cNvPr id="24" name="Classification"/>
          <p:cNvSpPr txBox="1"/>
          <p:nvPr userDrawn="1"/>
        </p:nvSpPr>
        <p:spPr>
          <a:xfrm>
            <a:off x="288000" y="5093865"/>
            <a:ext cx="4204855" cy="153852"/>
          </a:xfrm>
          <a:prstGeom prst="rect">
            <a:avLst/>
          </a:prstGeom>
        </p:spPr>
        <p:txBody>
          <a:bodyPr vert="horz" lIns="0" tIns="0" rIns="0" bIns="0" rtlCol="0">
            <a:noAutofit/>
          </a:bodyPr>
          <a:lstStyle>
            <a:lvl1pPr lvl="0" indent="0">
              <a:spcBef>
                <a:spcPts val="0"/>
              </a:spcBef>
              <a:buClr>
                <a:schemeClr val="accent1"/>
              </a:buClr>
              <a:buSzPct val="80000"/>
              <a:buFontTx/>
              <a:buNone/>
              <a:defRPr sz="1000" b="0">
                <a:latin typeface="+mn-lt"/>
              </a:defRPr>
            </a:lvl1pPr>
            <a:lvl2pPr marL="180000" indent="-180000">
              <a:spcBef>
                <a:spcPts val="600"/>
              </a:spcBef>
              <a:buClr>
                <a:schemeClr val="accent1"/>
              </a:buClr>
              <a:buFont typeface="Wingdings" pitchFamily="2" charset="2"/>
              <a:buChar char="§"/>
              <a:defRPr sz="1800">
                <a:latin typeface="+mn-lt"/>
              </a:defRPr>
            </a:lvl2pPr>
            <a:lvl3pPr marL="360000" indent="-180000">
              <a:spcBef>
                <a:spcPts val="300"/>
              </a:spcBef>
              <a:buClr>
                <a:schemeClr val="tx1"/>
              </a:buClr>
              <a:buSzPct val="100000"/>
              <a:buFont typeface="Arial" panose="020B0604020202020204" pitchFamily="34" charset="0"/>
              <a:buChar char="–"/>
              <a:defRPr lang="en-US" sz="1800" noProof="0" dirty="0" smtClean="0">
                <a:latin typeface="+mn-lt"/>
              </a:defRPr>
            </a:lvl3pPr>
            <a:lvl4pPr marL="540000" indent="-180000">
              <a:spcBef>
                <a:spcPts val="300"/>
              </a:spcBef>
              <a:buClr>
                <a:schemeClr val="tx1"/>
              </a:buClr>
              <a:buSzPct val="120000"/>
              <a:buFont typeface="Arial" pitchFamily="34" charset="0"/>
              <a:buChar char="▫"/>
              <a:defRPr sz="1600">
                <a:latin typeface="+mn-lt"/>
              </a:defRPr>
            </a:lvl4pPr>
            <a:lvl5pPr marL="720000" indent="-180000">
              <a:spcBef>
                <a:spcPts val="100"/>
              </a:spcBef>
              <a:buClr>
                <a:schemeClr val="tx1"/>
              </a:buClr>
              <a:buSzPct val="100000"/>
              <a:buFont typeface="Symbol" panose="05050102010706020507" pitchFamily="18" charset="2"/>
              <a:buChar char="-"/>
              <a:defRPr sz="1400" baseline="0">
                <a:latin typeface="+mn-lt"/>
              </a:defRPr>
            </a:lvl5pPr>
            <a:lvl6pPr marL="2994134" indent="-272194">
              <a:spcBef>
                <a:spcPct val="20000"/>
              </a:spcBef>
              <a:buFont typeface="Arial" pitchFamily="34" charset="0"/>
              <a:buChar char="•"/>
              <a:defRPr sz="2400"/>
            </a:lvl6pPr>
            <a:lvl7pPr marL="3538522" indent="-272194">
              <a:spcBef>
                <a:spcPct val="20000"/>
              </a:spcBef>
              <a:buFont typeface="Arial" pitchFamily="34" charset="0"/>
              <a:buChar char="•"/>
              <a:defRPr sz="2400"/>
            </a:lvl7pPr>
            <a:lvl8pPr marL="4082910" indent="-272194">
              <a:spcBef>
                <a:spcPct val="20000"/>
              </a:spcBef>
              <a:buFont typeface="Arial" pitchFamily="34" charset="0"/>
              <a:buChar char="•"/>
              <a:defRPr sz="2400"/>
            </a:lvl8pPr>
            <a:lvl9pPr marL="4627298" indent="-272194">
              <a:spcBef>
                <a:spcPct val="20000"/>
              </a:spcBef>
              <a:buFont typeface="Arial" pitchFamily="34" charset="0"/>
              <a:buChar char="•"/>
              <a:defRPr sz="2400"/>
            </a:lvl9pPr>
          </a:lstStyle>
          <a:p>
            <a:pPr lvl="0" algn="l"/>
            <a:r>
              <a:rPr lang="en-US" sz="900" b="0" dirty="0"/>
              <a:t>INTERNAL</a:t>
            </a:r>
          </a:p>
        </p:txBody>
      </p:sp>
      <p:sp>
        <p:nvSpPr>
          <p:cNvPr id="6" name="Speaker"/>
          <p:cNvSpPr>
            <a:spLocks noGrp="1"/>
          </p:cNvSpPr>
          <p:nvPr userDrawn="1">
            <p:ph type="subTitle" idx="1" hasCustomPrompt="1"/>
          </p:nvPr>
        </p:nvSpPr>
        <p:spPr bwMode="gray">
          <a:xfrm>
            <a:off x="288001" y="4268503"/>
            <a:ext cx="6373430" cy="430887"/>
          </a:xfrm>
        </p:spPr>
        <p:txBody>
          <a:bodyPr wrap="square" anchor="t" anchorCtr="0">
            <a:noAutofit/>
          </a:bodyPr>
          <a:lstStyle>
            <a:lvl1pPr marL="0" marR="0" indent="0" algn="l" defTabSz="1088558" rtl="0" eaLnBrk="1" fontAlgn="auto" latinLnBrk="0" hangingPunct="1">
              <a:lnSpc>
                <a:spcPct val="100000"/>
              </a:lnSpc>
              <a:spcBef>
                <a:spcPts val="0"/>
              </a:spcBef>
              <a:spcAft>
                <a:spcPts val="0"/>
              </a:spcAft>
              <a:buClr>
                <a:schemeClr val="accent1"/>
              </a:buClr>
              <a:buSzPct val="80000"/>
              <a:buFontTx/>
              <a:buNone/>
              <a:tabLst/>
              <a:defRPr sz="1400" b="0" baseline="0">
                <a:solidFill>
                  <a:schemeClr val="tx1"/>
                </a:solidFill>
              </a:defRPr>
            </a:lvl1pPr>
            <a:lvl2pPr marL="544279" indent="0" algn="ctr">
              <a:buNone/>
              <a:defRPr>
                <a:solidFill>
                  <a:schemeClr val="tx1">
                    <a:tint val="75000"/>
                  </a:schemeClr>
                </a:solidFill>
              </a:defRPr>
            </a:lvl2pPr>
            <a:lvl3pPr marL="1088558" indent="0" algn="ctr">
              <a:buNone/>
              <a:defRPr>
                <a:solidFill>
                  <a:schemeClr val="tx1">
                    <a:tint val="75000"/>
                  </a:schemeClr>
                </a:solidFill>
              </a:defRPr>
            </a:lvl3pPr>
            <a:lvl4pPr marL="1632837" indent="0" algn="ctr">
              <a:buNone/>
              <a:defRPr>
                <a:solidFill>
                  <a:schemeClr val="tx1">
                    <a:tint val="75000"/>
                  </a:schemeClr>
                </a:solidFill>
              </a:defRPr>
            </a:lvl4pPr>
            <a:lvl5pPr marL="2177116" indent="0" algn="ctr">
              <a:buNone/>
              <a:defRPr>
                <a:solidFill>
                  <a:schemeClr val="tx1">
                    <a:tint val="75000"/>
                  </a:schemeClr>
                </a:solidFill>
              </a:defRPr>
            </a:lvl5pPr>
            <a:lvl6pPr marL="2721396" indent="0" algn="ctr">
              <a:buNone/>
              <a:defRPr>
                <a:solidFill>
                  <a:schemeClr val="tx1">
                    <a:tint val="75000"/>
                  </a:schemeClr>
                </a:solidFill>
              </a:defRPr>
            </a:lvl6pPr>
            <a:lvl7pPr marL="3265675" indent="0" algn="ctr">
              <a:buNone/>
              <a:defRPr>
                <a:solidFill>
                  <a:schemeClr val="tx1">
                    <a:tint val="75000"/>
                  </a:schemeClr>
                </a:solidFill>
              </a:defRPr>
            </a:lvl7pPr>
            <a:lvl8pPr marL="3809954" indent="0" algn="ctr">
              <a:buNone/>
              <a:defRPr>
                <a:solidFill>
                  <a:schemeClr val="tx1">
                    <a:tint val="75000"/>
                  </a:schemeClr>
                </a:solidFill>
              </a:defRPr>
            </a:lvl8pPr>
            <a:lvl9pPr marL="4354233" indent="0" algn="ctr">
              <a:buNone/>
              <a:defRPr>
                <a:solidFill>
                  <a:schemeClr val="tx1">
                    <a:tint val="75000"/>
                  </a:schemeClr>
                </a:solidFill>
              </a:defRPr>
            </a:lvl9pPr>
          </a:lstStyle>
          <a:p>
            <a:r>
              <a:rPr lang="en-US" dirty="0"/>
              <a:t>Speaker’s Name, SAP</a:t>
            </a:r>
          </a:p>
          <a:p>
            <a:pPr marL="0" marR="0" lvl="0" indent="0" algn="l" defTabSz="1088558" rtl="0" eaLnBrk="1" fontAlgn="auto" latinLnBrk="0" hangingPunct="1">
              <a:lnSpc>
                <a:spcPct val="100000"/>
              </a:lnSpc>
              <a:spcBef>
                <a:spcPts val="0"/>
              </a:spcBef>
              <a:spcAft>
                <a:spcPts val="0"/>
              </a:spcAft>
              <a:buClr>
                <a:schemeClr val="accent1"/>
              </a:buClr>
              <a:buSzPct val="80000"/>
              <a:buFontTx/>
              <a:buNone/>
              <a:tabLst/>
              <a:defRPr/>
            </a:pPr>
            <a:r>
              <a:rPr lang="en-US" dirty="0"/>
              <a:t>Month 00, 2017</a:t>
            </a:r>
          </a:p>
        </p:txBody>
      </p:sp>
      <p:sp>
        <p:nvSpPr>
          <p:cNvPr id="10" name="Presentation Title"/>
          <p:cNvSpPr>
            <a:spLocks noGrp="1"/>
          </p:cNvSpPr>
          <p:nvPr>
            <p:ph type="body" sz="quarter" idx="14" hasCustomPrompt="1"/>
          </p:nvPr>
        </p:nvSpPr>
        <p:spPr>
          <a:xfrm>
            <a:off x="288001" y="2706317"/>
            <a:ext cx="6373430" cy="997196"/>
          </a:xfrm>
        </p:spPr>
        <p:txBody>
          <a:bodyPr wrap="square">
            <a:noAutofit/>
          </a:bodyPr>
          <a:lstStyle>
            <a:lvl1pPr>
              <a:lnSpc>
                <a:spcPct val="90000"/>
              </a:lnSpc>
              <a:spcBef>
                <a:spcPts val="0"/>
              </a:spcBef>
              <a:defRPr sz="3600" b="1" baseline="0"/>
            </a:lvl1pPr>
          </a:lstStyle>
          <a:p>
            <a:pPr lvl="0"/>
            <a:r>
              <a:rPr lang="en-US" dirty="0"/>
              <a:t>Title Goes Here </a:t>
            </a:r>
            <a:br>
              <a:rPr lang="en-US" dirty="0"/>
            </a:br>
            <a:r>
              <a:rPr lang="en-US" dirty="0"/>
              <a:t>and Here and Here.</a:t>
            </a:r>
          </a:p>
        </p:txBody>
      </p:sp>
      <p:sp>
        <p:nvSpPr>
          <p:cNvPr id="7" name="Picture Placeholder 6"/>
          <p:cNvSpPr>
            <a:spLocks noGrp="1"/>
          </p:cNvSpPr>
          <p:nvPr>
            <p:ph type="pic" sz="quarter" idx="16"/>
          </p:nvPr>
        </p:nvSpPr>
        <p:spPr>
          <a:xfrm>
            <a:off x="6954855" y="963000"/>
            <a:ext cx="4932000" cy="4932000"/>
          </a:xfrm>
        </p:spPr>
        <p:txBody>
          <a:bodyPr/>
          <a:lstStyle/>
          <a:p>
            <a:endParaRPr lang="en-US" dirty="0"/>
          </a:p>
        </p:txBody>
      </p:sp>
      <p:pic>
        <p:nvPicPr>
          <p:cNvPr id="9" name="Picture 8"/>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88000" y="6217668"/>
            <a:ext cx="1578462" cy="360000"/>
          </a:xfrm>
          <a:prstGeom prst="rect">
            <a:avLst/>
          </a:prstGeom>
        </p:spPr>
      </p:pic>
    </p:spTree>
    <p:extLst>
      <p:ext uri="{BB962C8B-B14F-4D97-AF65-F5344CB8AC3E}">
        <p14:creationId xmlns:p14="http://schemas.microsoft.com/office/powerpoint/2010/main" val="3048046299"/>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4" name="Agenda items placeholder"/>
          <p:cNvSpPr>
            <a:spLocks noGrp="1"/>
          </p:cNvSpPr>
          <p:nvPr>
            <p:ph type="body" sz="quarter" idx="10" hasCustomPrompt="1"/>
          </p:nvPr>
        </p:nvSpPr>
        <p:spPr>
          <a:xfrm>
            <a:off x="504000" y="1620000"/>
            <a:ext cx="11185200" cy="4230000"/>
          </a:xfrm>
        </p:spPr>
        <p:txBody>
          <a:bodyPr>
            <a:noAutofit/>
          </a:bodyPr>
          <a:lstStyle>
            <a:lvl1pPr marL="0" marR="0" indent="0" algn="l" defTabSz="1088558" rtl="0" eaLnBrk="1" fontAlgn="auto" latinLnBrk="0" hangingPunct="1">
              <a:lnSpc>
                <a:spcPct val="100000"/>
              </a:lnSpc>
              <a:spcBef>
                <a:spcPts val="3000"/>
              </a:spcBef>
              <a:spcAft>
                <a:spcPts val="0"/>
              </a:spcAft>
              <a:buClr>
                <a:schemeClr val="accent1"/>
              </a:buClr>
              <a:buSzPct val="80000"/>
              <a:buFontTx/>
              <a:buNone/>
              <a:tabLst/>
              <a:defRPr sz="2000" b="0"/>
            </a:lvl1pPr>
            <a:lvl2pPr marL="179964" marR="0" indent="-179964" algn="l" defTabSz="1088558" rtl="0" eaLnBrk="1" fontAlgn="auto" latinLnBrk="0" hangingPunct="1">
              <a:lnSpc>
                <a:spcPct val="100000"/>
              </a:lnSpc>
              <a:spcBef>
                <a:spcPts val="600"/>
              </a:spcBef>
              <a:spcAft>
                <a:spcPts val="0"/>
              </a:spcAft>
              <a:buClr>
                <a:schemeClr val="accent1"/>
              </a:buClr>
              <a:buSzPct val="100000"/>
              <a:buFont typeface="Wingdings" panose="05000000000000000000" pitchFamily="2" charset="2"/>
              <a:buChar char="§"/>
              <a:tabLst/>
              <a:defRPr sz="1800"/>
            </a:lvl2pPr>
            <a:lvl3pPr marL="359928" marR="0" indent="-179352" algn="l" defTabSz="1088558" rtl="0" eaLnBrk="1" fontAlgn="auto" latinLnBrk="0" hangingPunct="1">
              <a:lnSpc>
                <a:spcPct val="100000"/>
              </a:lnSpc>
              <a:spcBef>
                <a:spcPts val="400"/>
              </a:spcBef>
              <a:spcAft>
                <a:spcPts val="0"/>
              </a:spcAft>
              <a:buClr>
                <a:schemeClr val="tx1"/>
              </a:buClr>
              <a:buSzPct val="100000"/>
              <a:buFont typeface="Arial" pitchFamily="34" charset="0"/>
              <a:buChar char="–"/>
              <a:tabLst/>
              <a:defRPr sz="1800" baseline="0"/>
            </a:lvl3pPr>
            <a:lvl4pPr marL="539892" marR="0" indent="-179964" algn="l" defTabSz="1088558" rtl="0" eaLnBrk="1" fontAlgn="auto" latinLnBrk="0" hangingPunct="1">
              <a:lnSpc>
                <a:spcPct val="100000"/>
              </a:lnSpc>
              <a:spcBef>
                <a:spcPts val="250"/>
              </a:spcBef>
              <a:spcAft>
                <a:spcPts val="0"/>
              </a:spcAft>
              <a:buClr>
                <a:schemeClr val="tx1"/>
              </a:buClr>
              <a:buSzPct val="100000"/>
              <a:buFont typeface="Courier New" pitchFamily="49" charset="0"/>
              <a:buChar char="o"/>
              <a:tabLst/>
              <a:defRPr sz="1600"/>
            </a:lvl4pPr>
            <a:lvl5pPr>
              <a:buClr>
                <a:schemeClr val="accent2"/>
              </a:buClr>
              <a:buFont typeface="Arial" pitchFamily="34" charset="0"/>
              <a:buChar char="–"/>
              <a:defRPr/>
            </a:lvl5pPr>
          </a:lstStyle>
          <a:p>
            <a:pPr lvl="0"/>
            <a:r>
              <a:rPr lang="en-US" dirty="0"/>
              <a:t>Agenda Item/Divider Headline</a:t>
            </a:r>
          </a:p>
          <a:p>
            <a:pPr lvl="1"/>
            <a:r>
              <a:rPr lang="en-US" dirty="0"/>
              <a:t>Details</a:t>
            </a:r>
          </a:p>
        </p:txBody>
      </p:sp>
      <p:sp>
        <p:nvSpPr>
          <p:cNvPr id="3" name="Agenda title"/>
          <p:cNvSpPr>
            <a:spLocks noGrp="1"/>
          </p:cNvSpPr>
          <p:nvPr>
            <p:ph type="title" hasCustomPrompt="1"/>
          </p:nvPr>
        </p:nvSpPr>
        <p:spPr/>
        <p:txBody>
          <a:bodyPr/>
          <a:lstStyle>
            <a:lvl1pPr>
              <a:defRPr/>
            </a:lvl1pPr>
          </a:lstStyle>
          <a:p>
            <a:r>
              <a:rPr lang="en-US" dirty="0"/>
              <a:t>Agenda</a:t>
            </a:r>
          </a:p>
        </p:txBody>
      </p:sp>
    </p:spTree>
    <p:extLst>
      <p:ext uri="{BB962C8B-B14F-4D97-AF65-F5344CB8AC3E}">
        <p14:creationId xmlns:p14="http://schemas.microsoft.com/office/powerpoint/2010/main" val="18593606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Divider Page">
    <p:spTree>
      <p:nvGrpSpPr>
        <p:cNvPr id="1" name=""/>
        <p:cNvGrpSpPr/>
        <p:nvPr/>
      </p:nvGrpSpPr>
      <p:grpSpPr>
        <a:xfrm>
          <a:off x="0" y="0"/>
          <a:ext cx="0" cy="0"/>
          <a:chOff x="0" y="0"/>
          <a:chExt cx="0" cy="0"/>
        </a:xfrm>
      </p:grpSpPr>
      <p:sp>
        <p:nvSpPr>
          <p:cNvPr id="2" name="Divider text"/>
          <p:cNvSpPr>
            <a:spLocks noGrp="1"/>
          </p:cNvSpPr>
          <p:nvPr>
            <p:ph type="ctrTitle" hasCustomPrompt="1"/>
          </p:nvPr>
        </p:nvSpPr>
        <p:spPr bwMode="gray">
          <a:xfrm>
            <a:off x="504000" y="3090446"/>
            <a:ext cx="11185200" cy="677108"/>
          </a:xfrm>
        </p:spPr>
        <p:txBody>
          <a:bodyPr anchor="ctr" anchorCtr="0">
            <a:noAutofit/>
          </a:bodyPr>
          <a:lstStyle>
            <a:lvl1pPr>
              <a:defRPr sz="4400">
                <a:solidFill>
                  <a:schemeClr val="tx1"/>
                </a:solidFill>
                <a:latin typeface="+mj-lt"/>
              </a:defRPr>
            </a:lvl1pPr>
          </a:lstStyle>
          <a:p>
            <a:r>
              <a:rPr lang="en-US"/>
              <a:t>Divider page</a:t>
            </a:r>
            <a:endParaRPr lang="en-US" dirty="0"/>
          </a:p>
        </p:txBody>
      </p:sp>
    </p:spTree>
    <p:extLst>
      <p:ext uri="{BB962C8B-B14F-4D97-AF65-F5344CB8AC3E}">
        <p14:creationId xmlns:p14="http://schemas.microsoft.com/office/powerpoint/2010/main" val="4109527874"/>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Divider Page with image">
    <p:spTree>
      <p:nvGrpSpPr>
        <p:cNvPr id="1" name=""/>
        <p:cNvGrpSpPr/>
        <p:nvPr/>
      </p:nvGrpSpPr>
      <p:grpSpPr>
        <a:xfrm>
          <a:off x="0" y="0"/>
          <a:ext cx="0" cy="0"/>
          <a:chOff x="0" y="0"/>
          <a:chExt cx="0" cy="0"/>
        </a:xfrm>
      </p:grpSpPr>
      <p:sp>
        <p:nvSpPr>
          <p:cNvPr id="4" name="Divider image placeholder"/>
          <p:cNvSpPr>
            <a:spLocks noGrp="1"/>
          </p:cNvSpPr>
          <p:nvPr>
            <p:ph type="pic" sz="quarter" idx="12" hasCustomPrompt="1"/>
          </p:nvPr>
        </p:nvSpPr>
        <p:spPr>
          <a:xfrm>
            <a:off x="1" y="3427200"/>
            <a:ext cx="12195175" cy="3430800"/>
          </a:xfrm>
          <a:noFill/>
        </p:spPr>
        <p:txBody>
          <a:bodyPr tIns="324000"/>
          <a:lstStyle>
            <a:lvl1pPr marL="0" marR="0" indent="0" algn="ctr" defTabSz="1088558" rtl="0" eaLnBrk="1" fontAlgn="auto" latinLnBrk="0" hangingPunct="1">
              <a:lnSpc>
                <a:spcPct val="100000"/>
              </a:lnSpc>
              <a:spcBef>
                <a:spcPts val="1200"/>
              </a:spcBef>
              <a:spcAft>
                <a:spcPts val="0"/>
              </a:spcAft>
              <a:buClr>
                <a:schemeClr val="accent1"/>
              </a:buClr>
              <a:buSzPct val="80000"/>
              <a:buFontTx/>
              <a:buNone/>
              <a:tabLst/>
              <a:defRPr sz="1600">
                <a:solidFill>
                  <a:schemeClr val="tx1"/>
                </a:solidFill>
              </a:defRPr>
            </a:lvl1pPr>
          </a:lstStyle>
          <a:p>
            <a:pPr marL="0" marR="0" lvl="0" indent="0" algn="ctr" defTabSz="1088558" rtl="0" eaLnBrk="1" fontAlgn="auto" latinLnBrk="0" hangingPunct="1">
              <a:lnSpc>
                <a:spcPct val="100000"/>
              </a:lnSpc>
              <a:spcBef>
                <a:spcPts val="1200"/>
              </a:spcBef>
              <a:spcAft>
                <a:spcPts val="0"/>
              </a:spcAft>
              <a:buClr>
                <a:schemeClr val="accent1"/>
              </a:buClr>
              <a:buSzPct val="80000"/>
              <a:buFontTx/>
              <a:buNone/>
              <a:tabLst/>
              <a:defRPr/>
            </a:pPr>
            <a:r>
              <a:rPr lang="en-US" dirty="0"/>
              <a:t>Placeholder for image and illustration scene art</a:t>
            </a:r>
          </a:p>
        </p:txBody>
      </p:sp>
      <p:sp>
        <p:nvSpPr>
          <p:cNvPr id="2" name="Divider text"/>
          <p:cNvSpPr>
            <a:spLocks noGrp="1"/>
          </p:cNvSpPr>
          <p:nvPr>
            <p:ph type="ctrTitle" hasCustomPrompt="1"/>
          </p:nvPr>
        </p:nvSpPr>
        <p:spPr bwMode="gray">
          <a:xfrm>
            <a:off x="504000" y="1375046"/>
            <a:ext cx="11185200" cy="677108"/>
          </a:xfrm>
        </p:spPr>
        <p:txBody>
          <a:bodyPr anchor="t" anchorCtr="0">
            <a:noAutofit/>
          </a:bodyPr>
          <a:lstStyle>
            <a:lvl1pPr>
              <a:defRPr sz="4400">
                <a:solidFill>
                  <a:schemeClr val="tx1"/>
                </a:solidFill>
                <a:latin typeface="+mj-lt"/>
              </a:defRPr>
            </a:lvl1pPr>
          </a:lstStyle>
          <a:p>
            <a:r>
              <a:rPr lang="en-US"/>
              <a:t>Divider page</a:t>
            </a:r>
            <a:endParaRPr lang="en-US" dirty="0"/>
          </a:p>
        </p:txBody>
      </p:sp>
    </p:spTree>
    <p:extLst>
      <p:ext uri="{BB962C8B-B14F-4D97-AF65-F5344CB8AC3E}">
        <p14:creationId xmlns:p14="http://schemas.microsoft.com/office/powerpoint/2010/main" val="1008985274"/>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2"/>
          <p:cNvSpPr>
            <a:spLocks noGrp="1"/>
          </p:cNvSpPr>
          <p:nvPr>
            <p:ph type="title" hasCustomPrompt="1"/>
          </p:nvPr>
        </p:nvSpPr>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24667436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text">
    <p:spTree>
      <p:nvGrpSpPr>
        <p:cNvPr id="1" name=""/>
        <p:cNvGrpSpPr/>
        <p:nvPr/>
      </p:nvGrpSpPr>
      <p:grpSpPr>
        <a:xfrm>
          <a:off x="0" y="0"/>
          <a:ext cx="0" cy="0"/>
          <a:chOff x="0" y="0"/>
          <a:chExt cx="0" cy="0"/>
        </a:xfrm>
      </p:grpSpPr>
      <p:sp>
        <p:nvSpPr>
          <p:cNvPr id="4" name="Text placeholder - column 2"/>
          <p:cNvSpPr>
            <a:spLocks noGrp="1"/>
          </p:cNvSpPr>
          <p:nvPr>
            <p:ph type="body" sz="quarter" idx="10" hasCustomPrompt="1"/>
          </p:nvPr>
        </p:nvSpPr>
        <p:spPr>
          <a:xfrm>
            <a:off x="503999" y="1620000"/>
            <a:ext cx="11186477" cy="4230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2"/>
          <p:cNvSpPr>
            <a:spLocks noGrp="1"/>
          </p:cNvSpPr>
          <p:nvPr>
            <p:ph type="title" hasCustomPrompt="1"/>
          </p:nvPr>
        </p:nvSpPr>
        <p:spPr>
          <a:xfrm>
            <a:off x="504001" y="504000"/>
            <a:ext cx="11186476" cy="369332"/>
          </a:xfrm>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21293322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text: 2 columns">
    <p:spTree>
      <p:nvGrpSpPr>
        <p:cNvPr id="1" name=""/>
        <p:cNvGrpSpPr/>
        <p:nvPr/>
      </p:nvGrpSpPr>
      <p:grpSpPr>
        <a:xfrm>
          <a:off x="0" y="0"/>
          <a:ext cx="0" cy="0"/>
          <a:chOff x="0" y="0"/>
          <a:chExt cx="0" cy="0"/>
        </a:xfrm>
      </p:grpSpPr>
      <p:sp>
        <p:nvSpPr>
          <p:cNvPr id="4" name="Text placeholder - column 2"/>
          <p:cNvSpPr>
            <a:spLocks noGrp="1"/>
          </p:cNvSpPr>
          <p:nvPr>
            <p:ph type="body" sz="quarter" idx="10" hasCustomPrompt="1"/>
          </p:nvPr>
        </p:nvSpPr>
        <p:spPr>
          <a:xfrm>
            <a:off x="504000" y="1620000"/>
            <a:ext cx="5328000" cy="4230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 column 1"/>
          <p:cNvSpPr>
            <a:spLocks noGrp="1"/>
          </p:cNvSpPr>
          <p:nvPr>
            <p:ph type="body" sz="quarter" idx="11" hasCustomPrompt="1"/>
          </p:nvPr>
        </p:nvSpPr>
        <p:spPr>
          <a:xfrm>
            <a:off x="6362477" y="1620000"/>
            <a:ext cx="5328000" cy="4230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2"/>
          <p:cNvSpPr>
            <a:spLocks noGrp="1"/>
          </p:cNvSpPr>
          <p:nvPr>
            <p:ph type="title" hasCustomPrompt="1"/>
          </p:nvPr>
        </p:nvSpPr>
        <p:spPr>
          <a:xfrm>
            <a:off x="504001" y="504000"/>
            <a:ext cx="11186476" cy="369332"/>
          </a:xfrm>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2630481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text: 3 columns">
    <p:spTree>
      <p:nvGrpSpPr>
        <p:cNvPr id="1" name=""/>
        <p:cNvGrpSpPr/>
        <p:nvPr/>
      </p:nvGrpSpPr>
      <p:grpSpPr>
        <a:xfrm>
          <a:off x="0" y="0"/>
          <a:ext cx="0" cy="0"/>
          <a:chOff x="0" y="0"/>
          <a:chExt cx="0" cy="0"/>
        </a:xfrm>
      </p:grpSpPr>
      <p:sp>
        <p:nvSpPr>
          <p:cNvPr id="7" name="Text Placeholder - column 3"/>
          <p:cNvSpPr>
            <a:spLocks noGrp="1"/>
          </p:cNvSpPr>
          <p:nvPr>
            <p:ph type="body" sz="quarter" idx="13" hasCustomPrompt="1"/>
          </p:nvPr>
        </p:nvSpPr>
        <p:spPr>
          <a:xfrm>
            <a:off x="8126477" y="1620000"/>
            <a:ext cx="3564000" cy="4230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ext Placeholder - column 2"/>
          <p:cNvSpPr>
            <a:spLocks noGrp="1"/>
          </p:cNvSpPr>
          <p:nvPr>
            <p:ph type="body" sz="quarter" idx="12" hasCustomPrompt="1"/>
          </p:nvPr>
        </p:nvSpPr>
        <p:spPr>
          <a:xfrm>
            <a:off x="4315238" y="1620000"/>
            <a:ext cx="3564000" cy="4230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 column 1"/>
          <p:cNvSpPr>
            <a:spLocks noGrp="1"/>
          </p:cNvSpPr>
          <p:nvPr>
            <p:ph type="body" sz="quarter" idx="10" hasCustomPrompt="1"/>
          </p:nvPr>
        </p:nvSpPr>
        <p:spPr>
          <a:xfrm>
            <a:off x="504000" y="1620000"/>
            <a:ext cx="3564000" cy="4230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p:ph type="title" hasCustomPrompt="1"/>
          </p:nvPr>
        </p:nvSpPr>
        <p:spPr>
          <a:xfrm>
            <a:off x="504001" y="504000"/>
            <a:ext cx="11186476" cy="369332"/>
          </a:xfrm>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86641637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 columns - text and image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04001" y="504000"/>
            <a:ext cx="11186476" cy="369332"/>
          </a:xfrm>
        </p:spPr>
        <p:txBody>
          <a:bodyPr/>
          <a:lstStyle/>
          <a:p>
            <a:r>
              <a:rPr lang="en-US" noProof="0" dirty="0"/>
              <a:t>Insert page title (sentence case)</a:t>
            </a:r>
            <a:endParaRPr lang="en-US" dirty="0"/>
          </a:p>
        </p:txBody>
      </p:sp>
      <p:sp>
        <p:nvSpPr>
          <p:cNvPr id="3" name="Text placeholder - column 2"/>
          <p:cNvSpPr>
            <a:spLocks noGrp="1"/>
          </p:cNvSpPr>
          <p:nvPr>
            <p:ph type="body" sz="quarter" idx="10" hasCustomPrompt="1"/>
          </p:nvPr>
        </p:nvSpPr>
        <p:spPr>
          <a:xfrm>
            <a:off x="504000" y="4770000"/>
            <a:ext cx="5328000" cy="1080000"/>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5" name="Picture Placeholder 4"/>
          <p:cNvSpPr>
            <a:spLocks noGrp="1"/>
          </p:cNvSpPr>
          <p:nvPr>
            <p:ph type="pic" sz="quarter" idx="12" hasCustomPrompt="1"/>
          </p:nvPr>
        </p:nvSpPr>
        <p:spPr bwMode="gray">
          <a:xfrm>
            <a:off x="504000" y="1620000"/>
            <a:ext cx="5328000" cy="2631000"/>
          </a:xfrm>
          <a:solidFill>
            <a:schemeClr val="tx2">
              <a:alpha val="70000"/>
            </a:schemeClr>
          </a:solid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t>
            </a:r>
            <a:r>
              <a:rPr lang="en-US"/>
              <a:t>add image</a:t>
            </a:r>
            <a:endParaRPr lang="en-US" dirty="0"/>
          </a:p>
        </p:txBody>
      </p:sp>
      <p:sp>
        <p:nvSpPr>
          <p:cNvPr id="17" name="Text placeholder - column 2"/>
          <p:cNvSpPr>
            <a:spLocks noGrp="1"/>
          </p:cNvSpPr>
          <p:nvPr>
            <p:ph type="body" sz="quarter" idx="13" hasCustomPrompt="1"/>
          </p:nvPr>
        </p:nvSpPr>
        <p:spPr>
          <a:xfrm>
            <a:off x="6362477" y="4770000"/>
            <a:ext cx="5328000" cy="1080000"/>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18" name="Picture Placeholder 4"/>
          <p:cNvSpPr>
            <a:spLocks noGrp="1"/>
          </p:cNvSpPr>
          <p:nvPr>
            <p:ph type="pic" sz="quarter" idx="14" hasCustomPrompt="1"/>
          </p:nvPr>
        </p:nvSpPr>
        <p:spPr bwMode="gray">
          <a:xfrm>
            <a:off x="6362477" y="1620000"/>
            <a:ext cx="5328000" cy="2631000"/>
          </a:xfrm>
          <a:solidFill>
            <a:schemeClr val="tx2">
              <a:alpha val="70000"/>
            </a:schemeClr>
          </a:solid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t>
            </a:r>
            <a:r>
              <a:rPr lang="en-US"/>
              <a:t>add image</a:t>
            </a:r>
            <a:endParaRPr lang="en-US" dirty="0"/>
          </a:p>
        </p:txBody>
      </p:sp>
    </p:spTree>
    <p:extLst>
      <p:ext uri="{BB962C8B-B14F-4D97-AF65-F5344CB8AC3E}">
        <p14:creationId xmlns:p14="http://schemas.microsoft.com/office/powerpoint/2010/main" val="250494129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 columns - text and image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04001" y="504000"/>
            <a:ext cx="11186476" cy="369332"/>
          </a:xfrm>
        </p:spPr>
        <p:txBody>
          <a:bodyPr/>
          <a:lstStyle/>
          <a:p>
            <a:r>
              <a:rPr lang="en-US" noProof="0" dirty="0"/>
              <a:t>Insert page title (sentence case)</a:t>
            </a:r>
            <a:endParaRPr lang="en-US" dirty="0"/>
          </a:p>
        </p:txBody>
      </p:sp>
      <p:sp>
        <p:nvSpPr>
          <p:cNvPr id="3" name="Text placeholder - column 2"/>
          <p:cNvSpPr>
            <a:spLocks noGrp="1"/>
          </p:cNvSpPr>
          <p:nvPr>
            <p:ph type="body" sz="quarter" idx="10" hasCustomPrompt="1"/>
          </p:nvPr>
        </p:nvSpPr>
        <p:spPr>
          <a:xfrm>
            <a:off x="504000" y="4354921"/>
            <a:ext cx="3391200" cy="1495079"/>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5" name="Picture Placeholder 4"/>
          <p:cNvSpPr>
            <a:spLocks noGrp="1"/>
          </p:cNvSpPr>
          <p:nvPr>
            <p:ph type="pic" sz="quarter" idx="12" hasCustomPrompt="1"/>
          </p:nvPr>
        </p:nvSpPr>
        <p:spPr bwMode="gray">
          <a:xfrm>
            <a:off x="504000" y="1620000"/>
            <a:ext cx="3391200" cy="2232000"/>
          </a:xfrm>
          <a:solidFill>
            <a:schemeClr val="tx2">
              <a:alpha val="70000"/>
            </a:schemeClr>
          </a:solid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t>
            </a:r>
            <a:r>
              <a:rPr lang="en-US"/>
              <a:t>add image</a:t>
            </a:r>
            <a:endParaRPr lang="en-US" dirty="0"/>
          </a:p>
        </p:txBody>
      </p:sp>
      <p:sp>
        <p:nvSpPr>
          <p:cNvPr id="17" name="Text placeholder - column 2"/>
          <p:cNvSpPr>
            <a:spLocks noGrp="1"/>
          </p:cNvSpPr>
          <p:nvPr>
            <p:ph type="body" sz="quarter" idx="13" hasCustomPrompt="1"/>
          </p:nvPr>
        </p:nvSpPr>
        <p:spPr>
          <a:xfrm>
            <a:off x="8299277" y="4354921"/>
            <a:ext cx="3391200" cy="1495079"/>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18" name="Picture Placeholder 4"/>
          <p:cNvSpPr>
            <a:spLocks noGrp="1"/>
          </p:cNvSpPr>
          <p:nvPr>
            <p:ph type="pic" sz="quarter" idx="14" hasCustomPrompt="1"/>
          </p:nvPr>
        </p:nvSpPr>
        <p:spPr bwMode="gray">
          <a:xfrm>
            <a:off x="8299277" y="1620000"/>
            <a:ext cx="3391200" cy="2232000"/>
          </a:xfrm>
          <a:solidFill>
            <a:schemeClr val="tx2">
              <a:alpha val="70000"/>
            </a:schemeClr>
          </a:solid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t>
            </a:r>
            <a:r>
              <a:rPr lang="en-US"/>
              <a:t>add image</a:t>
            </a:r>
            <a:endParaRPr lang="en-US" dirty="0"/>
          </a:p>
        </p:txBody>
      </p:sp>
      <p:sp>
        <p:nvSpPr>
          <p:cNvPr id="9" name="Text placeholder - column 2"/>
          <p:cNvSpPr>
            <a:spLocks noGrp="1"/>
          </p:cNvSpPr>
          <p:nvPr>
            <p:ph type="body" sz="quarter" idx="15" hasCustomPrompt="1"/>
          </p:nvPr>
        </p:nvSpPr>
        <p:spPr>
          <a:xfrm>
            <a:off x="4401639" y="4354921"/>
            <a:ext cx="3391200" cy="1495079"/>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10" name="Picture Placeholder 4"/>
          <p:cNvSpPr>
            <a:spLocks noGrp="1"/>
          </p:cNvSpPr>
          <p:nvPr>
            <p:ph type="pic" sz="quarter" idx="16" hasCustomPrompt="1"/>
          </p:nvPr>
        </p:nvSpPr>
        <p:spPr bwMode="gray">
          <a:xfrm>
            <a:off x="4401639" y="1620000"/>
            <a:ext cx="3391200" cy="2232000"/>
          </a:xfrm>
          <a:solidFill>
            <a:schemeClr val="tx2">
              <a:alpha val="70000"/>
            </a:schemeClr>
          </a:solid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t>
            </a:r>
            <a:r>
              <a:rPr lang="en-US"/>
              <a:t>add image</a:t>
            </a:r>
            <a:endParaRPr lang="en-US" dirty="0"/>
          </a:p>
        </p:txBody>
      </p:sp>
    </p:spTree>
    <p:extLst>
      <p:ext uri="{BB962C8B-B14F-4D97-AF65-F5344CB8AC3E}">
        <p14:creationId xmlns:p14="http://schemas.microsoft.com/office/powerpoint/2010/main" val="72766759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4 columns - text and image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04001" y="504000"/>
            <a:ext cx="11186476" cy="369332"/>
          </a:xfrm>
        </p:spPr>
        <p:txBody>
          <a:bodyPr/>
          <a:lstStyle/>
          <a:p>
            <a:r>
              <a:rPr lang="en-US" noProof="0" dirty="0"/>
              <a:t>Insert page title (sentence case)</a:t>
            </a:r>
            <a:endParaRPr lang="en-US" dirty="0"/>
          </a:p>
        </p:txBody>
      </p:sp>
      <p:sp>
        <p:nvSpPr>
          <p:cNvPr id="3" name="Text placeholder - column 2"/>
          <p:cNvSpPr>
            <a:spLocks noGrp="1"/>
          </p:cNvSpPr>
          <p:nvPr>
            <p:ph type="body" sz="quarter" idx="10" hasCustomPrompt="1"/>
          </p:nvPr>
        </p:nvSpPr>
        <p:spPr>
          <a:xfrm>
            <a:off x="504000" y="3878220"/>
            <a:ext cx="2415600" cy="1971780"/>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5" name="Picture Placeholder 4"/>
          <p:cNvSpPr>
            <a:spLocks noGrp="1"/>
          </p:cNvSpPr>
          <p:nvPr>
            <p:ph type="pic" sz="quarter" idx="12" hasCustomPrompt="1"/>
          </p:nvPr>
        </p:nvSpPr>
        <p:spPr bwMode="gray">
          <a:xfrm>
            <a:off x="504000" y="1620000"/>
            <a:ext cx="2415600" cy="1728000"/>
          </a:xfrm>
          <a:solidFill>
            <a:schemeClr val="tx2">
              <a:alpha val="70000"/>
            </a:schemeClr>
          </a:solid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t>
            </a:r>
            <a:r>
              <a:rPr lang="en-US"/>
              <a:t>add image</a:t>
            </a:r>
            <a:endParaRPr lang="en-US" dirty="0"/>
          </a:p>
        </p:txBody>
      </p:sp>
      <p:sp>
        <p:nvSpPr>
          <p:cNvPr id="17" name="Text placeholder - column 2"/>
          <p:cNvSpPr>
            <a:spLocks noGrp="1"/>
          </p:cNvSpPr>
          <p:nvPr>
            <p:ph type="body" sz="quarter" idx="13" hasCustomPrompt="1"/>
          </p:nvPr>
        </p:nvSpPr>
        <p:spPr>
          <a:xfrm>
            <a:off x="9274877" y="3878221"/>
            <a:ext cx="2415600" cy="1971780"/>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18" name="Picture Placeholder 4"/>
          <p:cNvSpPr>
            <a:spLocks noGrp="1"/>
          </p:cNvSpPr>
          <p:nvPr>
            <p:ph type="pic" sz="quarter" idx="14" hasCustomPrompt="1"/>
          </p:nvPr>
        </p:nvSpPr>
        <p:spPr bwMode="gray">
          <a:xfrm>
            <a:off x="9274877" y="1620000"/>
            <a:ext cx="2415600" cy="1728000"/>
          </a:xfrm>
          <a:solidFill>
            <a:schemeClr val="tx2">
              <a:alpha val="70000"/>
            </a:schemeClr>
          </a:solid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t>
            </a:r>
            <a:r>
              <a:rPr lang="en-US"/>
              <a:t>add image</a:t>
            </a:r>
            <a:endParaRPr lang="en-US" dirty="0"/>
          </a:p>
        </p:txBody>
      </p:sp>
      <p:sp>
        <p:nvSpPr>
          <p:cNvPr id="9" name="Text placeholder - column 2"/>
          <p:cNvSpPr>
            <a:spLocks noGrp="1"/>
          </p:cNvSpPr>
          <p:nvPr>
            <p:ph type="body" sz="quarter" idx="15" hasCustomPrompt="1"/>
          </p:nvPr>
        </p:nvSpPr>
        <p:spPr>
          <a:xfrm>
            <a:off x="3427626" y="3878221"/>
            <a:ext cx="2415600" cy="1971780"/>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10" name="Picture Placeholder 4"/>
          <p:cNvSpPr>
            <a:spLocks noGrp="1"/>
          </p:cNvSpPr>
          <p:nvPr>
            <p:ph type="pic" sz="quarter" idx="16" hasCustomPrompt="1"/>
          </p:nvPr>
        </p:nvSpPr>
        <p:spPr bwMode="gray">
          <a:xfrm>
            <a:off x="3427626" y="1620000"/>
            <a:ext cx="2415600" cy="1728000"/>
          </a:xfrm>
          <a:solidFill>
            <a:schemeClr val="tx2">
              <a:alpha val="70000"/>
            </a:schemeClr>
          </a:solid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t>
            </a:r>
            <a:r>
              <a:rPr lang="en-US"/>
              <a:t>add image</a:t>
            </a:r>
            <a:endParaRPr lang="en-US" dirty="0"/>
          </a:p>
        </p:txBody>
      </p:sp>
      <p:sp>
        <p:nvSpPr>
          <p:cNvPr id="13" name="Text placeholder - column 2"/>
          <p:cNvSpPr>
            <a:spLocks noGrp="1"/>
          </p:cNvSpPr>
          <p:nvPr>
            <p:ph type="body" sz="quarter" idx="17" hasCustomPrompt="1"/>
          </p:nvPr>
        </p:nvSpPr>
        <p:spPr>
          <a:xfrm>
            <a:off x="6351252" y="3878221"/>
            <a:ext cx="2415600" cy="1971780"/>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14" name="Picture Placeholder 4"/>
          <p:cNvSpPr>
            <a:spLocks noGrp="1"/>
          </p:cNvSpPr>
          <p:nvPr>
            <p:ph type="pic" sz="quarter" idx="18" hasCustomPrompt="1"/>
          </p:nvPr>
        </p:nvSpPr>
        <p:spPr bwMode="gray">
          <a:xfrm>
            <a:off x="6351252" y="1620000"/>
            <a:ext cx="2415600" cy="1728000"/>
          </a:xfrm>
          <a:solidFill>
            <a:schemeClr val="tx2">
              <a:alpha val="70000"/>
            </a:schemeClr>
          </a:solid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t>
            </a:r>
            <a:r>
              <a:rPr lang="en-US"/>
              <a:t>add image</a:t>
            </a:r>
            <a:endParaRPr lang="en-US" dirty="0"/>
          </a:p>
        </p:txBody>
      </p:sp>
    </p:spTree>
    <p:extLst>
      <p:ext uri="{BB962C8B-B14F-4D97-AF65-F5344CB8AC3E}">
        <p14:creationId xmlns:p14="http://schemas.microsoft.com/office/powerpoint/2010/main" val="268059447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bg1"/>
        </a:solidFill>
        <a:effectLst/>
      </p:bgPr>
    </p:bg>
    <p:spTree>
      <p:nvGrpSpPr>
        <p:cNvPr id="1" name=""/>
        <p:cNvGrpSpPr/>
        <p:nvPr/>
      </p:nvGrpSpPr>
      <p:grpSpPr>
        <a:xfrm>
          <a:off x="0" y="0"/>
          <a:ext cx="0" cy="0"/>
          <a:chOff x="0" y="0"/>
          <a:chExt cx="0" cy="0"/>
        </a:xfrm>
      </p:grpSpPr>
      <p:sp>
        <p:nvSpPr>
          <p:cNvPr id="5" name="Quote placeholder"/>
          <p:cNvSpPr>
            <a:spLocks noGrp="1"/>
          </p:cNvSpPr>
          <p:nvPr>
            <p:ph type="body" sz="quarter" idx="10" hasCustomPrompt="1"/>
          </p:nvPr>
        </p:nvSpPr>
        <p:spPr>
          <a:xfrm>
            <a:off x="504000" y="1800000"/>
            <a:ext cx="11185200" cy="3285032"/>
          </a:xfrm>
        </p:spPr>
        <p:txBody>
          <a:bodyPr/>
          <a:lstStyle>
            <a:lvl1pPr marL="395921" indent="-395921">
              <a:lnSpc>
                <a:spcPct val="90000"/>
              </a:lnSpc>
              <a:spcBef>
                <a:spcPts val="600"/>
              </a:spcBef>
              <a:defRPr sz="5999" b="1">
                <a:solidFill>
                  <a:schemeClr val="tx1"/>
                </a:solidFill>
              </a:defRPr>
            </a:lvl1pPr>
            <a:lvl2pPr marL="395921" indent="0">
              <a:buNone/>
              <a:defRPr sz="1200">
                <a:solidFill>
                  <a:schemeClr val="tx1"/>
                </a:solidFill>
              </a:defRPr>
            </a:lvl2pPr>
          </a:lstStyle>
          <a:p>
            <a:pPr lvl="0"/>
            <a:r>
              <a:rPr lang="en-US" noProof="0" dirty="0"/>
              <a:t>“Quote goes here </a:t>
            </a:r>
            <a:br>
              <a:rPr lang="en-US" noProof="0" dirty="0"/>
            </a:br>
            <a:r>
              <a:rPr lang="en-US" noProof="0" dirty="0"/>
              <a:t>and here.”</a:t>
            </a:r>
          </a:p>
          <a:p>
            <a:pPr lvl="1"/>
            <a:r>
              <a:rPr lang="en-US" noProof="0" dirty="0"/>
              <a:t>Source</a:t>
            </a:r>
          </a:p>
        </p:txBody>
      </p:sp>
      <p:sp>
        <p:nvSpPr>
          <p:cNvPr id="2" name="Title 1"/>
          <p:cNvSpPr>
            <a:spLocks noGrp="1"/>
          </p:cNvSpPr>
          <p:nvPr>
            <p:ph type="title" hasCustomPrompt="1"/>
          </p:nvPr>
        </p:nvSpPr>
        <p:spPr/>
        <p:txBody>
          <a:bodyPr/>
          <a:lstStyle>
            <a:lvl1pPr>
              <a:defRPr>
                <a:solidFill>
                  <a:schemeClr val="tx1"/>
                </a:solidFill>
              </a:defRPr>
            </a:lvl1pPr>
          </a:lstStyle>
          <a:p>
            <a:r>
              <a:rPr lang="en-US" noProof="0" dirty="0"/>
              <a:t>Insert page title (sentence case)</a:t>
            </a:r>
            <a:endParaRPr lang="en-US" dirty="0"/>
          </a:p>
        </p:txBody>
      </p:sp>
    </p:spTree>
    <p:extLst>
      <p:ext uri="{BB962C8B-B14F-4D97-AF65-F5344CB8AC3E}">
        <p14:creationId xmlns:p14="http://schemas.microsoft.com/office/powerpoint/2010/main" val="93278590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and text with image 1">
    <p:spTree>
      <p:nvGrpSpPr>
        <p:cNvPr id="1" name=""/>
        <p:cNvGrpSpPr/>
        <p:nvPr/>
      </p:nvGrpSpPr>
      <p:grpSpPr>
        <a:xfrm>
          <a:off x="0" y="0"/>
          <a:ext cx="0" cy="0"/>
          <a:chOff x="0" y="0"/>
          <a:chExt cx="0" cy="0"/>
        </a:xfrm>
      </p:grpSpPr>
      <p:sp>
        <p:nvSpPr>
          <p:cNvPr id="5" name="Picture Placeholder 4"/>
          <p:cNvSpPr>
            <a:spLocks noGrp="1"/>
          </p:cNvSpPr>
          <p:nvPr>
            <p:ph type="pic" sz="quarter" idx="10" hasCustomPrompt="1"/>
          </p:nvPr>
        </p:nvSpPr>
        <p:spPr bwMode="gray">
          <a:xfrm>
            <a:off x="8127175" y="252000"/>
            <a:ext cx="4068000" cy="6606000"/>
          </a:xfrm>
          <a:solidFill>
            <a:schemeClr val="tx2">
              <a:alpha val="70000"/>
            </a:schemeClr>
          </a:solidFill>
        </p:spPr>
        <p:txBody>
          <a:bodyPr vert="horz" lIns="0" tIns="2448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t>
            </a:r>
            <a:r>
              <a:rPr lang="en-US"/>
              <a:t>add image</a:t>
            </a:r>
            <a:endParaRPr lang="en-US" dirty="0"/>
          </a:p>
        </p:txBody>
      </p:sp>
      <p:sp>
        <p:nvSpPr>
          <p:cNvPr id="7" name="Text Placeholder 6"/>
          <p:cNvSpPr>
            <a:spLocks noGrp="1"/>
          </p:cNvSpPr>
          <p:nvPr>
            <p:ph type="body" sz="quarter" idx="11" hasCustomPrompt="1"/>
          </p:nvPr>
        </p:nvSpPr>
        <p:spPr bwMode="gray">
          <a:xfrm>
            <a:off x="503999" y="1620000"/>
            <a:ext cx="7092000" cy="4230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2"/>
          <p:cNvSpPr>
            <a:spLocks noGrp="1"/>
          </p:cNvSpPr>
          <p:nvPr>
            <p:ph type="title" hasCustomPrompt="1"/>
          </p:nvPr>
        </p:nvSpPr>
        <p:spPr>
          <a:xfrm>
            <a:off x="504001" y="504000"/>
            <a:ext cx="7092000" cy="369332"/>
          </a:xfrm>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342502026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and text with image 2">
    <p:spTree>
      <p:nvGrpSpPr>
        <p:cNvPr id="1" name=""/>
        <p:cNvGrpSpPr/>
        <p:nvPr/>
      </p:nvGrpSpPr>
      <p:grpSpPr>
        <a:xfrm>
          <a:off x="0" y="0"/>
          <a:ext cx="0" cy="0"/>
          <a:chOff x="0" y="0"/>
          <a:chExt cx="0" cy="0"/>
        </a:xfrm>
      </p:grpSpPr>
      <p:sp>
        <p:nvSpPr>
          <p:cNvPr id="5" name="Picture Placeholder 4"/>
          <p:cNvSpPr>
            <a:spLocks noGrp="1"/>
          </p:cNvSpPr>
          <p:nvPr>
            <p:ph type="pic" sz="quarter" idx="10" hasCustomPrompt="1"/>
          </p:nvPr>
        </p:nvSpPr>
        <p:spPr bwMode="gray">
          <a:xfrm>
            <a:off x="6111175" y="252000"/>
            <a:ext cx="6084000" cy="6606000"/>
          </a:xfrm>
          <a:solidFill>
            <a:schemeClr val="tx2">
              <a:alpha val="70000"/>
            </a:schemeClr>
          </a:solidFill>
        </p:spPr>
        <p:txBody>
          <a:bodyPr vert="horz" lIns="0" tIns="2448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t>
            </a:r>
            <a:r>
              <a:rPr lang="en-US"/>
              <a:t>add image</a:t>
            </a:r>
            <a:endParaRPr lang="en-US" dirty="0"/>
          </a:p>
        </p:txBody>
      </p:sp>
      <p:sp>
        <p:nvSpPr>
          <p:cNvPr id="7" name="Text Placeholder 6"/>
          <p:cNvSpPr>
            <a:spLocks noGrp="1"/>
          </p:cNvSpPr>
          <p:nvPr>
            <p:ph type="body" sz="quarter" idx="11" hasCustomPrompt="1"/>
          </p:nvPr>
        </p:nvSpPr>
        <p:spPr bwMode="gray">
          <a:xfrm>
            <a:off x="503999" y="1620000"/>
            <a:ext cx="5112000" cy="4230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p:ph type="title" hasCustomPrompt="1"/>
          </p:nvPr>
        </p:nvSpPr>
        <p:spPr>
          <a:xfrm>
            <a:off x="504001" y="504000"/>
            <a:ext cx="5112000" cy="369332"/>
          </a:xfrm>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55278771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mage with motion band">
    <p:spTree>
      <p:nvGrpSpPr>
        <p:cNvPr id="1" name=""/>
        <p:cNvGrpSpPr/>
        <p:nvPr/>
      </p:nvGrpSpPr>
      <p:grpSpPr>
        <a:xfrm>
          <a:off x="0" y="0"/>
          <a:ext cx="0" cy="0"/>
          <a:chOff x="0" y="0"/>
          <a:chExt cx="0" cy="0"/>
        </a:xfrm>
      </p:grpSpPr>
      <p:sp>
        <p:nvSpPr>
          <p:cNvPr id="5" name="Picture Placeholder 4"/>
          <p:cNvSpPr>
            <a:spLocks noGrp="1"/>
          </p:cNvSpPr>
          <p:nvPr>
            <p:ph type="pic" sz="quarter" idx="10" hasCustomPrompt="1"/>
          </p:nvPr>
        </p:nvSpPr>
        <p:spPr bwMode="gray">
          <a:xfrm>
            <a:off x="1" y="252000"/>
            <a:ext cx="12195175" cy="6606000"/>
          </a:xfrm>
          <a:solidFill>
            <a:schemeClr val="tx2">
              <a:alpha val="70000"/>
            </a:schemeClr>
          </a:solidFill>
        </p:spPr>
        <p:txBody>
          <a:bodyPr vert="horz" lIns="0" tIns="2448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t>
            </a:r>
            <a:r>
              <a:rPr lang="en-US"/>
              <a:t>add image</a:t>
            </a:r>
            <a:endParaRPr lang="en-US" dirty="0"/>
          </a:p>
        </p:txBody>
      </p:sp>
    </p:spTree>
    <p:extLst>
      <p:ext uri="{BB962C8B-B14F-4D97-AF65-F5344CB8AC3E}">
        <p14:creationId xmlns:p14="http://schemas.microsoft.com/office/powerpoint/2010/main" val="190104987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Full bleed image ">
    <p:spTree>
      <p:nvGrpSpPr>
        <p:cNvPr id="1" name=""/>
        <p:cNvGrpSpPr/>
        <p:nvPr/>
      </p:nvGrpSpPr>
      <p:grpSpPr>
        <a:xfrm>
          <a:off x="0" y="0"/>
          <a:ext cx="0" cy="0"/>
          <a:chOff x="0" y="0"/>
          <a:chExt cx="0" cy="0"/>
        </a:xfrm>
      </p:grpSpPr>
      <p:sp>
        <p:nvSpPr>
          <p:cNvPr id="5" name="Picture Placeholder 4"/>
          <p:cNvSpPr>
            <a:spLocks noGrp="1"/>
          </p:cNvSpPr>
          <p:nvPr>
            <p:ph type="pic" sz="quarter" idx="10" hasCustomPrompt="1"/>
          </p:nvPr>
        </p:nvSpPr>
        <p:spPr bwMode="gray">
          <a:xfrm>
            <a:off x="1" y="0"/>
            <a:ext cx="12195175" cy="6858000"/>
          </a:xfrm>
          <a:solidFill>
            <a:schemeClr val="tx2">
              <a:alpha val="70000"/>
            </a:schemeClr>
          </a:solidFill>
        </p:spPr>
        <p:txBody>
          <a:bodyPr vert="horz" lIns="0" tIns="2448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t>
            </a:r>
            <a:r>
              <a:rPr lang="en-US"/>
              <a:t>add image</a:t>
            </a:r>
            <a:endParaRPr lang="en-US" dirty="0"/>
          </a:p>
        </p:txBody>
      </p:sp>
    </p:spTree>
    <p:extLst>
      <p:ext uri="{BB962C8B-B14F-4D97-AF65-F5344CB8AC3E}">
        <p14:creationId xmlns:p14="http://schemas.microsoft.com/office/powerpoint/2010/main" val="413979114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ext and screenshot">
    <p:spTree>
      <p:nvGrpSpPr>
        <p:cNvPr id="1" name=""/>
        <p:cNvGrpSpPr/>
        <p:nvPr/>
      </p:nvGrpSpPr>
      <p:grpSpPr>
        <a:xfrm>
          <a:off x="0" y="0"/>
          <a:ext cx="0" cy="0"/>
          <a:chOff x="0" y="0"/>
          <a:chExt cx="0" cy="0"/>
        </a:xfrm>
      </p:grpSpPr>
      <p:sp>
        <p:nvSpPr>
          <p:cNvPr id="5" name="Picture Placeholder 4"/>
          <p:cNvSpPr>
            <a:spLocks noGrp="1"/>
          </p:cNvSpPr>
          <p:nvPr>
            <p:ph type="pic" sz="quarter" idx="13" hasCustomPrompt="1"/>
          </p:nvPr>
        </p:nvSpPr>
        <p:spPr bwMode="gray">
          <a:xfrm>
            <a:off x="6362477" y="1601628"/>
            <a:ext cx="5328000" cy="4230000"/>
          </a:xfrm>
          <a:solidFill>
            <a:schemeClr val="tx2">
              <a:alpha val="70000"/>
            </a:schemeClr>
          </a:solidFill>
        </p:spPr>
        <p:txBody>
          <a:bodyPr vert="horz" lIns="0" tIns="1512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t>
            </a:r>
            <a:r>
              <a:rPr lang="en-US"/>
              <a:t>add screenshot</a:t>
            </a:r>
            <a:endParaRPr lang="en-US" dirty="0"/>
          </a:p>
        </p:txBody>
      </p:sp>
      <p:sp>
        <p:nvSpPr>
          <p:cNvPr id="4" name="Text Placeholder 3"/>
          <p:cNvSpPr>
            <a:spLocks noGrp="1"/>
          </p:cNvSpPr>
          <p:nvPr>
            <p:ph type="body" sz="quarter" idx="10" hasCustomPrompt="1"/>
          </p:nvPr>
        </p:nvSpPr>
        <p:spPr>
          <a:xfrm>
            <a:off x="504000" y="1620000"/>
            <a:ext cx="5328000" cy="4230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2"/>
          <p:cNvSpPr>
            <a:spLocks noGrp="1"/>
          </p:cNvSpPr>
          <p:nvPr>
            <p:ph type="title" hasCustomPrompt="1"/>
          </p:nvPr>
        </p:nvSpPr>
        <p:spPr>
          <a:xfrm>
            <a:off x="504001" y="504000"/>
            <a:ext cx="11186476" cy="369332"/>
          </a:xfrm>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1287227243"/>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7" name="Content Placeholder 2"/>
          <p:cNvSpPr>
            <a:spLocks noGrp="1"/>
          </p:cNvSpPr>
          <p:nvPr>
            <p:ph idx="1" hasCustomPrompt="1"/>
          </p:nvPr>
        </p:nvSpPr>
        <p:spPr>
          <a:xfrm>
            <a:off x="504000" y="1620000"/>
            <a:ext cx="11185200" cy="4230000"/>
          </a:xfrm>
          <a:solidFill>
            <a:schemeClr val="tx2">
              <a:alpha val="70000"/>
            </a:schemeClr>
          </a:solidFill>
        </p:spPr>
        <p:txBody>
          <a:bodyPr tIns="1368000"/>
          <a:lstStyle>
            <a:lvl1pPr algn="ctr">
              <a:defRPr sz="1400" b="0"/>
            </a:lvl1pPr>
          </a:lstStyle>
          <a:p>
            <a:pPr lvl="0"/>
            <a:r>
              <a:rPr lang="en-US" dirty="0"/>
              <a:t>Click to add content</a:t>
            </a:r>
          </a:p>
        </p:txBody>
      </p:sp>
      <p:sp>
        <p:nvSpPr>
          <p:cNvPr id="2" name="Title 1"/>
          <p:cNvSpPr>
            <a:spLocks noGrp="1"/>
          </p:cNvSpPr>
          <p:nvPr>
            <p:ph type="title" hasCustomPrompt="1"/>
          </p:nvPr>
        </p:nvSpPr>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418609874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Blank with motion band">
    <p:spTree>
      <p:nvGrpSpPr>
        <p:cNvPr id="1" name=""/>
        <p:cNvGrpSpPr/>
        <p:nvPr/>
      </p:nvGrpSpPr>
      <p:grpSpPr>
        <a:xfrm>
          <a:off x="0" y="0"/>
          <a:ext cx="0" cy="0"/>
          <a:chOff x="0" y="0"/>
          <a:chExt cx="0" cy="0"/>
        </a:xfrm>
      </p:grpSpPr>
      <p:sp>
        <p:nvSpPr>
          <p:cNvPr id="7" name="Rectangle 6"/>
          <p:cNvSpPr/>
          <p:nvPr userDrawn="1"/>
        </p:nvSpPr>
        <p:spPr bwMode="gray">
          <a:xfrm>
            <a:off x="236220" y="1142735"/>
            <a:ext cx="11795760" cy="220929"/>
          </a:xfrm>
          <a:prstGeom prst="rect">
            <a:avLst/>
          </a:prstGeom>
          <a:solidFill>
            <a:schemeClr val="bg1"/>
          </a:solidFill>
          <a:ln w="6350" algn="ctr">
            <a:noFill/>
            <a:miter lim="800000"/>
            <a:headEnd/>
            <a:tailEnd/>
          </a:ln>
        </p:spPr>
        <p:txBody>
          <a:bodyPr lIns="89979" tIns="71983" rIns="89979" bIns="71983" rtlCol="0" anchor="ctr"/>
          <a:lstStyle/>
          <a:p>
            <a:pPr marR="0" algn="ctr" defTabSz="914217" eaLnBrk="1" fontAlgn="base" latinLnBrk="0" hangingPunct="1">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Tree>
    <p:extLst>
      <p:ext uri="{BB962C8B-B14F-4D97-AF65-F5344CB8AC3E}">
        <p14:creationId xmlns:p14="http://schemas.microsoft.com/office/powerpoint/2010/main" val="337924837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3421819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p:cSld name="Thank you and contact information">
    <p:spTree>
      <p:nvGrpSpPr>
        <p:cNvPr id="1" name=""/>
        <p:cNvGrpSpPr/>
        <p:nvPr/>
      </p:nvGrpSpPr>
      <p:grpSpPr>
        <a:xfrm>
          <a:off x="0" y="0"/>
          <a:ext cx="0" cy="0"/>
          <a:chOff x="0" y="0"/>
          <a:chExt cx="0" cy="0"/>
        </a:xfrm>
      </p:grpSpPr>
      <p:sp>
        <p:nvSpPr>
          <p:cNvPr id="93" name="Contact information"/>
          <p:cNvSpPr>
            <a:spLocks noGrp="1"/>
          </p:cNvSpPr>
          <p:nvPr>
            <p:ph type="body" sz="quarter" idx="10" hasCustomPrompt="1"/>
          </p:nvPr>
        </p:nvSpPr>
        <p:spPr>
          <a:xfrm>
            <a:off x="504000" y="2905487"/>
            <a:ext cx="5328000" cy="2501010"/>
          </a:xfrm>
        </p:spPr>
        <p:txBody>
          <a:bodyPr anchor="t" anchorCtr="0">
            <a:noAutofit/>
          </a:bodyPr>
          <a:lstStyle>
            <a:lvl1pPr>
              <a:spcBef>
                <a:spcPts val="0"/>
              </a:spcBef>
              <a:spcAft>
                <a:spcPts val="1200"/>
              </a:spcAft>
              <a:defRPr sz="1600" b="0"/>
            </a:lvl1pPr>
            <a:lvl2pPr marL="0" indent="0">
              <a:spcBef>
                <a:spcPts val="0"/>
              </a:spcBef>
              <a:buNone/>
              <a:defRPr sz="1600" b="0"/>
            </a:lvl2pPr>
          </a:lstStyle>
          <a:p>
            <a:r>
              <a:rPr lang="en-US" dirty="0"/>
              <a:t>Contact information:</a:t>
            </a:r>
          </a:p>
          <a:p>
            <a:pPr lvl="1"/>
            <a:r>
              <a:rPr lang="en-US" dirty="0"/>
              <a:t>F name L name</a:t>
            </a:r>
          </a:p>
          <a:p>
            <a:pPr lvl="1"/>
            <a:r>
              <a:rPr lang="en-US" dirty="0"/>
              <a:t>Title</a:t>
            </a:r>
          </a:p>
          <a:p>
            <a:pPr lvl="1"/>
            <a:r>
              <a:rPr lang="en-US" dirty="0"/>
              <a:t>Address</a:t>
            </a:r>
          </a:p>
          <a:p>
            <a:pPr lvl="1"/>
            <a:r>
              <a:rPr lang="en-US" dirty="0"/>
              <a:t>Phone number</a:t>
            </a:r>
          </a:p>
        </p:txBody>
      </p:sp>
      <p:sp>
        <p:nvSpPr>
          <p:cNvPr id="2" name="Thank you"/>
          <p:cNvSpPr>
            <a:spLocks noGrp="1"/>
          </p:cNvSpPr>
          <p:nvPr>
            <p:ph type="ctrTitle" hasCustomPrompt="1"/>
          </p:nvPr>
        </p:nvSpPr>
        <p:spPr bwMode="gray">
          <a:xfrm>
            <a:off x="504000" y="1467009"/>
            <a:ext cx="5328000" cy="923116"/>
          </a:xfrm>
        </p:spPr>
        <p:txBody>
          <a:bodyPr anchor="t" anchorCtr="0">
            <a:noAutofit/>
          </a:bodyPr>
          <a:lstStyle>
            <a:lvl1pPr>
              <a:defRPr sz="5500">
                <a:solidFill>
                  <a:schemeClr val="accent1"/>
                </a:solidFill>
                <a:latin typeface="+mj-lt"/>
              </a:defRPr>
            </a:lvl1pPr>
          </a:lstStyle>
          <a:p>
            <a:r>
              <a:rPr lang="en-US" dirty="0"/>
              <a:t>Thank </a:t>
            </a:r>
            <a:r>
              <a:rPr lang="en-US"/>
              <a:t>you.</a:t>
            </a:r>
            <a:endParaRPr lang="en-US" dirty="0"/>
          </a:p>
        </p:txBody>
      </p:sp>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04000" y="5994000"/>
            <a:ext cx="1578462" cy="360000"/>
          </a:xfrm>
          <a:prstGeom prst="rect">
            <a:avLst/>
          </a:prstGeom>
        </p:spPr>
      </p:pic>
    </p:spTree>
    <p:extLst>
      <p:ext uri="{BB962C8B-B14F-4D97-AF65-F5344CB8AC3E}">
        <p14:creationId xmlns:p14="http://schemas.microsoft.com/office/powerpoint/2010/main" val="781090314"/>
      </p:ext>
    </p:extLst>
  </p:cSld>
  <p:clrMapOvr>
    <a:masterClrMapping/>
  </p:clrMapOvr>
  <p:hf sldNum="0"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Copyright">
    <p:spTree>
      <p:nvGrpSpPr>
        <p:cNvPr id="1" name=""/>
        <p:cNvGrpSpPr/>
        <p:nvPr/>
      </p:nvGrpSpPr>
      <p:grpSpPr>
        <a:xfrm>
          <a:off x="0" y="0"/>
          <a:ext cx="0" cy="0"/>
          <a:chOff x="0" y="0"/>
          <a:chExt cx="0" cy="0"/>
        </a:xfrm>
      </p:grpSpPr>
      <p:sp>
        <p:nvSpPr>
          <p:cNvPr id="4" name="TextBox 3"/>
          <p:cNvSpPr txBox="1"/>
          <p:nvPr/>
        </p:nvSpPr>
        <p:spPr bwMode="gray">
          <a:xfrm>
            <a:off x="503999" y="1620000"/>
            <a:ext cx="11185200" cy="3153980"/>
          </a:xfrm>
          <a:prstGeom prst="rect">
            <a:avLst/>
          </a:prstGeom>
          <a:noFill/>
        </p:spPr>
        <p:txBody>
          <a:bodyPr wrap="square" lIns="0" tIns="0" rIns="0" bIns="0" rtlCol="0">
            <a:spAutoFit/>
          </a:bodyPr>
          <a:lstStyle/>
          <a:p>
            <a:pPr>
              <a:spcBef>
                <a:spcPts val="1200"/>
              </a:spcBef>
            </a:pPr>
            <a:r>
              <a:rPr lang="en-US" sz="1100" kern="1200" dirty="0">
                <a:solidFill>
                  <a:schemeClr val="tx1"/>
                </a:solidFill>
                <a:latin typeface="Arial"/>
                <a:ea typeface="Arial Unicode MS" panose="020B0604020202020204" pitchFamily="34" charset="-128"/>
                <a:cs typeface="+mn-cs"/>
              </a:rPr>
              <a:t>No part of this publication may be reproduced or transmitted in any form or for any purpose without the express permission of SAP SE or an SAP affiliate company.</a:t>
            </a:r>
          </a:p>
          <a:p>
            <a:pPr>
              <a:spcBef>
                <a:spcPts val="1200"/>
              </a:spcBef>
            </a:pPr>
            <a:r>
              <a:rPr lang="en-US" sz="1100" kern="1200" dirty="0">
                <a:solidFill>
                  <a:schemeClr val="tx1"/>
                </a:solidFill>
                <a:latin typeface="Arial"/>
                <a:ea typeface="Arial Unicode MS" panose="020B0604020202020204" pitchFamily="34" charset="-128"/>
                <a:cs typeface="+mn-cs"/>
              </a:rPr>
              <a:t>The information contained herein may be changed without prior notice. Some software products marketed by SAP SE and its distributors contain proprietary software components </a:t>
            </a:r>
            <a:br>
              <a:rPr lang="en-US" sz="1100" kern="1200" dirty="0">
                <a:solidFill>
                  <a:schemeClr val="tx1"/>
                </a:solidFill>
                <a:latin typeface="Arial"/>
                <a:ea typeface="Arial Unicode MS" panose="020B0604020202020204" pitchFamily="34" charset="-128"/>
                <a:cs typeface="+mn-cs"/>
              </a:rPr>
            </a:br>
            <a:r>
              <a:rPr lang="en-US" sz="1100" kern="1200" dirty="0">
                <a:solidFill>
                  <a:schemeClr val="tx1"/>
                </a:solidFill>
                <a:latin typeface="Arial"/>
                <a:ea typeface="Arial Unicode MS" panose="020B0604020202020204" pitchFamily="34" charset="-128"/>
                <a:cs typeface="+mn-cs"/>
              </a:rPr>
              <a:t>of other software vendors. National product specifications may vary.</a:t>
            </a:r>
          </a:p>
          <a:p>
            <a:pPr>
              <a:spcBef>
                <a:spcPts val="1200"/>
              </a:spcBef>
            </a:pPr>
            <a:r>
              <a:rPr lang="en-US" sz="1100" kern="1200" dirty="0">
                <a:solidFill>
                  <a:schemeClr val="tx1"/>
                </a:solidFill>
                <a:latin typeface="Arial"/>
                <a:ea typeface="Arial Unicode MS" panose="020B0604020202020204" pitchFamily="34" charset="-128"/>
                <a:cs typeface="+mn-cs"/>
              </a:rPr>
              <a:t>These materials are provided by SAP SE or an SAP affiliate company for informational purposes only, without representation or warranty of any kind, and SAP or its affiliated companies shall not be liable for errors or omissions with respect to the materials. The only warranties for SAP or SAP affiliate company products and services are those that are </a:t>
            </a:r>
            <a:br>
              <a:rPr lang="en-US" sz="1100" kern="1200" dirty="0">
                <a:solidFill>
                  <a:schemeClr val="tx1"/>
                </a:solidFill>
                <a:latin typeface="Arial"/>
                <a:ea typeface="Arial Unicode MS" panose="020B0604020202020204" pitchFamily="34" charset="-128"/>
                <a:cs typeface="+mn-cs"/>
              </a:rPr>
            </a:br>
            <a:r>
              <a:rPr lang="en-US" sz="1100" kern="1200" dirty="0">
                <a:solidFill>
                  <a:schemeClr val="tx1"/>
                </a:solidFill>
                <a:latin typeface="Arial"/>
                <a:ea typeface="Arial Unicode MS" panose="020B0604020202020204" pitchFamily="34" charset="-128"/>
                <a:cs typeface="+mn-cs"/>
              </a:rPr>
              <a:t>set forth in the express warranty statements accompanying such products and services, if any. Nothing herein should be construed as constituting an additional warranty. </a:t>
            </a:r>
          </a:p>
          <a:p>
            <a:pPr>
              <a:spcBef>
                <a:spcPts val="1200"/>
              </a:spcBef>
            </a:pPr>
            <a:r>
              <a:rPr lang="en-US" sz="1100" kern="1200" dirty="0">
                <a:solidFill>
                  <a:schemeClr val="tx1"/>
                </a:solidFill>
                <a:latin typeface="Arial"/>
                <a:ea typeface="Arial Unicode MS" panose="020B0604020202020204" pitchFamily="34" charset="-128"/>
                <a:cs typeface="+mn-cs"/>
              </a:rPr>
              <a:t>In particular, SAP SE or its affiliated companies have no obligation to pursue any course of business outlined in this document or any related presentation, or to develop or release any functionality mentioned therein. This document, or any related presentation, and SAP SE’s or its affiliated companies’ strategy and possible future developments, products, and/or platform directions and functionality are all subject to change and may be changed by SAP SE or its affiliated companies at any time for any reason without notice. The information in this document is not a commitment, promise, or legal obligation to deliver any material, code, or functionality. All forward-looking statements are subject to various </a:t>
            </a:r>
            <a:br>
              <a:rPr lang="en-US" sz="1100" kern="1200" dirty="0">
                <a:solidFill>
                  <a:schemeClr val="tx1"/>
                </a:solidFill>
                <a:latin typeface="Arial"/>
                <a:ea typeface="Arial Unicode MS" panose="020B0604020202020204" pitchFamily="34" charset="-128"/>
                <a:cs typeface="+mn-cs"/>
              </a:rPr>
            </a:br>
            <a:r>
              <a:rPr lang="en-US" sz="1100" kern="1200" dirty="0">
                <a:solidFill>
                  <a:schemeClr val="tx1"/>
                </a:solidFill>
                <a:latin typeface="Arial"/>
                <a:ea typeface="Arial Unicode MS" panose="020B0604020202020204" pitchFamily="34" charset="-128"/>
                <a:cs typeface="+mn-cs"/>
              </a:rPr>
              <a:t>risks and uncertainties that could cause actual results to differ materially from expectations. Readers are cautioned not to place undue reliance on these forward-looking statements, and they should not be relied upon in making purchasing decisions.</a:t>
            </a:r>
          </a:p>
          <a:p>
            <a:pPr>
              <a:spcBef>
                <a:spcPts val="1200"/>
              </a:spcBef>
            </a:pPr>
            <a:r>
              <a:rPr lang="en-US" sz="1100" kern="1200" dirty="0">
                <a:solidFill>
                  <a:schemeClr val="tx1"/>
                </a:solidFill>
                <a:latin typeface="Arial"/>
                <a:ea typeface="Arial Unicode MS" panose="020B0604020202020204" pitchFamily="34" charset="-128"/>
                <a:cs typeface="+mn-cs"/>
              </a:rPr>
              <a:t>SAP and other SAP products and services mentioned herein as well as their respective logos are trademarks or registered trademarks of SAP SE (or an SAP affiliate company) </a:t>
            </a:r>
            <a:br>
              <a:rPr lang="en-US" sz="1100" kern="1200" dirty="0">
                <a:solidFill>
                  <a:schemeClr val="tx1"/>
                </a:solidFill>
                <a:latin typeface="Arial"/>
                <a:ea typeface="Arial Unicode MS" panose="020B0604020202020204" pitchFamily="34" charset="-128"/>
                <a:cs typeface="+mn-cs"/>
              </a:rPr>
            </a:br>
            <a:r>
              <a:rPr lang="en-US" sz="1100" kern="1200" dirty="0">
                <a:solidFill>
                  <a:schemeClr val="tx1"/>
                </a:solidFill>
                <a:latin typeface="Arial"/>
                <a:ea typeface="Arial Unicode MS" panose="020B0604020202020204" pitchFamily="34" charset="-128"/>
                <a:cs typeface="+mn-cs"/>
              </a:rPr>
              <a:t>in Germany and other countries. All other product and service names mentioned are the trademarks of their respective companies. </a:t>
            </a:r>
            <a:br>
              <a:rPr lang="en-US" sz="1100" kern="1200" dirty="0">
                <a:solidFill>
                  <a:schemeClr val="tx1"/>
                </a:solidFill>
                <a:latin typeface="Arial"/>
                <a:ea typeface="Arial Unicode MS" panose="020B0604020202020204" pitchFamily="34" charset="-128"/>
                <a:cs typeface="+mn-cs"/>
              </a:rPr>
            </a:br>
            <a:r>
              <a:rPr lang="en-US" sz="1100" kern="1200" dirty="0">
                <a:solidFill>
                  <a:schemeClr val="tx1"/>
                </a:solidFill>
                <a:latin typeface="Arial"/>
                <a:ea typeface="Arial Unicode MS" panose="020B0604020202020204" pitchFamily="34" charset="-128"/>
                <a:cs typeface="+mn-cs"/>
              </a:rPr>
              <a:t>See </a:t>
            </a:r>
            <a:r>
              <a:rPr lang="en-US" sz="1100" kern="1200" dirty="0">
                <a:solidFill>
                  <a:schemeClr val="tx2"/>
                </a:solidFill>
                <a:latin typeface="Arial"/>
                <a:ea typeface="Arial Unicode MS" panose="020B0604020202020204" pitchFamily="34" charset="-128"/>
                <a:cs typeface="+mn-cs"/>
                <a:hlinkClick r:id="rId2"/>
              </a:rPr>
              <a:t>http://global.sap.com/corporate-en/legal/copyright/index.epx</a:t>
            </a:r>
            <a:r>
              <a:rPr lang="en-US" sz="1100" kern="1200" dirty="0">
                <a:solidFill>
                  <a:schemeClr val="tx2"/>
                </a:solidFill>
                <a:latin typeface="Arial"/>
                <a:ea typeface="Arial Unicode MS" panose="020B0604020202020204" pitchFamily="34" charset="-128"/>
                <a:cs typeface="+mn-cs"/>
              </a:rPr>
              <a:t> </a:t>
            </a:r>
            <a:r>
              <a:rPr lang="en-US" sz="1100" kern="1200" dirty="0">
                <a:solidFill>
                  <a:schemeClr val="tx1"/>
                </a:solidFill>
                <a:latin typeface="Arial"/>
                <a:ea typeface="Arial Unicode MS" panose="020B0604020202020204" pitchFamily="34" charset="-128"/>
                <a:cs typeface="+mn-cs"/>
              </a:rPr>
              <a:t>for additional trademark information and notices.</a:t>
            </a:r>
          </a:p>
        </p:txBody>
      </p:sp>
      <p:sp>
        <p:nvSpPr>
          <p:cNvPr id="5" name="TextBox 4"/>
          <p:cNvSpPr txBox="1"/>
          <p:nvPr userDrawn="1"/>
        </p:nvSpPr>
        <p:spPr bwMode="gray">
          <a:xfrm>
            <a:off x="504000" y="719834"/>
            <a:ext cx="9540674" cy="369246"/>
          </a:xfrm>
          <a:prstGeom prst="rect">
            <a:avLst/>
          </a:prstGeom>
        </p:spPr>
        <p:txBody>
          <a:bodyPr vert="horz" wrap="square" lIns="0" tIns="0" rIns="0" bIns="0" rtlCol="0" anchor="t" anchorCtr="0">
            <a:spAutoFit/>
          </a:bodyPr>
          <a:lstStyle>
            <a:lvl1pPr>
              <a:spcBef>
                <a:spcPct val="0"/>
              </a:spcBef>
              <a:buNone/>
              <a:defRPr sz="2400" b="1" baseline="0">
                <a:latin typeface="+mj-lt"/>
                <a:ea typeface="+mj-ea"/>
                <a:cs typeface="+mj-cs"/>
              </a:defRPr>
            </a:lvl1pPr>
          </a:lstStyle>
          <a:p>
            <a:pPr lvl="0"/>
            <a:r>
              <a:rPr lang="en-US" sz="2400" b="0" noProof="0" dirty="0"/>
              <a:t>© 2017 SAP SE or an SAP affiliate company. All rights reserved.</a:t>
            </a:r>
          </a:p>
        </p:txBody>
      </p:sp>
      <p:grpSp>
        <p:nvGrpSpPr>
          <p:cNvPr id="16" name="Group 15"/>
          <p:cNvGrpSpPr/>
          <p:nvPr userDrawn="1"/>
        </p:nvGrpSpPr>
        <p:grpSpPr>
          <a:xfrm>
            <a:off x="0" y="0"/>
            <a:ext cx="12196800" cy="251942"/>
            <a:chOff x="0" y="0"/>
            <a:chExt cx="12196800" cy="251942"/>
          </a:xfrm>
        </p:grpSpPr>
        <p:sp>
          <p:nvSpPr>
            <p:cNvPr id="17" name="Rectangle 16"/>
            <p:cNvSpPr/>
            <p:nvPr userDrawn="1"/>
          </p:nvSpPr>
          <p:spPr bwMode="gray">
            <a:xfrm>
              <a:off x="0" y="0"/>
              <a:ext cx="12196800" cy="251942"/>
            </a:xfrm>
            <a:prstGeom prst="rect">
              <a:avLst/>
            </a:prstGeom>
            <a:solidFill>
              <a:srgbClr val="000000"/>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grpSp>
          <p:nvGrpSpPr>
            <p:cNvPr id="18" name="Secondary Motion Band"/>
            <p:cNvGrpSpPr/>
            <p:nvPr userDrawn="1"/>
          </p:nvGrpSpPr>
          <p:grpSpPr>
            <a:xfrm>
              <a:off x="10683752" y="0"/>
              <a:ext cx="1513048" cy="251942"/>
              <a:chOff x="10682127" y="0"/>
              <a:chExt cx="1513048" cy="252000"/>
            </a:xfrm>
          </p:grpSpPr>
          <p:sp>
            <p:nvSpPr>
              <p:cNvPr id="19" name="Rectangle 18"/>
              <p:cNvSpPr/>
              <p:nvPr userDrawn="1"/>
            </p:nvSpPr>
            <p:spPr bwMode="gray">
              <a:xfrm>
                <a:off x="11691175" y="0"/>
                <a:ext cx="504000" cy="252000"/>
              </a:xfrm>
              <a:prstGeom prst="rect">
                <a:avLst/>
              </a:prstGeom>
              <a:solidFill>
                <a:schemeClr val="accent1"/>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20" name="Rectangle 19"/>
              <p:cNvSpPr/>
              <p:nvPr userDrawn="1"/>
            </p:nvSpPr>
            <p:spPr bwMode="gray">
              <a:xfrm>
                <a:off x="11186476" y="0"/>
                <a:ext cx="504000" cy="252000"/>
              </a:xfrm>
              <a:prstGeom prst="rect">
                <a:avLst/>
              </a:prstGeom>
              <a:solidFill>
                <a:schemeClr val="accent1">
                  <a:alpha val="70000"/>
                </a:schemeClr>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21" name="Rectangle 20"/>
              <p:cNvSpPr/>
              <p:nvPr userDrawn="1"/>
            </p:nvSpPr>
            <p:spPr bwMode="gray">
              <a:xfrm>
                <a:off x="10682127" y="0"/>
                <a:ext cx="504000" cy="252000"/>
              </a:xfrm>
              <a:prstGeom prst="rect">
                <a:avLst/>
              </a:prstGeom>
              <a:solidFill>
                <a:schemeClr val="accent1">
                  <a:alpha val="40000"/>
                </a:schemeClr>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grpSp>
      </p:grpSp>
    </p:spTree>
    <p:extLst>
      <p:ext uri="{BB962C8B-B14F-4D97-AF65-F5344CB8AC3E}">
        <p14:creationId xmlns:p14="http://schemas.microsoft.com/office/powerpoint/2010/main" val="45192519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Copyright german">
    <p:spTree>
      <p:nvGrpSpPr>
        <p:cNvPr id="1" name=""/>
        <p:cNvGrpSpPr/>
        <p:nvPr/>
      </p:nvGrpSpPr>
      <p:grpSpPr>
        <a:xfrm>
          <a:off x="0" y="0"/>
          <a:ext cx="0" cy="0"/>
          <a:chOff x="0" y="0"/>
          <a:chExt cx="0" cy="0"/>
        </a:xfrm>
      </p:grpSpPr>
      <p:sp>
        <p:nvSpPr>
          <p:cNvPr id="4" name="TextBox 3"/>
          <p:cNvSpPr txBox="1"/>
          <p:nvPr userDrawn="1"/>
        </p:nvSpPr>
        <p:spPr bwMode="gray">
          <a:xfrm>
            <a:off x="504000" y="1620000"/>
            <a:ext cx="11185200" cy="3830931"/>
          </a:xfrm>
          <a:prstGeom prst="rect">
            <a:avLst/>
          </a:prstGeom>
          <a:noFill/>
        </p:spPr>
        <p:txBody>
          <a:bodyPr wrap="square" lIns="0" tIns="0" rIns="0" bIns="0" rtlCol="0">
            <a:spAutoFit/>
          </a:bodyPr>
          <a:lstStyle/>
          <a:p>
            <a:pPr>
              <a:spcBef>
                <a:spcPts val="1200"/>
              </a:spcBef>
            </a:pPr>
            <a:r>
              <a:rPr lang="en-US" sz="1100" kern="1200" noProof="0" dirty="0" err="1">
                <a:solidFill>
                  <a:schemeClr val="tx1"/>
                </a:solidFill>
                <a:effectLst/>
                <a:latin typeface="Arial"/>
                <a:ea typeface="+mn-ea"/>
                <a:cs typeface="+mn-cs"/>
              </a:rPr>
              <a:t>Weitergabe</a:t>
            </a:r>
            <a:r>
              <a:rPr lang="en-US" sz="1100" kern="1200" noProof="0" dirty="0">
                <a:solidFill>
                  <a:schemeClr val="tx1"/>
                </a:solidFill>
                <a:effectLst/>
                <a:latin typeface="Arial"/>
                <a:ea typeface="+mn-ea"/>
                <a:cs typeface="+mn-cs"/>
              </a:rPr>
              <a:t> und </a:t>
            </a:r>
            <a:r>
              <a:rPr lang="en-US" sz="1100" kern="1200" noProof="0" dirty="0" err="1">
                <a:solidFill>
                  <a:schemeClr val="tx1"/>
                </a:solidFill>
                <a:effectLst/>
                <a:latin typeface="Arial"/>
                <a:ea typeface="+mn-ea"/>
                <a:cs typeface="+mn-cs"/>
              </a:rPr>
              <a:t>Vervielfältigung</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dieser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Publikation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von </a:t>
            </a:r>
            <a:r>
              <a:rPr lang="en-US" sz="1100" kern="1200" noProof="0" dirty="0" err="1">
                <a:solidFill>
                  <a:schemeClr val="tx1"/>
                </a:solidFill>
                <a:effectLst/>
                <a:latin typeface="Arial"/>
                <a:ea typeface="+mn-ea"/>
                <a:cs typeface="+mn-cs"/>
              </a:rPr>
              <a:t>Teilen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daraus</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sind</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zu</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welchem</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Zweck</a:t>
            </a:r>
            <a:r>
              <a:rPr lang="en-US" sz="1100" kern="1200" noProof="0" dirty="0">
                <a:solidFill>
                  <a:schemeClr val="tx1"/>
                </a:solidFill>
                <a:effectLst/>
                <a:latin typeface="Arial"/>
                <a:ea typeface="+mn-ea"/>
                <a:cs typeface="+mn-cs"/>
              </a:rPr>
              <a:t> und in </a:t>
            </a:r>
            <a:r>
              <a:rPr lang="en-US" sz="1100" kern="1200" noProof="0" dirty="0" err="1">
                <a:solidFill>
                  <a:schemeClr val="tx1"/>
                </a:solidFill>
                <a:effectLst/>
                <a:latin typeface="Arial"/>
                <a:ea typeface="+mn-ea"/>
                <a:cs typeface="+mn-cs"/>
              </a:rPr>
              <a:t>welcher</a:t>
            </a:r>
            <a:r>
              <a:rPr lang="en-US" sz="1100" kern="1200" noProof="0" dirty="0">
                <a:solidFill>
                  <a:schemeClr val="tx1"/>
                </a:solidFill>
                <a:effectLst/>
                <a:latin typeface="Arial"/>
                <a:ea typeface="+mn-ea"/>
                <a:cs typeface="+mn-cs"/>
              </a:rPr>
              <a:t> Form </a:t>
            </a:r>
            <a:r>
              <a:rPr lang="en-US" sz="1100" kern="1200" noProof="0" dirty="0" err="1">
                <a:solidFill>
                  <a:schemeClr val="tx1"/>
                </a:solidFill>
                <a:effectLst/>
                <a:latin typeface="Arial"/>
                <a:ea typeface="+mn-ea"/>
                <a:cs typeface="+mn-cs"/>
              </a:rPr>
              <a:t>auch</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immer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ohne</a:t>
            </a:r>
            <a:r>
              <a:rPr lang="en-US" sz="1100" kern="1200" noProof="0" dirty="0">
                <a:solidFill>
                  <a:schemeClr val="tx1"/>
                </a:solidFill>
                <a:effectLst/>
                <a:latin typeface="Arial"/>
                <a:ea typeface="+mn-ea"/>
                <a:cs typeface="+mn-cs"/>
              </a:rPr>
              <a:t> die </a:t>
            </a:r>
            <a:r>
              <a:rPr lang="en-US" sz="1100" kern="1200" noProof="0" dirty="0" err="1">
                <a:solidFill>
                  <a:schemeClr val="tx1"/>
                </a:solidFill>
                <a:effectLst/>
                <a:latin typeface="Arial"/>
                <a:ea typeface="+mn-ea"/>
                <a:cs typeface="+mn-cs"/>
              </a:rPr>
              <a:t>ausdrückliche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schriftliche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Genehmigung</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durch</a:t>
            </a:r>
            <a:r>
              <a:rPr lang="en-US" sz="1100" kern="1200" noProof="0" dirty="0">
                <a:solidFill>
                  <a:schemeClr val="tx1"/>
                </a:solidFill>
                <a:effectLst/>
                <a:latin typeface="Arial"/>
                <a:ea typeface="+mn-ea"/>
                <a:cs typeface="+mn-cs"/>
              </a:rPr>
              <a:t> SAP SE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ein</a:t>
            </a:r>
            <a:r>
              <a:rPr lang="en-US" sz="1100" kern="1200" noProof="0" dirty="0">
                <a:solidFill>
                  <a:schemeClr val="tx1"/>
                </a:solidFill>
                <a:effectLst/>
                <a:latin typeface="Arial"/>
                <a:ea typeface="+mn-ea"/>
                <a:cs typeface="+mn-cs"/>
              </a:rPr>
              <a:t> SAP-</a:t>
            </a:r>
            <a:r>
              <a:rPr lang="en-US" sz="1100" kern="1200" noProof="0" dirty="0" err="1">
                <a:solidFill>
                  <a:schemeClr val="tx1"/>
                </a:solidFill>
                <a:effectLst/>
                <a:latin typeface="Arial"/>
                <a:ea typeface="+mn-ea"/>
                <a:cs typeface="+mn-cs"/>
              </a:rPr>
              <a:t>Konzernunternehmen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nicht</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gestattet</a:t>
            </a:r>
            <a:r>
              <a:rPr lang="en-US" sz="1100" kern="1200" noProof="0" dirty="0">
                <a:solidFill>
                  <a:schemeClr val="tx1"/>
                </a:solidFill>
                <a:effectLst/>
                <a:latin typeface="Arial"/>
                <a:ea typeface="+mn-ea"/>
                <a:cs typeface="+mn-cs"/>
              </a:rPr>
              <a:t>.</a:t>
            </a:r>
          </a:p>
          <a:p>
            <a:pPr>
              <a:spcBef>
                <a:spcPts val="1200"/>
              </a:spcBef>
            </a:pPr>
            <a:r>
              <a:rPr lang="en-US" sz="1100" kern="1200" noProof="0" dirty="0">
                <a:solidFill>
                  <a:schemeClr val="tx1"/>
                </a:solidFill>
                <a:effectLst/>
                <a:latin typeface="Arial"/>
                <a:ea typeface="+mn-ea"/>
                <a:cs typeface="+mn-cs"/>
              </a:rPr>
              <a:t>In </a:t>
            </a:r>
            <a:r>
              <a:rPr lang="en-US" sz="1100" kern="1200" noProof="0" dirty="0" err="1">
                <a:solidFill>
                  <a:schemeClr val="tx1"/>
                </a:solidFill>
                <a:effectLst/>
                <a:latin typeface="Arial"/>
                <a:ea typeface="+mn-ea"/>
                <a:cs typeface="+mn-cs"/>
              </a:rPr>
              <a:t>dieser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Publikation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enthaltene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Informationen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können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ohne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vorherige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Ankündigung</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geändert</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werden</a:t>
            </a:r>
            <a:r>
              <a:rPr lang="en-US" sz="1100" kern="1200" noProof="0" dirty="0">
                <a:solidFill>
                  <a:schemeClr val="tx1"/>
                </a:solidFill>
                <a:effectLst/>
                <a:latin typeface="Arial"/>
                <a:ea typeface="+mn-ea"/>
                <a:cs typeface="+mn-cs"/>
              </a:rPr>
              <a:t>. Die von SAP SE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deren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Vertriebsfirmen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angebotenen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Softwareprodukte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können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Softwarekomponenten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auch</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anderer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Softwarehersteller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enthalten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Produkte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können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länderspezifische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Unterschiede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aufweisen</a:t>
            </a:r>
            <a:r>
              <a:rPr lang="en-US" sz="1100" kern="1200" noProof="0" dirty="0">
                <a:solidFill>
                  <a:schemeClr val="tx1"/>
                </a:solidFill>
                <a:effectLst/>
                <a:latin typeface="Arial"/>
                <a:ea typeface="+mn-ea"/>
                <a:cs typeface="+mn-cs"/>
              </a:rPr>
              <a:t>.</a:t>
            </a:r>
          </a:p>
          <a:p>
            <a:pPr>
              <a:spcBef>
                <a:spcPts val="1200"/>
              </a:spcBef>
            </a:pPr>
            <a:r>
              <a:rPr lang="en-US" sz="1100" kern="1200" noProof="0" dirty="0">
                <a:solidFill>
                  <a:schemeClr val="tx1"/>
                </a:solidFill>
                <a:effectLst/>
                <a:latin typeface="Arial"/>
                <a:ea typeface="+mn-ea"/>
                <a:cs typeface="+mn-cs"/>
              </a:rPr>
              <a:t>Die </a:t>
            </a:r>
            <a:r>
              <a:rPr lang="en-US" sz="1100" kern="1200" noProof="0" dirty="0" err="1">
                <a:solidFill>
                  <a:schemeClr val="tx1"/>
                </a:solidFill>
                <a:effectLst/>
                <a:latin typeface="Arial"/>
                <a:ea typeface="+mn-ea"/>
                <a:cs typeface="+mn-cs"/>
              </a:rPr>
              <a:t>vorliegenden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Unterlagen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werden</a:t>
            </a:r>
            <a:r>
              <a:rPr lang="en-US" sz="1100" kern="1200" noProof="0" dirty="0">
                <a:solidFill>
                  <a:schemeClr val="tx1"/>
                </a:solidFill>
                <a:effectLst/>
                <a:latin typeface="Arial"/>
                <a:ea typeface="+mn-ea"/>
                <a:cs typeface="+mn-cs"/>
              </a:rPr>
              <a:t> von der SAP SE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einem</a:t>
            </a:r>
            <a:r>
              <a:rPr lang="en-US" sz="1100" kern="1200" noProof="0" dirty="0">
                <a:solidFill>
                  <a:schemeClr val="tx1"/>
                </a:solidFill>
                <a:effectLst/>
                <a:latin typeface="Arial"/>
                <a:ea typeface="+mn-ea"/>
                <a:cs typeface="+mn-cs"/>
              </a:rPr>
              <a:t> SAP-</a:t>
            </a:r>
            <a:r>
              <a:rPr lang="en-US" sz="1100" kern="1200" noProof="0" dirty="0" err="1">
                <a:solidFill>
                  <a:schemeClr val="tx1"/>
                </a:solidFill>
                <a:effectLst/>
                <a:latin typeface="Arial"/>
                <a:ea typeface="+mn-ea"/>
                <a:cs typeface="+mn-cs"/>
              </a:rPr>
              <a:t>Konzernunternehmen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bereitgestellt</a:t>
            </a:r>
            <a:r>
              <a:rPr lang="en-US" sz="1100" kern="1200" noProof="0" dirty="0">
                <a:solidFill>
                  <a:schemeClr val="tx1"/>
                </a:solidFill>
                <a:effectLst/>
                <a:latin typeface="Arial"/>
                <a:ea typeface="+mn-ea"/>
                <a:cs typeface="+mn-cs"/>
              </a:rPr>
              <a:t> und </a:t>
            </a:r>
            <a:r>
              <a:rPr lang="en-US" sz="1100" kern="1200" noProof="0" dirty="0" err="1">
                <a:solidFill>
                  <a:schemeClr val="tx1"/>
                </a:solidFill>
                <a:effectLst/>
                <a:latin typeface="Arial"/>
                <a:ea typeface="+mn-ea"/>
                <a:cs typeface="+mn-cs"/>
              </a:rPr>
              <a:t>dienen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ausschließlich</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zu</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Informationszwecken</a:t>
            </a:r>
            <a:r>
              <a:rPr lang="en-US" sz="1100" kern="1200" noProof="0" dirty="0">
                <a:solidFill>
                  <a:schemeClr val="tx1"/>
                </a:solidFill>
                <a:effectLst/>
                <a:latin typeface="Arial"/>
                <a:ea typeface="+mn-ea"/>
                <a:cs typeface="+mn-cs"/>
              </a:rPr>
              <a:t>. </a:t>
            </a:r>
            <a:br>
              <a:rPr lang="en-US" sz="1100" kern="1200" noProof="0" dirty="0">
                <a:solidFill>
                  <a:schemeClr val="tx1"/>
                </a:solidFill>
                <a:effectLst/>
                <a:latin typeface="Arial"/>
                <a:ea typeface="+mn-ea"/>
                <a:cs typeface="+mn-cs"/>
              </a:rPr>
            </a:br>
            <a:r>
              <a:rPr lang="en-US" sz="1100" kern="1200" noProof="0" dirty="0">
                <a:solidFill>
                  <a:schemeClr val="tx1"/>
                </a:solidFill>
                <a:effectLst/>
                <a:latin typeface="Arial"/>
                <a:ea typeface="+mn-ea"/>
                <a:cs typeface="+mn-cs"/>
              </a:rPr>
              <a:t>Die SAP SE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ihre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Konzernunternehmen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übernehmen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keinerlei</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Haftung</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Gewährleistung</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für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Fehler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Unvollständigkeiten</a:t>
            </a:r>
            <a:r>
              <a:rPr lang="en-US" sz="1100" kern="1200" noProof="0" dirty="0">
                <a:solidFill>
                  <a:schemeClr val="tx1"/>
                </a:solidFill>
                <a:effectLst/>
                <a:latin typeface="Arial"/>
                <a:ea typeface="+mn-ea"/>
                <a:cs typeface="+mn-cs"/>
              </a:rPr>
              <a:t> in </a:t>
            </a:r>
            <a:r>
              <a:rPr lang="en-US" sz="1100" kern="1200" noProof="0" dirty="0" err="1">
                <a:solidFill>
                  <a:schemeClr val="tx1"/>
                </a:solidFill>
                <a:effectLst/>
                <a:latin typeface="Arial"/>
                <a:ea typeface="+mn-ea"/>
                <a:cs typeface="+mn-cs"/>
              </a:rPr>
              <a:t>dieser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Publikation</a:t>
            </a:r>
            <a:r>
              <a:rPr lang="en-US" sz="1100" kern="1200" noProof="0" dirty="0">
                <a:solidFill>
                  <a:schemeClr val="tx1"/>
                </a:solidFill>
                <a:effectLst/>
                <a:latin typeface="Arial"/>
                <a:ea typeface="+mn-ea"/>
                <a:cs typeface="+mn-cs"/>
              </a:rPr>
              <a:t>. </a:t>
            </a:r>
            <a:br>
              <a:rPr lang="en-US" sz="1100" kern="1200" noProof="0" dirty="0">
                <a:solidFill>
                  <a:schemeClr val="tx1"/>
                </a:solidFill>
                <a:effectLst/>
                <a:latin typeface="Arial"/>
                <a:ea typeface="+mn-ea"/>
                <a:cs typeface="+mn-cs"/>
              </a:rPr>
            </a:br>
            <a:r>
              <a:rPr lang="en-US" sz="1100" kern="1200" noProof="0" dirty="0">
                <a:solidFill>
                  <a:schemeClr val="tx1"/>
                </a:solidFill>
                <a:effectLst/>
                <a:latin typeface="Arial"/>
                <a:ea typeface="+mn-ea"/>
                <a:cs typeface="+mn-cs"/>
              </a:rPr>
              <a:t>Die SAP SE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ein</a:t>
            </a:r>
            <a:r>
              <a:rPr lang="en-US" sz="1100" kern="1200" noProof="0" dirty="0">
                <a:solidFill>
                  <a:schemeClr val="tx1"/>
                </a:solidFill>
                <a:effectLst/>
                <a:latin typeface="Arial"/>
                <a:ea typeface="+mn-ea"/>
                <a:cs typeface="+mn-cs"/>
              </a:rPr>
              <a:t> SAP-</a:t>
            </a:r>
            <a:r>
              <a:rPr lang="en-US" sz="1100" kern="1200" noProof="0" dirty="0" err="1">
                <a:solidFill>
                  <a:schemeClr val="tx1"/>
                </a:solidFill>
                <a:effectLst/>
                <a:latin typeface="Arial"/>
                <a:ea typeface="+mn-ea"/>
                <a:cs typeface="+mn-cs"/>
              </a:rPr>
              <a:t>Konzernunternehmen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steht</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lediglich</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für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Produkte</a:t>
            </a:r>
            <a:r>
              <a:rPr lang="en-US" sz="1100" kern="1200" noProof="0" dirty="0">
                <a:solidFill>
                  <a:schemeClr val="tx1"/>
                </a:solidFill>
                <a:effectLst/>
                <a:latin typeface="Arial"/>
                <a:ea typeface="+mn-ea"/>
                <a:cs typeface="+mn-cs"/>
              </a:rPr>
              <a:t> und </a:t>
            </a:r>
            <a:r>
              <a:rPr lang="en-US" sz="1100" kern="1200" noProof="0" dirty="0" err="1">
                <a:solidFill>
                  <a:schemeClr val="tx1"/>
                </a:solidFill>
                <a:effectLst/>
                <a:latin typeface="Arial"/>
                <a:ea typeface="+mn-ea"/>
                <a:cs typeface="+mn-cs"/>
              </a:rPr>
              <a:t>Dienstleistungen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nach</a:t>
            </a:r>
            <a:r>
              <a:rPr lang="en-US" sz="1100" kern="1200" noProof="0" dirty="0">
                <a:solidFill>
                  <a:schemeClr val="tx1"/>
                </a:solidFill>
                <a:effectLst/>
                <a:latin typeface="Arial"/>
                <a:ea typeface="+mn-ea"/>
                <a:cs typeface="+mn-cs"/>
              </a:rPr>
              <a:t> der </a:t>
            </a:r>
            <a:r>
              <a:rPr lang="en-US" sz="1100" kern="1200" noProof="0" dirty="0" err="1">
                <a:solidFill>
                  <a:schemeClr val="tx1"/>
                </a:solidFill>
                <a:effectLst/>
                <a:latin typeface="Arial"/>
                <a:ea typeface="+mn-ea"/>
                <a:cs typeface="+mn-cs"/>
              </a:rPr>
              <a:t>Maßgabe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ein</a:t>
            </a:r>
            <a:r>
              <a:rPr lang="en-US" sz="1100" kern="1200" noProof="0" dirty="0">
                <a:solidFill>
                  <a:schemeClr val="tx1"/>
                </a:solidFill>
                <a:effectLst/>
                <a:latin typeface="Arial"/>
                <a:ea typeface="+mn-ea"/>
                <a:cs typeface="+mn-cs"/>
              </a:rPr>
              <a:t>, die in der </a:t>
            </a:r>
            <a:r>
              <a:rPr lang="en-US" sz="1100" kern="1200" noProof="0" dirty="0" err="1">
                <a:solidFill>
                  <a:schemeClr val="tx1"/>
                </a:solidFill>
                <a:effectLst/>
                <a:latin typeface="Arial"/>
                <a:ea typeface="+mn-ea"/>
                <a:cs typeface="+mn-cs"/>
              </a:rPr>
              <a:t>Vereinbarung</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über</a:t>
            </a:r>
            <a:r>
              <a:rPr lang="en-US" sz="1100" kern="1200" noProof="0" dirty="0">
                <a:solidFill>
                  <a:schemeClr val="tx1"/>
                </a:solidFill>
                <a:effectLst/>
                <a:latin typeface="Arial"/>
                <a:ea typeface="+mn-ea"/>
                <a:cs typeface="+mn-cs"/>
              </a:rPr>
              <a:t> die </a:t>
            </a:r>
            <a:r>
              <a:rPr lang="en-US" sz="1100" kern="1200" noProof="0" dirty="0" err="1">
                <a:solidFill>
                  <a:schemeClr val="tx1"/>
                </a:solidFill>
                <a:effectLst/>
                <a:latin typeface="Arial"/>
                <a:ea typeface="+mn-ea"/>
                <a:cs typeface="+mn-cs"/>
              </a:rPr>
              <a:t>jeweiligen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Produkte</a:t>
            </a:r>
            <a:r>
              <a:rPr lang="en-US" sz="1100" kern="1200" noProof="0" dirty="0">
                <a:solidFill>
                  <a:schemeClr val="tx1"/>
                </a:solidFill>
                <a:effectLst/>
                <a:latin typeface="Arial"/>
                <a:ea typeface="+mn-ea"/>
                <a:cs typeface="+mn-cs"/>
              </a:rPr>
              <a:t> und </a:t>
            </a:r>
            <a:r>
              <a:rPr lang="en-US" sz="1100" kern="1200" noProof="0" dirty="0" err="1">
                <a:solidFill>
                  <a:schemeClr val="tx1"/>
                </a:solidFill>
                <a:effectLst/>
                <a:latin typeface="Arial"/>
                <a:ea typeface="+mn-ea"/>
                <a:cs typeface="+mn-cs"/>
              </a:rPr>
              <a:t>Dienstleistungen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ausdrücklich</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geregelt</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ist</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Keine</a:t>
            </a:r>
            <a:r>
              <a:rPr lang="en-US" sz="1100" kern="1200" noProof="0" dirty="0">
                <a:solidFill>
                  <a:schemeClr val="tx1"/>
                </a:solidFill>
                <a:effectLst/>
                <a:latin typeface="Arial"/>
                <a:ea typeface="+mn-ea"/>
                <a:cs typeface="+mn-cs"/>
              </a:rPr>
              <a:t> der </a:t>
            </a:r>
            <a:r>
              <a:rPr lang="en-US" sz="1100" kern="1200" noProof="0" dirty="0" err="1">
                <a:solidFill>
                  <a:schemeClr val="tx1"/>
                </a:solidFill>
                <a:effectLst/>
                <a:latin typeface="Arial"/>
                <a:ea typeface="+mn-ea"/>
                <a:cs typeface="+mn-cs"/>
              </a:rPr>
              <a:t>hierin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enthaltenen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Informationen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ist</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als</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zusätzliche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Garantie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zu</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interpretieren</a:t>
            </a:r>
            <a:r>
              <a:rPr lang="en-US" sz="1100" kern="1200" noProof="0" dirty="0">
                <a:solidFill>
                  <a:schemeClr val="tx1"/>
                </a:solidFill>
                <a:effectLst/>
                <a:latin typeface="Arial"/>
                <a:ea typeface="+mn-ea"/>
                <a:cs typeface="+mn-cs"/>
              </a:rPr>
              <a:t>. </a:t>
            </a:r>
          </a:p>
          <a:p>
            <a:pPr>
              <a:spcBef>
                <a:spcPts val="1200"/>
              </a:spcBef>
            </a:pPr>
            <a:r>
              <a:rPr lang="en-US" sz="1100" kern="1200" noProof="0" dirty="0" err="1">
                <a:solidFill>
                  <a:schemeClr val="tx1"/>
                </a:solidFill>
                <a:effectLst/>
                <a:latin typeface="Arial"/>
                <a:ea typeface="+mn-ea"/>
                <a:cs typeface="+mn-cs"/>
              </a:rPr>
              <a:t>Insbesondere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sind</a:t>
            </a:r>
            <a:r>
              <a:rPr lang="en-US" sz="1100" kern="1200" noProof="0" dirty="0">
                <a:solidFill>
                  <a:schemeClr val="tx1"/>
                </a:solidFill>
                <a:effectLst/>
                <a:latin typeface="Arial"/>
                <a:ea typeface="+mn-ea"/>
                <a:cs typeface="+mn-cs"/>
              </a:rPr>
              <a:t> die SAP SE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ihre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Konzernunternehmen</a:t>
            </a:r>
            <a:r>
              <a:rPr lang="en-US" sz="1100" kern="1200" noProof="0" dirty="0">
                <a:solidFill>
                  <a:schemeClr val="tx1"/>
                </a:solidFill>
                <a:effectLst/>
                <a:latin typeface="Arial"/>
                <a:ea typeface="+mn-ea"/>
                <a:cs typeface="+mn-cs"/>
              </a:rPr>
              <a:t> in </a:t>
            </a:r>
            <a:r>
              <a:rPr lang="en-US" sz="1100" kern="1200" noProof="0" dirty="0" err="1">
                <a:solidFill>
                  <a:schemeClr val="tx1"/>
                </a:solidFill>
                <a:effectLst/>
                <a:latin typeface="Arial"/>
                <a:ea typeface="+mn-ea"/>
                <a:cs typeface="+mn-cs"/>
              </a:rPr>
              <a:t>keiner</a:t>
            </a:r>
            <a:r>
              <a:rPr lang="en-US" sz="1100" kern="1200" noProof="0" dirty="0">
                <a:solidFill>
                  <a:schemeClr val="tx1"/>
                </a:solidFill>
                <a:effectLst/>
                <a:latin typeface="Arial"/>
                <a:ea typeface="+mn-ea"/>
                <a:cs typeface="+mn-cs"/>
              </a:rPr>
              <a:t> Weise </a:t>
            </a:r>
            <a:r>
              <a:rPr lang="en-US" sz="1100" kern="1200" noProof="0" dirty="0" err="1">
                <a:solidFill>
                  <a:schemeClr val="tx1"/>
                </a:solidFill>
                <a:effectLst/>
                <a:latin typeface="Arial"/>
                <a:ea typeface="+mn-ea"/>
                <a:cs typeface="+mn-cs"/>
              </a:rPr>
              <a:t>verpflichtet</a:t>
            </a:r>
            <a:r>
              <a:rPr lang="en-US" sz="1100" kern="1200" noProof="0" dirty="0">
                <a:solidFill>
                  <a:schemeClr val="tx1"/>
                </a:solidFill>
                <a:effectLst/>
                <a:latin typeface="Arial"/>
                <a:ea typeface="+mn-ea"/>
                <a:cs typeface="+mn-cs"/>
              </a:rPr>
              <a:t>, in </a:t>
            </a:r>
            <a:r>
              <a:rPr lang="en-US" sz="1100" kern="1200" noProof="0" dirty="0" err="1">
                <a:solidFill>
                  <a:schemeClr val="tx1"/>
                </a:solidFill>
                <a:effectLst/>
                <a:latin typeface="Arial"/>
                <a:ea typeface="+mn-ea"/>
                <a:cs typeface="+mn-cs"/>
              </a:rPr>
              <a:t>dieser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Publikation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einer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zugehörigen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Präsentation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dargestellte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Geschäftsabläufe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zu</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verfolgen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hierin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wiedergegebene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Funktionen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zu</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entwickeln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zu</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veröffentlichen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Diese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Publikation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eine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zugehörige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Präsentation</a:t>
            </a:r>
            <a:r>
              <a:rPr lang="en-US" sz="1100" kern="1200" noProof="0" dirty="0">
                <a:solidFill>
                  <a:schemeClr val="tx1"/>
                </a:solidFill>
                <a:effectLst/>
                <a:latin typeface="Arial"/>
                <a:ea typeface="+mn-ea"/>
                <a:cs typeface="+mn-cs"/>
              </a:rPr>
              <a:t>, die </a:t>
            </a:r>
            <a:r>
              <a:rPr lang="en-US" sz="1100" kern="1200" noProof="0" dirty="0" err="1">
                <a:solidFill>
                  <a:schemeClr val="tx1"/>
                </a:solidFill>
                <a:effectLst/>
                <a:latin typeface="Arial"/>
                <a:ea typeface="+mn-ea"/>
                <a:cs typeface="+mn-cs"/>
              </a:rPr>
              <a:t>Strategie</a:t>
            </a:r>
            <a:r>
              <a:rPr lang="en-US" sz="1100" kern="1200" noProof="0" dirty="0">
                <a:solidFill>
                  <a:schemeClr val="tx1"/>
                </a:solidFill>
                <a:effectLst/>
                <a:latin typeface="Arial"/>
                <a:ea typeface="+mn-ea"/>
                <a:cs typeface="+mn-cs"/>
              </a:rPr>
              <a:t> und </a:t>
            </a:r>
            <a:r>
              <a:rPr lang="en-US" sz="1100" kern="1200" noProof="0" dirty="0" err="1">
                <a:solidFill>
                  <a:schemeClr val="tx1"/>
                </a:solidFill>
                <a:effectLst/>
                <a:latin typeface="Arial"/>
                <a:ea typeface="+mn-ea"/>
                <a:cs typeface="+mn-cs"/>
              </a:rPr>
              <a:t>etwaige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künftige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Entwicklungen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Produkte</a:t>
            </a:r>
            <a:r>
              <a:rPr lang="en-US" sz="1100" kern="1200" noProof="0" dirty="0">
                <a:solidFill>
                  <a:schemeClr val="tx1"/>
                </a:solidFill>
                <a:effectLst/>
                <a:latin typeface="Arial"/>
                <a:ea typeface="+mn-ea"/>
                <a:cs typeface="+mn-cs"/>
              </a:rPr>
              <a:t> und/</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Plattformen</a:t>
            </a:r>
            <a:r>
              <a:rPr lang="en-US" sz="1100" kern="1200" noProof="0" dirty="0">
                <a:solidFill>
                  <a:schemeClr val="tx1"/>
                </a:solidFill>
                <a:effectLst/>
                <a:latin typeface="Arial"/>
                <a:ea typeface="+mn-ea"/>
                <a:cs typeface="+mn-cs"/>
              </a:rPr>
              <a:t> der SAP SE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ihrer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Konzernunternehmen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können</a:t>
            </a:r>
            <a:r>
              <a:rPr lang="en-US" sz="1100" kern="1200" noProof="0" dirty="0">
                <a:solidFill>
                  <a:schemeClr val="tx1"/>
                </a:solidFill>
                <a:effectLst/>
                <a:latin typeface="Arial"/>
                <a:ea typeface="+mn-ea"/>
                <a:cs typeface="+mn-cs"/>
              </a:rPr>
              <a:t> von der SAP SE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ihren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Konzernunternehmen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jederzeit</a:t>
            </a:r>
            <a:r>
              <a:rPr lang="en-US" sz="1100" kern="1200" noProof="0" dirty="0">
                <a:solidFill>
                  <a:schemeClr val="tx1"/>
                </a:solidFill>
                <a:effectLst/>
                <a:latin typeface="Arial"/>
                <a:ea typeface="+mn-ea"/>
                <a:cs typeface="+mn-cs"/>
              </a:rPr>
              <a:t> und </a:t>
            </a:r>
            <a:r>
              <a:rPr lang="en-US" sz="1100" kern="1200" noProof="0" dirty="0" err="1">
                <a:solidFill>
                  <a:schemeClr val="tx1"/>
                </a:solidFill>
                <a:effectLst/>
                <a:latin typeface="Arial"/>
                <a:ea typeface="+mn-ea"/>
                <a:cs typeface="+mn-cs"/>
              </a:rPr>
              <a:t>ohne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Angabe</a:t>
            </a:r>
            <a:r>
              <a:rPr lang="en-US" sz="1100" kern="1200" noProof="0" dirty="0">
                <a:solidFill>
                  <a:schemeClr val="tx1"/>
                </a:solidFill>
                <a:effectLst/>
                <a:latin typeface="Arial"/>
                <a:ea typeface="+mn-ea"/>
                <a:cs typeface="+mn-cs"/>
              </a:rPr>
              <a:t> von </a:t>
            </a:r>
            <a:r>
              <a:rPr lang="en-US" sz="1100" kern="1200" noProof="0" dirty="0" err="1">
                <a:solidFill>
                  <a:schemeClr val="tx1"/>
                </a:solidFill>
                <a:effectLst/>
                <a:latin typeface="Arial"/>
                <a:ea typeface="+mn-ea"/>
                <a:cs typeface="+mn-cs"/>
              </a:rPr>
              <a:t>Gründen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unangekündigt</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geändert</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werden</a:t>
            </a:r>
            <a:r>
              <a:rPr lang="en-US" sz="1100" kern="1200" noProof="0" dirty="0">
                <a:solidFill>
                  <a:schemeClr val="tx1"/>
                </a:solidFill>
                <a:effectLst/>
                <a:latin typeface="Arial"/>
                <a:ea typeface="+mn-ea"/>
                <a:cs typeface="+mn-cs"/>
              </a:rPr>
              <a:t>. Die in </a:t>
            </a:r>
            <a:r>
              <a:rPr lang="en-US" sz="1100" kern="1200" noProof="0" dirty="0" err="1">
                <a:solidFill>
                  <a:schemeClr val="tx1"/>
                </a:solidFill>
                <a:effectLst/>
                <a:latin typeface="Arial"/>
                <a:ea typeface="+mn-ea"/>
                <a:cs typeface="+mn-cs"/>
              </a:rPr>
              <a:t>dieser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Publikation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enthaltenen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Informationen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stellen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keine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Zusage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kein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Versprechen</a:t>
            </a:r>
            <a:r>
              <a:rPr lang="en-US" sz="1100" kern="1200" noProof="0" dirty="0">
                <a:solidFill>
                  <a:schemeClr val="tx1"/>
                </a:solidFill>
                <a:effectLst/>
                <a:latin typeface="Arial"/>
                <a:ea typeface="+mn-ea"/>
                <a:cs typeface="+mn-cs"/>
              </a:rPr>
              <a:t> und </a:t>
            </a:r>
            <a:r>
              <a:rPr lang="en-US" sz="1100" kern="1200" noProof="0" dirty="0" err="1">
                <a:solidFill>
                  <a:schemeClr val="tx1"/>
                </a:solidFill>
                <a:effectLst/>
                <a:latin typeface="Arial"/>
                <a:ea typeface="+mn-ea"/>
                <a:cs typeface="+mn-cs"/>
              </a:rPr>
              <a:t>keine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rechtliche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Verpflichtung</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zur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Lieferung</a:t>
            </a:r>
            <a:r>
              <a:rPr lang="en-US" sz="1100" kern="1200" noProof="0" dirty="0">
                <a:solidFill>
                  <a:schemeClr val="tx1"/>
                </a:solidFill>
                <a:effectLst/>
                <a:latin typeface="Arial"/>
                <a:ea typeface="+mn-ea"/>
                <a:cs typeface="+mn-cs"/>
              </a:rPr>
              <a:t> von Material, Code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Funktionen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dar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Sämtliche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vorausschauenden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Aussagen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unterliegen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unterschiedlichen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Risiken</a:t>
            </a:r>
            <a:r>
              <a:rPr lang="en-US" sz="1100" kern="1200" noProof="0" dirty="0">
                <a:solidFill>
                  <a:schemeClr val="tx1"/>
                </a:solidFill>
                <a:effectLst/>
                <a:latin typeface="Arial"/>
                <a:ea typeface="+mn-ea"/>
                <a:cs typeface="+mn-cs"/>
              </a:rPr>
              <a:t> und </a:t>
            </a:r>
            <a:r>
              <a:rPr lang="en-US" sz="1100" kern="1200" noProof="0" dirty="0" err="1">
                <a:solidFill>
                  <a:schemeClr val="tx1"/>
                </a:solidFill>
                <a:effectLst/>
                <a:latin typeface="Arial"/>
                <a:ea typeface="+mn-ea"/>
                <a:cs typeface="+mn-cs"/>
              </a:rPr>
              <a:t>Unsicherheiten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durch</a:t>
            </a:r>
            <a:r>
              <a:rPr lang="en-US" sz="1100" kern="1200" noProof="0" dirty="0">
                <a:solidFill>
                  <a:schemeClr val="tx1"/>
                </a:solidFill>
                <a:effectLst/>
                <a:latin typeface="Arial"/>
                <a:ea typeface="+mn-ea"/>
                <a:cs typeface="+mn-cs"/>
              </a:rPr>
              <a:t> die </a:t>
            </a:r>
            <a:r>
              <a:rPr lang="en-US" sz="1100" kern="1200" noProof="0" dirty="0" err="1">
                <a:solidFill>
                  <a:schemeClr val="tx1"/>
                </a:solidFill>
                <a:effectLst/>
                <a:latin typeface="Arial"/>
                <a:ea typeface="+mn-ea"/>
                <a:cs typeface="+mn-cs"/>
              </a:rPr>
              <a:t>die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tatsächlichen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Ergebnisse</a:t>
            </a:r>
            <a:r>
              <a:rPr lang="en-US" sz="1100" kern="1200" noProof="0" dirty="0">
                <a:solidFill>
                  <a:schemeClr val="tx1"/>
                </a:solidFill>
                <a:effectLst/>
                <a:latin typeface="Arial"/>
                <a:ea typeface="+mn-ea"/>
                <a:cs typeface="+mn-cs"/>
              </a:rPr>
              <a:t> von den </a:t>
            </a:r>
            <a:r>
              <a:rPr lang="en-US" sz="1100" kern="1200" noProof="0" dirty="0" err="1">
                <a:solidFill>
                  <a:schemeClr val="tx1"/>
                </a:solidFill>
                <a:effectLst/>
                <a:latin typeface="Arial"/>
                <a:ea typeface="+mn-ea"/>
                <a:cs typeface="+mn-cs"/>
              </a:rPr>
              <a:t>Erwartungen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abweichen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können</a:t>
            </a:r>
            <a:r>
              <a:rPr lang="en-US" sz="1100" kern="1200" noProof="0" dirty="0">
                <a:solidFill>
                  <a:schemeClr val="tx1"/>
                </a:solidFill>
                <a:effectLst/>
                <a:latin typeface="Arial"/>
                <a:ea typeface="+mn-ea"/>
                <a:cs typeface="+mn-cs"/>
              </a:rPr>
              <a:t>. Dem </a:t>
            </a:r>
            <a:r>
              <a:rPr lang="en-US" sz="1100" kern="1200" noProof="0" dirty="0" err="1">
                <a:solidFill>
                  <a:schemeClr val="tx1"/>
                </a:solidFill>
                <a:effectLst/>
                <a:latin typeface="Arial"/>
                <a:ea typeface="+mn-ea"/>
                <a:cs typeface="+mn-cs"/>
              </a:rPr>
              <a:t>Leser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wird</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empfohlen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diesen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vorausschauenden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Aussagen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kein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übertriebenes</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Vertrauen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zu</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schenken</a:t>
            </a:r>
            <a:r>
              <a:rPr lang="en-US" sz="1100" kern="1200" noProof="0" dirty="0">
                <a:solidFill>
                  <a:schemeClr val="tx1"/>
                </a:solidFill>
                <a:effectLst/>
                <a:latin typeface="Arial"/>
                <a:ea typeface="+mn-ea"/>
                <a:cs typeface="+mn-cs"/>
              </a:rPr>
              <a:t> und </a:t>
            </a:r>
            <a:r>
              <a:rPr lang="en-US" sz="1100" kern="1200" noProof="0" dirty="0" err="1">
                <a:solidFill>
                  <a:schemeClr val="tx1"/>
                </a:solidFill>
                <a:effectLst/>
                <a:latin typeface="Arial"/>
                <a:ea typeface="+mn-ea"/>
                <a:cs typeface="+mn-cs"/>
              </a:rPr>
              <a:t>sich</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bei</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Kaufentscheidungen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nicht</a:t>
            </a:r>
            <a:r>
              <a:rPr lang="en-US" sz="1100" kern="1200" noProof="0" dirty="0">
                <a:solidFill>
                  <a:schemeClr val="tx1"/>
                </a:solidFill>
                <a:effectLst/>
                <a:latin typeface="Arial"/>
                <a:ea typeface="+mn-ea"/>
                <a:cs typeface="+mn-cs"/>
              </a:rPr>
              <a:t> auf </a:t>
            </a:r>
            <a:r>
              <a:rPr lang="en-US" sz="1100" kern="1200" noProof="0" dirty="0" err="1">
                <a:solidFill>
                  <a:schemeClr val="tx1"/>
                </a:solidFill>
                <a:effectLst/>
                <a:latin typeface="Arial"/>
                <a:ea typeface="+mn-ea"/>
                <a:cs typeface="+mn-cs"/>
              </a:rPr>
              <a:t>sie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zu</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stützen</a:t>
            </a:r>
            <a:r>
              <a:rPr lang="en-US" sz="1100" kern="1200" noProof="0" dirty="0">
                <a:solidFill>
                  <a:schemeClr val="tx1"/>
                </a:solidFill>
                <a:effectLst/>
                <a:latin typeface="Arial"/>
                <a:ea typeface="+mn-ea"/>
                <a:cs typeface="+mn-cs"/>
              </a:rPr>
              <a:t>.</a:t>
            </a:r>
          </a:p>
          <a:p>
            <a:pPr>
              <a:spcBef>
                <a:spcPts val="1200"/>
              </a:spcBef>
            </a:pPr>
            <a:r>
              <a:rPr lang="en-US" sz="1100" kern="1200" noProof="0" dirty="0">
                <a:solidFill>
                  <a:schemeClr val="tx1"/>
                </a:solidFill>
                <a:effectLst/>
                <a:latin typeface="Arial"/>
                <a:ea typeface="+mn-ea"/>
                <a:cs typeface="+mn-cs"/>
              </a:rPr>
              <a:t>SAP und </a:t>
            </a:r>
            <a:r>
              <a:rPr lang="en-US" sz="1100" kern="1200" noProof="0" dirty="0" err="1">
                <a:solidFill>
                  <a:schemeClr val="tx1"/>
                </a:solidFill>
                <a:effectLst/>
                <a:latin typeface="Arial"/>
                <a:ea typeface="+mn-ea"/>
                <a:cs typeface="+mn-cs"/>
              </a:rPr>
              <a:t>andere</a:t>
            </a:r>
            <a:r>
              <a:rPr lang="en-US" sz="1100" kern="1200" noProof="0" dirty="0">
                <a:solidFill>
                  <a:schemeClr val="tx1"/>
                </a:solidFill>
                <a:effectLst/>
                <a:latin typeface="Arial"/>
                <a:ea typeface="+mn-ea"/>
                <a:cs typeface="+mn-cs"/>
              </a:rPr>
              <a:t> in </a:t>
            </a:r>
            <a:r>
              <a:rPr lang="en-US" sz="1100" kern="1200" noProof="0" dirty="0" err="1">
                <a:solidFill>
                  <a:schemeClr val="tx1"/>
                </a:solidFill>
                <a:effectLst/>
                <a:latin typeface="Arial"/>
                <a:ea typeface="+mn-ea"/>
                <a:cs typeface="+mn-cs"/>
              </a:rPr>
              <a:t>diesem</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Dokument</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erwähnte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Produkte</a:t>
            </a:r>
            <a:r>
              <a:rPr lang="en-US" sz="1100" kern="1200" noProof="0" dirty="0">
                <a:solidFill>
                  <a:schemeClr val="tx1"/>
                </a:solidFill>
                <a:effectLst/>
                <a:latin typeface="Arial"/>
                <a:ea typeface="+mn-ea"/>
                <a:cs typeface="+mn-cs"/>
              </a:rPr>
              <a:t> und </a:t>
            </a:r>
            <a:r>
              <a:rPr lang="en-US" sz="1100" kern="1200" noProof="0" dirty="0" err="1">
                <a:solidFill>
                  <a:schemeClr val="tx1"/>
                </a:solidFill>
                <a:effectLst/>
                <a:latin typeface="Arial"/>
                <a:ea typeface="+mn-ea"/>
                <a:cs typeface="+mn-cs"/>
              </a:rPr>
              <a:t>Dienstleistungen</a:t>
            </a:r>
            <a:r>
              <a:rPr lang="en-US" sz="1100" kern="1200" noProof="0" dirty="0">
                <a:solidFill>
                  <a:schemeClr val="tx1"/>
                </a:solidFill>
                <a:effectLst/>
                <a:latin typeface="Arial"/>
                <a:ea typeface="+mn-ea"/>
                <a:cs typeface="+mn-cs"/>
              </a:rPr>
              <a:t> von SAP </a:t>
            </a:r>
            <a:r>
              <a:rPr lang="en-US" sz="1100" kern="1200" noProof="0" dirty="0" err="1">
                <a:solidFill>
                  <a:schemeClr val="tx1"/>
                </a:solidFill>
                <a:effectLst/>
                <a:latin typeface="Arial"/>
                <a:ea typeface="+mn-ea"/>
                <a:cs typeface="+mn-cs"/>
              </a:rPr>
              <a:t>sowie</a:t>
            </a:r>
            <a:r>
              <a:rPr lang="en-US" sz="1100" kern="1200" noProof="0" dirty="0">
                <a:solidFill>
                  <a:schemeClr val="tx1"/>
                </a:solidFill>
                <a:effectLst/>
                <a:latin typeface="Arial"/>
                <a:ea typeface="+mn-ea"/>
                <a:cs typeface="+mn-cs"/>
              </a:rPr>
              <a:t> die </a:t>
            </a:r>
            <a:r>
              <a:rPr lang="en-US" sz="1100" kern="1200" noProof="0" dirty="0" err="1">
                <a:solidFill>
                  <a:schemeClr val="tx1"/>
                </a:solidFill>
                <a:effectLst/>
                <a:latin typeface="Arial"/>
                <a:ea typeface="+mn-ea"/>
                <a:cs typeface="+mn-cs"/>
              </a:rPr>
              <a:t>dazugehörigen</a:t>
            </a:r>
            <a:r>
              <a:rPr lang="en-US" sz="1100" kern="1200" noProof="0" dirty="0">
                <a:solidFill>
                  <a:schemeClr val="tx1"/>
                </a:solidFill>
                <a:effectLst/>
                <a:latin typeface="Arial"/>
                <a:ea typeface="+mn-ea"/>
                <a:cs typeface="+mn-cs"/>
              </a:rPr>
              <a:t> Logos </a:t>
            </a:r>
            <a:r>
              <a:rPr lang="en-US" sz="1100" kern="1200" noProof="0" dirty="0" err="1">
                <a:solidFill>
                  <a:schemeClr val="tx1"/>
                </a:solidFill>
                <a:effectLst/>
                <a:latin typeface="Arial"/>
                <a:ea typeface="+mn-ea"/>
                <a:cs typeface="+mn-cs"/>
              </a:rPr>
              <a:t>sind</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Marken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eingetragene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Marken</a:t>
            </a:r>
            <a:r>
              <a:rPr lang="en-US" sz="1100" kern="1200" noProof="0" dirty="0">
                <a:solidFill>
                  <a:schemeClr val="tx1"/>
                </a:solidFill>
                <a:effectLst/>
                <a:latin typeface="Arial"/>
                <a:ea typeface="+mn-ea"/>
                <a:cs typeface="+mn-cs"/>
              </a:rPr>
              <a:t> der SAP SE </a:t>
            </a:r>
            <a:br>
              <a:rPr lang="en-US" sz="1100" kern="1200" noProof="0" dirty="0">
                <a:solidFill>
                  <a:schemeClr val="tx1"/>
                </a:solidFill>
                <a:effectLst/>
                <a:latin typeface="Arial"/>
                <a:ea typeface="+mn-ea"/>
                <a:cs typeface="+mn-cs"/>
              </a:rPr>
            </a:br>
            <a:r>
              <a:rPr lang="en-US" sz="1100" kern="1200" noProof="0" dirty="0">
                <a:solidFill>
                  <a:schemeClr val="tx1"/>
                </a:solidFill>
                <a:effectLst/>
                <a:latin typeface="Arial"/>
                <a:ea typeface="+mn-ea"/>
                <a:cs typeface="+mn-cs"/>
              </a:rPr>
              <a:t>(</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von </a:t>
            </a:r>
            <a:r>
              <a:rPr lang="en-US" sz="1100" kern="1200" noProof="0" dirty="0" err="1">
                <a:solidFill>
                  <a:schemeClr val="tx1"/>
                </a:solidFill>
                <a:effectLst/>
                <a:latin typeface="Arial"/>
                <a:ea typeface="+mn-ea"/>
                <a:cs typeface="+mn-cs"/>
              </a:rPr>
              <a:t>einem</a:t>
            </a:r>
            <a:r>
              <a:rPr lang="en-US" sz="1100" kern="1200" noProof="0" dirty="0">
                <a:solidFill>
                  <a:schemeClr val="tx1"/>
                </a:solidFill>
                <a:effectLst/>
                <a:latin typeface="Arial"/>
                <a:ea typeface="+mn-ea"/>
                <a:cs typeface="+mn-cs"/>
              </a:rPr>
              <a:t> SAP-</a:t>
            </a:r>
            <a:r>
              <a:rPr lang="en-US" sz="1100" kern="1200" noProof="0" dirty="0" err="1">
                <a:solidFill>
                  <a:schemeClr val="tx1"/>
                </a:solidFill>
                <a:effectLst/>
                <a:latin typeface="Arial"/>
                <a:ea typeface="+mn-ea"/>
                <a:cs typeface="+mn-cs"/>
              </a:rPr>
              <a:t>Konzernunternehmen</a:t>
            </a:r>
            <a:r>
              <a:rPr lang="en-US" sz="1100" kern="1200" noProof="0" dirty="0">
                <a:solidFill>
                  <a:schemeClr val="tx1"/>
                </a:solidFill>
                <a:effectLst/>
                <a:latin typeface="Arial"/>
                <a:ea typeface="+mn-ea"/>
                <a:cs typeface="+mn-cs"/>
              </a:rPr>
              <a:t>) in Deutschland und </a:t>
            </a:r>
            <a:r>
              <a:rPr lang="en-US" sz="1100" kern="1200" noProof="0" dirty="0" err="1">
                <a:solidFill>
                  <a:schemeClr val="tx1"/>
                </a:solidFill>
                <a:effectLst/>
                <a:latin typeface="Arial"/>
                <a:ea typeface="+mn-ea"/>
                <a:cs typeface="+mn-cs"/>
              </a:rPr>
              <a:t>verschiedenen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anderen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Ländern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weltweit</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Alle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anderen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Namen</a:t>
            </a:r>
            <a:r>
              <a:rPr lang="en-US" sz="1100" kern="1200" noProof="0" dirty="0">
                <a:solidFill>
                  <a:schemeClr val="tx1"/>
                </a:solidFill>
                <a:effectLst/>
                <a:latin typeface="Arial"/>
                <a:ea typeface="+mn-ea"/>
                <a:cs typeface="+mn-cs"/>
              </a:rPr>
              <a:t> von </a:t>
            </a:r>
            <a:r>
              <a:rPr lang="en-US" sz="1100" kern="1200" noProof="0" dirty="0" err="1">
                <a:solidFill>
                  <a:schemeClr val="tx1"/>
                </a:solidFill>
                <a:effectLst/>
                <a:latin typeface="Arial"/>
                <a:ea typeface="+mn-ea"/>
                <a:cs typeface="+mn-cs"/>
              </a:rPr>
              <a:t>Produkten</a:t>
            </a:r>
            <a:r>
              <a:rPr lang="en-US" sz="1100" kern="1200" noProof="0" dirty="0">
                <a:solidFill>
                  <a:schemeClr val="tx1"/>
                </a:solidFill>
                <a:effectLst/>
                <a:latin typeface="Arial"/>
                <a:ea typeface="+mn-ea"/>
                <a:cs typeface="+mn-cs"/>
              </a:rPr>
              <a:t> und </a:t>
            </a:r>
            <a:r>
              <a:rPr lang="en-US" sz="1100" kern="1200" noProof="0" dirty="0" err="1">
                <a:solidFill>
                  <a:schemeClr val="tx1"/>
                </a:solidFill>
                <a:effectLst/>
                <a:latin typeface="Arial"/>
                <a:ea typeface="+mn-ea"/>
                <a:cs typeface="+mn-cs"/>
              </a:rPr>
              <a:t>Dienstleistungen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sind</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Marken</a:t>
            </a:r>
            <a:r>
              <a:rPr lang="en-US" sz="1100" kern="1200" noProof="0" dirty="0">
                <a:solidFill>
                  <a:schemeClr val="tx1"/>
                </a:solidFill>
                <a:effectLst/>
                <a:latin typeface="Arial"/>
                <a:ea typeface="+mn-ea"/>
                <a:cs typeface="+mn-cs"/>
              </a:rPr>
              <a:t> der </a:t>
            </a:r>
            <a:r>
              <a:rPr lang="en-US" sz="1100" kern="1200" noProof="0" dirty="0" err="1">
                <a:solidFill>
                  <a:schemeClr val="tx1"/>
                </a:solidFill>
                <a:effectLst/>
                <a:latin typeface="Arial"/>
                <a:ea typeface="+mn-ea"/>
                <a:cs typeface="+mn-cs"/>
              </a:rPr>
              <a:t>jeweiligen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Firmen</a:t>
            </a:r>
            <a:r>
              <a:rPr lang="en-US" sz="1100" kern="1200" noProof="0" dirty="0">
                <a:solidFill>
                  <a:schemeClr val="tx1"/>
                </a:solidFill>
                <a:effectLst/>
                <a:latin typeface="Arial"/>
                <a:ea typeface="+mn-ea"/>
                <a:cs typeface="+mn-cs"/>
              </a:rPr>
              <a:t>. </a:t>
            </a:r>
            <a:br>
              <a:rPr lang="en-US" sz="1100" kern="1200" noProof="0" dirty="0">
                <a:solidFill>
                  <a:schemeClr val="tx1"/>
                </a:solidFill>
                <a:effectLst/>
                <a:latin typeface="Arial"/>
                <a:ea typeface="+mn-ea"/>
                <a:cs typeface="+mn-cs"/>
              </a:rPr>
            </a:br>
            <a:r>
              <a:rPr lang="en-US" sz="1100" kern="1200" noProof="0" dirty="0" err="1">
                <a:solidFill>
                  <a:schemeClr val="tx1"/>
                </a:solidFill>
                <a:effectLst/>
                <a:latin typeface="Arial"/>
                <a:ea typeface="+mn-ea"/>
                <a:cs typeface="+mn-cs"/>
              </a:rPr>
              <a:t>Zusätzliche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Informationen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zur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Marke</a:t>
            </a:r>
            <a:r>
              <a:rPr lang="en-US" sz="1100" kern="1200" noProof="0" dirty="0">
                <a:solidFill>
                  <a:schemeClr val="tx1"/>
                </a:solidFill>
                <a:effectLst/>
                <a:latin typeface="Arial"/>
                <a:ea typeface="+mn-ea"/>
                <a:cs typeface="+mn-cs"/>
              </a:rPr>
              <a:t> und </a:t>
            </a:r>
            <a:r>
              <a:rPr lang="en-US" sz="1100" kern="1200" noProof="0" dirty="0" err="1">
                <a:solidFill>
                  <a:schemeClr val="tx1"/>
                </a:solidFill>
                <a:effectLst/>
                <a:latin typeface="Arial"/>
                <a:ea typeface="+mn-ea"/>
                <a:cs typeface="+mn-cs"/>
              </a:rPr>
              <a:t>Vermerke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finden</a:t>
            </a:r>
            <a:r>
              <a:rPr lang="en-US" sz="1100" kern="1200" noProof="0" dirty="0">
                <a:solidFill>
                  <a:schemeClr val="tx1"/>
                </a:solidFill>
                <a:effectLst/>
                <a:latin typeface="Arial"/>
                <a:ea typeface="+mn-ea"/>
                <a:cs typeface="+mn-cs"/>
              </a:rPr>
              <a:t> Sie auf der </a:t>
            </a:r>
            <a:r>
              <a:rPr lang="en-US" sz="1100" kern="1200" noProof="0" dirty="0" err="1">
                <a:solidFill>
                  <a:schemeClr val="tx1"/>
                </a:solidFill>
                <a:effectLst/>
                <a:latin typeface="Arial"/>
                <a:ea typeface="+mn-ea"/>
                <a:cs typeface="+mn-cs"/>
              </a:rPr>
              <a:t>Seite</a:t>
            </a:r>
            <a:r>
              <a:rPr lang="en-US" sz="1100" kern="1200" noProof="0" dirty="0">
                <a:solidFill>
                  <a:schemeClr val="tx1"/>
                </a:solidFill>
                <a:effectLst/>
                <a:latin typeface="Arial"/>
                <a:ea typeface="+mn-ea"/>
                <a:cs typeface="+mn-cs"/>
              </a:rPr>
              <a:t> </a:t>
            </a:r>
            <a:r>
              <a:rPr lang="en-US" sz="1100" kern="1200" noProof="0" dirty="0">
                <a:solidFill>
                  <a:schemeClr val="tx1"/>
                </a:solidFill>
                <a:effectLst/>
                <a:latin typeface="Arial"/>
                <a:ea typeface="+mn-ea"/>
                <a:cs typeface="+mn-cs"/>
                <a:hlinkClick r:id="rId2"/>
              </a:rPr>
              <a:t>http://www.sap.com/corporate-de/legal/copyright/index.epx</a:t>
            </a:r>
            <a:endParaRPr lang="en-US" sz="1100" kern="1200" noProof="0" dirty="0">
              <a:solidFill>
                <a:schemeClr val="tx1"/>
              </a:solidFill>
              <a:effectLst/>
              <a:latin typeface="Arial"/>
              <a:ea typeface="+mn-ea"/>
              <a:cs typeface="+mn-cs"/>
            </a:endParaRPr>
          </a:p>
        </p:txBody>
      </p:sp>
      <p:sp>
        <p:nvSpPr>
          <p:cNvPr id="5" name="TextBox 4"/>
          <p:cNvSpPr txBox="1"/>
          <p:nvPr userDrawn="1"/>
        </p:nvSpPr>
        <p:spPr bwMode="gray">
          <a:xfrm>
            <a:off x="504000" y="719834"/>
            <a:ext cx="11185200" cy="369246"/>
          </a:xfrm>
          <a:prstGeom prst="rect">
            <a:avLst/>
          </a:prstGeom>
        </p:spPr>
        <p:txBody>
          <a:bodyPr vert="horz" wrap="square" lIns="0" tIns="0" rIns="0" bIns="0" rtlCol="0" anchor="t" anchorCtr="0">
            <a:spAutoFit/>
          </a:bodyPr>
          <a:lstStyle>
            <a:lvl1pPr>
              <a:spcBef>
                <a:spcPct val="0"/>
              </a:spcBef>
              <a:buNone/>
              <a:defRPr sz="2400" b="1" baseline="0">
                <a:latin typeface="+mj-lt"/>
                <a:ea typeface="+mj-ea"/>
                <a:cs typeface="+mj-cs"/>
              </a:defRPr>
            </a:lvl1pPr>
          </a:lstStyle>
          <a:p>
            <a:pPr lvl="0"/>
            <a:r>
              <a:rPr lang="en-US" sz="2400" b="0" noProof="0" dirty="0"/>
              <a:t>© 2017 SAP SE </a:t>
            </a:r>
            <a:r>
              <a:rPr lang="en-US" sz="2400" b="0" noProof="0" dirty="0" err="1"/>
              <a:t>oder</a:t>
            </a:r>
            <a:r>
              <a:rPr lang="en-US" sz="2400" b="0" noProof="0" dirty="0"/>
              <a:t> </a:t>
            </a:r>
            <a:r>
              <a:rPr lang="en-US" sz="2400" b="0" noProof="0" dirty="0" err="1"/>
              <a:t>ein</a:t>
            </a:r>
            <a:r>
              <a:rPr lang="en-US" sz="2400" b="0" noProof="0" dirty="0"/>
              <a:t> SAP-</a:t>
            </a:r>
            <a:r>
              <a:rPr lang="en-US" sz="2400" b="0" noProof="0" dirty="0" err="1"/>
              <a:t>Konzernunternehmen</a:t>
            </a:r>
            <a:r>
              <a:rPr lang="en-US" sz="2400" b="0" noProof="0" dirty="0"/>
              <a:t>. </a:t>
            </a:r>
            <a:r>
              <a:rPr lang="en-US" sz="2400" b="0" noProof="0" dirty="0" err="1"/>
              <a:t>Alle</a:t>
            </a:r>
            <a:r>
              <a:rPr lang="en-US" sz="2400" b="0" noProof="0" dirty="0"/>
              <a:t> </a:t>
            </a:r>
            <a:r>
              <a:rPr lang="en-US" sz="2400" b="0" noProof="0" dirty="0" err="1"/>
              <a:t>Rechte</a:t>
            </a:r>
            <a:r>
              <a:rPr lang="en-US" sz="2400" b="0" noProof="0" dirty="0"/>
              <a:t> </a:t>
            </a:r>
            <a:r>
              <a:rPr lang="en-US" sz="2400" b="0" noProof="0" dirty="0" err="1"/>
              <a:t>vorbehalten</a:t>
            </a:r>
            <a:r>
              <a:rPr lang="en-US" sz="2400" b="0" noProof="0" dirty="0"/>
              <a:t>.</a:t>
            </a:r>
          </a:p>
        </p:txBody>
      </p:sp>
      <p:grpSp>
        <p:nvGrpSpPr>
          <p:cNvPr id="16" name="Group 15"/>
          <p:cNvGrpSpPr/>
          <p:nvPr userDrawn="1"/>
        </p:nvGrpSpPr>
        <p:grpSpPr>
          <a:xfrm>
            <a:off x="0" y="0"/>
            <a:ext cx="12196800" cy="251942"/>
            <a:chOff x="0" y="0"/>
            <a:chExt cx="12196800" cy="251942"/>
          </a:xfrm>
        </p:grpSpPr>
        <p:sp>
          <p:nvSpPr>
            <p:cNvPr id="17" name="Rectangle 16"/>
            <p:cNvSpPr/>
            <p:nvPr userDrawn="1"/>
          </p:nvSpPr>
          <p:spPr bwMode="gray">
            <a:xfrm>
              <a:off x="0" y="0"/>
              <a:ext cx="12196800" cy="251942"/>
            </a:xfrm>
            <a:prstGeom prst="rect">
              <a:avLst/>
            </a:prstGeom>
            <a:solidFill>
              <a:srgbClr val="000000"/>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grpSp>
          <p:nvGrpSpPr>
            <p:cNvPr id="18" name="Secondary Motion Band"/>
            <p:cNvGrpSpPr/>
            <p:nvPr userDrawn="1"/>
          </p:nvGrpSpPr>
          <p:grpSpPr>
            <a:xfrm>
              <a:off x="10683752" y="0"/>
              <a:ext cx="1513048" cy="251942"/>
              <a:chOff x="10682127" y="0"/>
              <a:chExt cx="1513048" cy="252000"/>
            </a:xfrm>
          </p:grpSpPr>
          <p:sp>
            <p:nvSpPr>
              <p:cNvPr id="19" name="Rectangle 18"/>
              <p:cNvSpPr/>
              <p:nvPr userDrawn="1"/>
            </p:nvSpPr>
            <p:spPr bwMode="gray">
              <a:xfrm>
                <a:off x="11691175" y="0"/>
                <a:ext cx="504000" cy="252000"/>
              </a:xfrm>
              <a:prstGeom prst="rect">
                <a:avLst/>
              </a:prstGeom>
              <a:solidFill>
                <a:schemeClr val="accent1"/>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20" name="Rectangle 19"/>
              <p:cNvSpPr/>
              <p:nvPr userDrawn="1"/>
            </p:nvSpPr>
            <p:spPr bwMode="gray">
              <a:xfrm>
                <a:off x="11186476" y="0"/>
                <a:ext cx="504000" cy="252000"/>
              </a:xfrm>
              <a:prstGeom prst="rect">
                <a:avLst/>
              </a:prstGeom>
              <a:solidFill>
                <a:schemeClr val="accent1">
                  <a:alpha val="70000"/>
                </a:schemeClr>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21" name="Rectangle 20"/>
              <p:cNvSpPr/>
              <p:nvPr userDrawn="1"/>
            </p:nvSpPr>
            <p:spPr bwMode="gray">
              <a:xfrm>
                <a:off x="10682127" y="0"/>
                <a:ext cx="504000" cy="252000"/>
              </a:xfrm>
              <a:prstGeom prst="rect">
                <a:avLst/>
              </a:prstGeom>
              <a:solidFill>
                <a:schemeClr val="accent1">
                  <a:alpha val="40000"/>
                </a:schemeClr>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grpSp>
      </p:grpSp>
    </p:spTree>
    <p:extLst>
      <p:ext uri="{BB962C8B-B14F-4D97-AF65-F5344CB8AC3E}">
        <p14:creationId xmlns:p14="http://schemas.microsoft.com/office/powerpoint/2010/main" val="19118627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gray">
      <p:bgRef idx="1001">
        <a:schemeClr val="bg1"/>
      </p:bgRef>
    </p:bg>
    <p:spTree>
      <p:nvGrpSpPr>
        <p:cNvPr id="1" name=""/>
        <p:cNvGrpSpPr/>
        <p:nvPr/>
      </p:nvGrpSpPr>
      <p:grpSpPr>
        <a:xfrm>
          <a:off x="0" y="0"/>
          <a:ext cx="0" cy="0"/>
          <a:chOff x="0" y="0"/>
          <a:chExt cx="0" cy="0"/>
        </a:xfrm>
      </p:grpSpPr>
      <p:sp>
        <p:nvSpPr>
          <p:cNvPr id="34" name="Slide number"/>
          <p:cNvSpPr txBox="1"/>
          <p:nvPr userDrawn="1"/>
        </p:nvSpPr>
        <p:spPr bwMode="black">
          <a:xfrm>
            <a:off x="11549413" y="6536751"/>
            <a:ext cx="141064" cy="138499"/>
          </a:xfrm>
          <a:prstGeom prst="rect">
            <a:avLst/>
          </a:prstGeom>
          <a:noFill/>
        </p:spPr>
        <p:txBody>
          <a:bodyPr wrap="none" lIns="0" tIns="0" rIns="0" bIns="0" rtlCol="0">
            <a:spAutoFit/>
          </a:bodyPr>
          <a:lstStyle>
            <a:defPPr>
              <a:defRPr lang="de-DE"/>
            </a:defPPr>
            <a:lvl1pPr marL="84138" indent="-84138">
              <a:buClr>
                <a:schemeClr val="tx1"/>
              </a:buClr>
              <a:buFont typeface="Arial" pitchFamily="34" charset="0"/>
              <a:buChar char="©"/>
              <a:tabLst/>
              <a:defRPr sz="600"/>
            </a:lvl1pPr>
          </a:lstStyle>
          <a:p>
            <a:pPr marL="0" lvl="0" indent="0" algn="r">
              <a:buNone/>
            </a:pPr>
            <a:fld id="{0BDC132A-5C91-4078-9777-31DA19A62E0A}" type="slidenum">
              <a:rPr lang="en-US" sz="900" noProof="0" smtClean="0"/>
              <a:pPr marL="0" lvl="0" indent="0" algn="r">
                <a:buNone/>
              </a:pPr>
              <a:t>‹Nr.›</a:t>
            </a:fld>
            <a:endParaRPr lang="en-US" sz="900" noProof="0" dirty="0"/>
          </a:p>
        </p:txBody>
      </p:sp>
      <p:sp>
        <p:nvSpPr>
          <p:cNvPr id="11" name="Classification"/>
          <p:cNvSpPr txBox="1"/>
          <p:nvPr userDrawn="1"/>
        </p:nvSpPr>
        <p:spPr bwMode="black">
          <a:xfrm>
            <a:off x="2814655" y="6559834"/>
            <a:ext cx="381515" cy="92333"/>
          </a:xfrm>
          <a:prstGeom prst="rect">
            <a:avLst/>
          </a:prstGeom>
          <a:noFill/>
        </p:spPr>
        <p:txBody>
          <a:bodyPr wrap="none" lIns="0" tIns="0" rIns="0" bIns="0" rtlCol="0">
            <a:spAutoFit/>
          </a:bodyPr>
          <a:lstStyle/>
          <a:p>
            <a:pPr marL="0" marR="0" indent="0" algn="l" defTabSz="1088558" rtl="0" eaLnBrk="1" fontAlgn="auto" latinLnBrk="0" hangingPunct="1">
              <a:lnSpc>
                <a:spcPct val="100000"/>
              </a:lnSpc>
              <a:spcBef>
                <a:spcPts val="0"/>
              </a:spcBef>
              <a:spcAft>
                <a:spcPts val="0"/>
              </a:spcAft>
              <a:buClr>
                <a:schemeClr val="tx1"/>
              </a:buClr>
              <a:buSzTx/>
              <a:buFont typeface="Arial" pitchFamily="34" charset="0"/>
              <a:buNone/>
              <a:tabLst/>
              <a:defRPr/>
            </a:pPr>
            <a:r>
              <a:rPr kumimoji="0" lang="en-US" sz="600" b="0" i="0" u="none" kern="0" baseline="0">
                <a:solidFill>
                  <a:schemeClr val="tx1"/>
                </a:solidFill>
                <a:latin typeface="Arial"/>
                <a:ea typeface="Arial Unicode MS"/>
                <a:cs typeface="Arial Unicode MS" pitchFamily="34" charset="-128"/>
                <a:sym typeface="Arial"/>
              </a:rPr>
              <a:t>INTERNAL</a:t>
            </a:r>
            <a:endParaRPr kumimoji="0" lang="en-US" sz="600" b="0" i="0" u="none" kern="0" baseline="0" dirty="0">
              <a:solidFill>
                <a:schemeClr val="tx1"/>
              </a:solidFill>
              <a:latin typeface="Arial"/>
              <a:ea typeface="Arial Unicode MS"/>
              <a:cs typeface="Arial Unicode MS" pitchFamily="34" charset="-128"/>
              <a:sym typeface="Arial"/>
            </a:endParaRPr>
          </a:p>
        </p:txBody>
      </p:sp>
      <p:sp>
        <p:nvSpPr>
          <p:cNvPr id="10" name="Copyright"/>
          <p:cNvSpPr txBox="1"/>
          <p:nvPr userDrawn="1"/>
        </p:nvSpPr>
        <p:spPr bwMode="black">
          <a:xfrm>
            <a:off x="504001" y="6559834"/>
            <a:ext cx="2269679" cy="92333"/>
          </a:xfrm>
          <a:prstGeom prst="rect">
            <a:avLst/>
          </a:prstGeom>
          <a:noFill/>
        </p:spPr>
        <p:txBody>
          <a:bodyPr wrap="square" lIns="0" tIns="0" rIns="0" bIns="0" rtlCol="0">
            <a:spAutoFit/>
          </a:bodyPr>
          <a:lstStyle/>
          <a:p>
            <a:pPr marL="84121" marR="0" indent="-84121" algn="l" defTabSz="1088558" rtl="0" eaLnBrk="1" fontAlgn="auto" latinLnBrk="0" hangingPunct="1">
              <a:lnSpc>
                <a:spcPct val="100000"/>
              </a:lnSpc>
              <a:spcBef>
                <a:spcPts val="0"/>
              </a:spcBef>
              <a:spcAft>
                <a:spcPts val="0"/>
              </a:spcAft>
              <a:buClr>
                <a:schemeClr val="tx1"/>
              </a:buClr>
              <a:buSzTx/>
              <a:buFont typeface="Arial" pitchFamily="34" charset="0"/>
              <a:buChar char="©"/>
              <a:tabLst/>
              <a:defRPr/>
            </a:pPr>
            <a:r>
              <a:rPr lang="en-US" sz="600" noProof="0" dirty="0">
                <a:solidFill>
                  <a:schemeClr val="tx1"/>
                </a:solidFill>
              </a:rPr>
              <a:t>2017 SAP SE or an SAP affiliate company. All rights reserved.  </a:t>
            </a:r>
            <a:r>
              <a:rPr kumimoji="0" lang="en-US" sz="600" b="0" i="0" u="none" kern="0" baseline="0" dirty="0">
                <a:solidFill>
                  <a:schemeClr val="tx1"/>
                </a:solidFill>
                <a:latin typeface="Arial"/>
                <a:ea typeface="Arial Unicode MS"/>
                <a:cs typeface="Arial Unicode MS" pitchFamily="34" charset="-128"/>
                <a:sym typeface="Arial"/>
              </a:rPr>
              <a:t>ǀ</a:t>
            </a:r>
          </a:p>
        </p:txBody>
      </p:sp>
      <p:sp>
        <p:nvSpPr>
          <p:cNvPr id="3" name="Text Placeholder 2"/>
          <p:cNvSpPr>
            <a:spLocks noGrp="1"/>
          </p:cNvSpPr>
          <p:nvPr userDrawn="1">
            <p:ph type="body" idx="1"/>
          </p:nvPr>
        </p:nvSpPr>
        <p:spPr bwMode="gray">
          <a:xfrm>
            <a:off x="504001" y="1620000"/>
            <a:ext cx="11186476" cy="4230235"/>
          </a:xfrm>
          <a:prstGeom prst="rect">
            <a:avLst/>
          </a:prstGeom>
        </p:spPr>
        <p:txBody>
          <a:bodyPr vert="horz" lIns="0" tIns="0" rIns="0" bIns="0" rtlCol="0">
            <a:noAutofit/>
          </a:bodyPr>
          <a:lstStyle/>
          <a:p>
            <a:pPr lvl="0"/>
            <a:r>
              <a:rPr lang="en-US" noProof="0" dirty="0"/>
              <a:t>First level</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2" name="Title Placeholder 1"/>
          <p:cNvSpPr>
            <a:spLocks noGrp="1"/>
          </p:cNvSpPr>
          <p:nvPr userDrawn="1">
            <p:ph type="title"/>
          </p:nvPr>
        </p:nvSpPr>
        <p:spPr bwMode="gray">
          <a:xfrm>
            <a:off x="504001" y="504000"/>
            <a:ext cx="11186476" cy="369332"/>
          </a:xfrm>
          <a:prstGeom prst="rect">
            <a:avLst/>
          </a:prstGeom>
        </p:spPr>
        <p:txBody>
          <a:bodyPr vert="horz" wrap="square" lIns="0" tIns="0" rIns="0" bIns="0" rtlCol="0" anchor="t" anchorCtr="0">
            <a:spAutoFit/>
          </a:bodyPr>
          <a:lstStyle/>
          <a:p>
            <a:r>
              <a:rPr lang="en-US" noProof="0" dirty="0"/>
              <a:t>Insert page title (sentence case)</a:t>
            </a:r>
          </a:p>
        </p:txBody>
      </p:sp>
      <p:grpSp>
        <p:nvGrpSpPr>
          <p:cNvPr id="4" name="Group 3"/>
          <p:cNvGrpSpPr/>
          <p:nvPr userDrawn="1"/>
        </p:nvGrpSpPr>
        <p:grpSpPr>
          <a:xfrm>
            <a:off x="0" y="0"/>
            <a:ext cx="12196800" cy="251942"/>
            <a:chOff x="0" y="0"/>
            <a:chExt cx="12196800" cy="251942"/>
          </a:xfrm>
        </p:grpSpPr>
        <p:sp>
          <p:nvSpPr>
            <p:cNvPr id="13" name="Rectangle 12"/>
            <p:cNvSpPr/>
            <p:nvPr userDrawn="1"/>
          </p:nvSpPr>
          <p:spPr bwMode="gray">
            <a:xfrm>
              <a:off x="0" y="0"/>
              <a:ext cx="12196800" cy="251942"/>
            </a:xfrm>
            <a:prstGeom prst="rect">
              <a:avLst/>
            </a:prstGeom>
            <a:solidFill>
              <a:srgbClr val="000000"/>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grpSp>
          <p:nvGrpSpPr>
            <p:cNvPr id="14" name="Secondary Motion Band"/>
            <p:cNvGrpSpPr/>
            <p:nvPr userDrawn="1"/>
          </p:nvGrpSpPr>
          <p:grpSpPr>
            <a:xfrm>
              <a:off x="10683752" y="0"/>
              <a:ext cx="1513048" cy="251942"/>
              <a:chOff x="10682127" y="0"/>
              <a:chExt cx="1513048" cy="252000"/>
            </a:xfrm>
          </p:grpSpPr>
          <p:sp>
            <p:nvSpPr>
              <p:cNvPr id="15" name="Rectangle 14"/>
              <p:cNvSpPr/>
              <p:nvPr userDrawn="1"/>
            </p:nvSpPr>
            <p:spPr bwMode="gray">
              <a:xfrm>
                <a:off x="11691175" y="0"/>
                <a:ext cx="504000" cy="252000"/>
              </a:xfrm>
              <a:prstGeom prst="rect">
                <a:avLst/>
              </a:prstGeom>
              <a:solidFill>
                <a:schemeClr val="accent1"/>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19" name="Rectangle 18"/>
              <p:cNvSpPr/>
              <p:nvPr userDrawn="1"/>
            </p:nvSpPr>
            <p:spPr bwMode="gray">
              <a:xfrm>
                <a:off x="11186476" y="0"/>
                <a:ext cx="504000" cy="252000"/>
              </a:xfrm>
              <a:prstGeom prst="rect">
                <a:avLst/>
              </a:prstGeom>
              <a:solidFill>
                <a:schemeClr val="accent1">
                  <a:alpha val="70000"/>
                </a:schemeClr>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20" name="Rectangle 19"/>
              <p:cNvSpPr/>
              <p:nvPr userDrawn="1"/>
            </p:nvSpPr>
            <p:spPr bwMode="gray">
              <a:xfrm>
                <a:off x="10682127" y="0"/>
                <a:ext cx="504000" cy="252000"/>
              </a:xfrm>
              <a:prstGeom prst="rect">
                <a:avLst/>
              </a:prstGeom>
              <a:solidFill>
                <a:schemeClr val="accent1">
                  <a:alpha val="40000"/>
                </a:schemeClr>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grpSp>
      </p:grpSp>
    </p:spTree>
    <p:extLst>
      <p:ext uri="{BB962C8B-B14F-4D97-AF65-F5344CB8AC3E}">
        <p14:creationId xmlns:p14="http://schemas.microsoft.com/office/powerpoint/2010/main" val="3408294523"/>
      </p:ext>
    </p:extLst>
  </p:cSld>
  <p:clrMap bg1="lt1" tx1="dk1" bg2="lt2" tx2="dk2" accent1="accent1" accent2="accent2" accent3="accent3" accent4="accent4" accent5="accent5" accent6="accent6" hlink="hlink" folHlink="folHlink"/>
  <p:sldLayoutIdLst>
    <p:sldLayoutId id="2147483772" r:id="rId1"/>
    <p:sldLayoutId id="2147483776" r:id="rId2"/>
    <p:sldLayoutId id="2147483773" r:id="rId3"/>
    <p:sldLayoutId id="2147483775" r:id="rId4"/>
    <p:sldLayoutId id="2147483741" r:id="rId5"/>
    <p:sldLayoutId id="2147483765" r:id="rId6"/>
    <p:sldLayoutId id="2147483767" r:id="rId7"/>
    <p:sldLayoutId id="2147483743" r:id="rId8"/>
    <p:sldLayoutId id="2147483774" r:id="rId9"/>
    <p:sldLayoutId id="2147483745" r:id="rId10"/>
    <p:sldLayoutId id="2147483760" r:id="rId11"/>
    <p:sldLayoutId id="2147483768" r:id="rId12"/>
    <p:sldLayoutId id="2147483769" r:id="rId13"/>
    <p:sldLayoutId id="2147483770" r:id="rId14"/>
    <p:sldLayoutId id="2147483744" r:id="rId15"/>
    <p:sldLayoutId id="2147483757" r:id="rId16"/>
    <p:sldLayoutId id="2147483748" r:id="rId17"/>
    <p:sldLayoutId id="2147483762" r:id="rId18"/>
    <p:sldLayoutId id="2147483771" r:id="rId19"/>
    <p:sldLayoutId id="2147483763" r:id="rId20"/>
    <p:sldLayoutId id="2147483751" r:id="rId21"/>
    <p:sldLayoutId id="2147483753" r:id="rId22"/>
    <p:sldLayoutId id="2147483756" r:id="rId23"/>
    <p:sldLayoutId id="2147483740" r:id="rId24"/>
    <p:sldLayoutId id="2147483754" r:id="rId25"/>
    <p:sldLayoutId id="2147483755" r:id="rId26"/>
  </p:sldLayoutIdLst>
  <p:hf hdr="0" ftr="0" dt="0"/>
  <p:txStyles>
    <p:titleStyle>
      <a:lvl1pPr algn="l" defTabSz="1088558" rtl="0" eaLnBrk="1" latinLnBrk="0" hangingPunct="1">
        <a:spcBef>
          <a:spcPct val="0"/>
        </a:spcBef>
        <a:buNone/>
        <a:defRPr sz="2400" b="1" kern="1200" baseline="0">
          <a:solidFill>
            <a:schemeClr val="tx1"/>
          </a:solidFill>
          <a:latin typeface="+mj-lt"/>
          <a:ea typeface="+mj-ea"/>
          <a:cs typeface="+mj-cs"/>
        </a:defRPr>
      </a:lvl1pPr>
    </p:titleStyle>
    <p:bodyStyle>
      <a:lvl1pPr marL="0" indent="0" algn="l" defTabSz="1088558" rtl="0" eaLnBrk="1" latinLnBrk="0" hangingPunct="1">
        <a:spcBef>
          <a:spcPts val="1800"/>
        </a:spcBef>
        <a:buClr>
          <a:schemeClr val="accent1"/>
        </a:buClr>
        <a:buSzPct val="80000"/>
        <a:buFontTx/>
        <a:buNone/>
        <a:defRPr sz="2000" b="0" kern="1200">
          <a:solidFill>
            <a:schemeClr val="tx1"/>
          </a:solidFill>
          <a:latin typeface="+mn-lt"/>
          <a:ea typeface="+mn-ea"/>
          <a:cs typeface="+mn-cs"/>
        </a:defRPr>
      </a:lvl1pPr>
      <a:lvl2pPr marL="179964" indent="-179964" algn="l" defTabSz="1088558" rtl="0" eaLnBrk="1" latinLnBrk="0" hangingPunct="1">
        <a:spcBef>
          <a:spcPts val="600"/>
        </a:spcBef>
        <a:buClr>
          <a:schemeClr val="accent1"/>
        </a:buClr>
        <a:buSzPct val="100000"/>
        <a:buFont typeface="Wingdings" pitchFamily="2" charset="2"/>
        <a:buChar char="§"/>
        <a:defRPr sz="1800" kern="1200">
          <a:solidFill>
            <a:schemeClr val="tx1"/>
          </a:solidFill>
          <a:latin typeface="+mn-lt"/>
          <a:ea typeface="+mn-ea"/>
          <a:cs typeface="+mn-cs"/>
        </a:defRPr>
      </a:lvl2pPr>
      <a:lvl3pPr marL="358775" indent="-179388" algn="l" defTabSz="1088558" rtl="0" eaLnBrk="1" latinLnBrk="0" hangingPunct="1">
        <a:spcBef>
          <a:spcPts val="300"/>
        </a:spcBef>
        <a:buClr>
          <a:schemeClr val="tx1"/>
        </a:buClr>
        <a:buSzPct val="100000"/>
        <a:buFont typeface="Arial" panose="020B0604020202020204" pitchFamily="34" charset="0"/>
        <a:buChar char="–"/>
        <a:defRPr lang="en-US" sz="1800" kern="1200" noProof="0" dirty="0" smtClean="0">
          <a:solidFill>
            <a:schemeClr val="tx1"/>
          </a:solidFill>
          <a:latin typeface="+mn-lt"/>
          <a:ea typeface="+mn-ea"/>
          <a:cs typeface="+mn-cs"/>
        </a:defRPr>
      </a:lvl3pPr>
      <a:lvl4pPr marL="539892" indent="-179964" algn="l" defTabSz="1088558" rtl="0" eaLnBrk="1" latinLnBrk="0" hangingPunct="1">
        <a:spcBef>
          <a:spcPts val="300"/>
        </a:spcBef>
        <a:buClr>
          <a:schemeClr val="tx1"/>
        </a:buClr>
        <a:buSzPct val="120000"/>
        <a:buFont typeface="Arial" pitchFamily="34" charset="0"/>
        <a:buChar char="▫"/>
        <a:defRPr sz="1600" kern="1200">
          <a:solidFill>
            <a:schemeClr val="tx1"/>
          </a:solidFill>
          <a:latin typeface="+mn-lt"/>
          <a:ea typeface="+mn-ea"/>
          <a:cs typeface="+mn-cs"/>
        </a:defRPr>
      </a:lvl4pPr>
      <a:lvl5pPr marL="719856" indent="-179964" algn="l" defTabSz="1088558" rtl="0" eaLnBrk="1" latinLnBrk="0" hangingPunct="1">
        <a:spcBef>
          <a:spcPts val="100"/>
        </a:spcBef>
        <a:buClr>
          <a:schemeClr val="tx1"/>
        </a:buClr>
        <a:buSzPct val="100000"/>
        <a:buFont typeface="Symbol" panose="05050102010706020507" pitchFamily="18" charset="2"/>
        <a:buChar char="-"/>
        <a:defRPr sz="1400" kern="1200" baseline="0">
          <a:solidFill>
            <a:schemeClr val="tx1"/>
          </a:solidFill>
          <a:latin typeface="+mn-lt"/>
          <a:ea typeface="+mn-ea"/>
          <a:cs typeface="+mn-cs"/>
        </a:defRPr>
      </a:lvl5pPr>
      <a:lvl6pPr marL="2993535"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37814"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8209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2637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9pPr>
    </p:bodyStyle>
    <p:otherStyle>
      <a:defPPr>
        <a:defRPr lang="de-DE"/>
      </a:defPPr>
      <a:lvl1pPr marL="0" algn="l" defTabSz="1088558" rtl="0" eaLnBrk="1" latinLnBrk="0" hangingPunct="1">
        <a:defRPr sz="2100" kern="1200">
          <a:solidFill>
            <a:schemeClr val="tx1"/>
          </a:solidFill>
          <a:latin typeface="+mn-lt"/>
          <a:ea typeface="+mn-ea"/>
          <a:cs typeface="+mn-cs"/>
        </a:defRPr>
      </a:lvl1pPr>
      <a:lvl2pPr marL="544279" algn="l" defTabSz="1088558" rtl="0" eaLnBrk="1" latinLnBrk="0" hangingPunct="1">
        <a:defRPr sz="2100" kern="1200">
          <a:solidFill>
            <a:schemeClr val="tx1"/>
          </a:solidFill>
          <a:latin typeface="+mn-lt"/>
          <a:ea typeface="+mn-ea"/>
          <a:cs typeface="+mn-cs"/>
        </a:defRPr>
      </a:lvl2pPr>
      <a:lvl3pPr marL="1088558" algn="l" defTabSz="1088558" rtl="0" eaLnBrk="1" latinLnBrk="0" hangingPunct="1">
        <a:defRPr sz="2100" kern="1200">
          <a:solidFill>
            <a:schemeClr val="tx1"/>
          </a:solidFill>
          <a:latin typeface="+mn-lt"/>
          <a:ea typeface="+mn-ea"/>
          <a:cs typeface="+mn-cs"/>
        </a:defRPr>
      </a:lvl3pPr>
      <a:lvl4pPr marL="1632837" algn="l" defTabSz="1088558" rtl="0" eaLnBrk="1" latinLnBrk="0" hangingPunct="1">
        <a:defRPr sz="2100" kern="1200">
          <a:solidFill>
            <a:schemeClr val="tx1"/>
          </a:solidFill>
          <a:latin typeface="+mn-lt"/>
          <a:ea typeface="+mn-ea"/>
          <a:cs typeface="+mn-cs"/>
        </a:defRPr>
      </a:lvl4pPr>
      <a:lvl5pPr marL="2177116" algn="l" defTabSz="1088558" rtl="0" eaLnBrk="1" latinLnBrk="0" hangingPunct="1">
        <a:defRPr sz="2100" kern="1200">
          <a:solidFill>
            <a:schemeClr val="tx1"/>
          </a:solidFill>
          <a:latin typeface="+mn-lt"/>
          <a:ea typeface="+mn-ea"/>
          <a:cs typeface="+mn-cs"/>
        </a:defRPr>
      </a:lvl5pPr>
      <a:lvl6pPr marL="2721396" algn="l" defTabSz="1088558" rtl="0" eaLnBrk="1" latinLnBrk="0" hangingPunct="1">
        <a:defRPr sz="2100" kern="1200">
          <a:solidFill>
            <a:schemeClr val="tx1"/>
          </a:solidFill>
          <a:latin typeface="+mn-lt"/>
          <a:ea typeface="+mn-ea"/>
          <a:cs typeface="+mn-cs"/>
        </a:defRPr>
      </a:lvl6pPr>
      <a:lvl7pPr marL="3265675" algn="l" defTabSz="1088558" rtl="0" eaLnBrk="1" latinLnBrk="0" hangingPunct="1">
        <a:defRPr sz="2100" kern="1200">
          <a:solidFill>
            <a:schemeClr val="tx1"/>
          </a:solidFill>
          <a:latin typeface="+mn-lt"/>
          <a:ea typeface="+mn-ea"/>
          <a:cs typeface="+mn-cs"/>
        </a:defRPr>
      </a:lvl7pPr>
      <a:lvl8pPr marL="3809954" algn="l" defTabSz="1088558" rtl="0" eaLnBrk="1" latinLnBrk="0" hangingPunct="1">
        <a:defRPr sz="2100" kern="1200">
          <a:solidFill>
            <a:schemeClr val="tx1"/>
          </a:solidFill>
          <a:latin typeface="+mn-lt"/>
          <a:ea typeface="+mn-ea"/>
          <a:cs typeface="+mn-cs"/>
        </a:defRPr>
      </a:lvl8pPr>
      <a:lvl9pPr marL="4354233" algn="l" defTabSz="1088558" rtl="0" eaLnBrk="1" latinLnBrk="0" hangingPunct="1">
        <a:defRPr sz="21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9.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8.xml"/><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hyperlink" Target="https://github.com/nginxinc/docker-nginx/blob/fef51235521d1cdf8b05d8cb1378a526d2abf421/mainline/debian/Dockerfile" TargetMode="Externa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10.xml"/><Relationship Id="rId5" Type="http://schemas.openxmlformats.org/officeDocument/2006/relationships/image" Target="../media/image14.svg"/><Relationship Id="rId4" Type="http://schemas.openxmlformats.org/officeDocument/2006/relationships/image" Target="../media/image13.png"/></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10.xml"/><Relationship Id="rId5" Type="http://schemas.openxmlformats.org/officeDocument/2006/relationships/image" Target="../media/image14.svg"/><Relationship Id="rId4" Type="http://schemas.openxmlformats.org/officeDocument/2006/relationships/image" Target="../media/image13.png"/></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hyperlink" Target="https://hub.docker.com/" TargetMode="External"/><Relationship Id="rId2" Type="http://schemas.openxmlformats.org/officeDocument/2006/relationships/notesSlide" Target="../notesSlides/notesSlide11.xml"/><Relationship Id="rId1" Type="http://schemas.openxmlformats.org/officeDocument/2006/relationships/slideLayout" Target="../slideLayouts/slideLayout10.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hyperlink" Target="https://docker.wdf.sap.corp/" TargetMode="External"/></Relationships>
</file>

<file path=ppt/slides/_rels/slide23.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9.png"/><Relationship Id="rId7" Type="http://schemas.openxmlformats.org/officeDocument/2006/relationships/hyperlink" Target="http://hub.docker.com/" TargetMode="External"/><Relationship Id="rId2" Type="http://schemas.openxmlformats.org/officeDocument/2006/relationships/notesSlide" Target="../notesSlides/notesSlide12.xml"/><Relationship Id="rId1" Type="http://schemas.openxmlformats.org/officeDocument/2006/relationships/slideLayout" Target="../slideLayouts/slideLayout8.xml"/><Relationship Id="rId6" Type="http://schemas.openxmlformats.org/officeDocument/2006/relationships/image" Target="../media/image22.svg"/><Relationship Id="rId5" Type="http://schemas.openxmlformats.org/officeDocument/2006/relationships/image" Target="../media/image21.png"/><Relationship Id="rId4" Type="http://schemas.openxmlformats.org/officeDocument/2006/relationships/image" Target="../media/image20.svg"/><Relationship Id="rId9" Type="http://schemas.openxmlformats.org/officeDocument/2006/relationships/image" Target="../media/image24.sv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8" Type="http://schemas.openxmlformats.org/officeDocument/2006/relationships/image" Target="../media/image29.svg"/><Relationship Id="rId3" Type="http://schemas.openxmlformats.org/officeDocument/2006/relationships/image" Target="../media/image25.png"/><Relationship Id="rId7" Type="http://schemas.openxmlformats.org/officeDocument/2006/relationships/image" Target="../media/image19.png"/><Relationship Id="rId2" Type="http://schemas.openxmlformats.org/officeDocument/2006/relationships/notesSlide" Target="../notesSlides/notesSlide14.xml"/><Relationship Id="rId1" Type="http://schemas.openxmlformats.org/officeDocument/2006/relationships/slideLayout" Target="../slideLayouts/slideLayout5.xml"/><Relationship Id="rId6" Type="http://schemas.openxmlformats.org/officeDocument/2006/relationships/image" Target="../media/image28.svg"/><Relationship Id="rId5" Type="http://schemas.openxmlformats.org/officeDocument/2006/relationships/image" Target="../media/image27.png"/><Relationship Id="rId4" Type="http://schemas.openxmlformats.org/officeDocument/2006/relationships/image" Target="../media/image26.png"/></Relationships>
</file>

<file path=ppt/slides/_rels/slide26.xml.rels><?xml version="1.0" encoding="UTF-8" standalone="yes"?>
<Relationships xmlns="http://schemas.openxmlformats.org/package/2006/relationships"><Relationship Id="rId3" Type="http://schemas.openxmlformats.org/officeDocument/2006/relationships/hyperlink" Target="https://docs.docker.com/engine/reference/commandline/manifest/" TargetMode="External"/><Relationship Id="rId2" Type="http://schemas.openxmlformats.org/officeDocument/2006/relationships/notesSlide" Target="../notesSlides/notesSlide15.xml"/><Relationship Id="rId1" Type="http://schemas.openxmlformats.org/officeDocument/2006/relationships/slideLayout" Target="../slideLayouts/slideLayout5.xml"/><Relationship Id="rId4" Type="http://schemas.openxmlformats.org/officeDocument/2006/relationships/image" Target="../media/image30.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 Placeholder 16"/>
          <p:cNvSpPr>
            <a:spLocks noGrp="1"/>
          </p:cNvSpPr>
          <p:nvPr>
            <p:ph type="body" sz="quarter" idx="14"/>
          </p:nvPr>
        </p:nvSpPr>
        <p:spPr/>
        <p:txBody>
          <a:bodyPr anchor="ctr"/>
          <a:lstStyle/>
          <a:p>
            <a:r>
              <a:rPr lang="en-US" dirty="0"/>
              <a:t>Image </a:t>
            </a:r>
            <a:r>
              <a:rPr lang="en-US" dirty="0">
                <a:solidFill>
                  <a:schemeClr val="accent1"/>
                </a:solidFill>
              </a:rPr>
              <a:t>Lifecycle</a:t>
            </a:r>
          </a:p>
        </p:txBody>
      </p:sp>
      <p:pic>
        <p:nvPicPr>
          <p:cNvPr id="5" name="Picture Placeholder 4"/>
          <p:cNvPicPr>
            <a:picLocks noGrp="1" noChangeAspect="1"/>
          </p:cNvPicPr>
          <p:nvPr>
            <p:ph type="pic" sz="quarter" idx="16"/>
          </p:nvPr>
        </p:nvPicPr>
        <p:blipFill>
          <a:blip r:embed="rId3"/>
          <a:srcRect t="16" b="16"/>
          <a:stretch>
            <a:fillRect/>
          </a:stretch>
        </p:blipFill>
        <p:spPr/>
      </p:pic>
    </p:spTree>
    <p:extLst>
      <p:ext uri="{BB962C8B-B14F-4D97-AF65-F5344CB8AC3E}">
        <p14:creationId xmlns:p14="http://schemas.microsoft.com/office/powerpoint/2010/main" val="17867480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Group 13">
            <a:extLst>
              <a:ext uri="{FF2B5EF4-FFF2-40B4-BE49-F238E27FC236}">
                <a16:creationId xmlns:a16="http://schemas.microsoft.com/office/drawing/2014/main" id="{70AFE7D0-9698-43DE-A861-B11623699390}"/>
              </a:ext>
            </a:extLst>
          </p:cNvPr>
          <p:cNvGrpSpPr/>
          <p:nvPr/>
        </p:nvGrpSpPr>
        <p:grpSpPr>
          <a:xfrm>
            <a:off x="4850432" y="2003943"/>
            <a:ext cx="5947954" cy="3243880"/>
            <a:chOff x="4693920" y="1694365"/>
            <a:chExt cx="5947954" cy="3243880"/>
          </a:xfrm>
        </p:grpSpPr>
        <p:sp>
          <p:nvSpPr>
            <p:cNvPr id="15" name="Rectangle 14">
              <a:extLst>
                <a:ext uri="{FF2B5EF4-FFF2-40B4-BE49-F238E27FC236}">
                  <a16:creationId xmlns:a16="http://schemas.microsoft.com/office/drawing/2014/main" id="{FBFA2F70-E2ED-46D6-A001-B91EB580546B}"/>
                </a:ext>
              </a:extLst>
            </p:cNvPr>
            <p:cNvSpPr/>
            <p:nvPr/>
          </p:nvSpPr>
          <p:spPr bwMode="gray">
            <a:xfrm>
              <a:off x="4693920" y="1694365"/>
              <a:ext cx="5947954" cy="3243880"/>
            </a:xfrm>
            <a:prstGeom prst="rect">
              <a:avLst/>
            </a:prstGeom>
            <a:solidFill>
              <a:schemeClr val="accent3">
                <a:lumMod val="50000"/>
              </a:schemeClr>
            </a:solidFill>
            <a:ln w="6350" algn="ctr">
              <a:solidFill>
                <a:schemeClr val="tx1"/>
              </a:solidFill>
              <a:miter lim="800000"/>
              <a:headEnd/>
              <a:tailEnd/>
            </a:ln>
          </p:spPr>
          <p:txBody>
            <a:bodyPr lIns="90000" tIns="72000" rIns="90000" bIns="72000" rtlCol="0" anchor="t" anchorCtr="0"/>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200" b="0" i="1" u="none" strike="noStrike" kern="0" cap="none" spc="0" normalizeH="0" baseline="0" dirty="0">
                  <a:ln>
                    <a:noFill/>
                  </a:ln>
                  <a:solidFill>
                    <a:schemeClr val="bg1"/>
                  </a:solidFill>
                  <a:effectLst/>
                  <a:uLnTx/>
                  <a:uFillTx/>
                  <a:ea typeface="Arial Unicode MS" pitchFamily="34" charset="-128"/>
                  <a:cs typeface="Arial Unicode MS" pitchFamily="34" charset="-128"/>
                </a:rPr>
                <a:t>Container</a:t>
              </a:r>
              <a:endParaRPr kumimoji="0" lang="en-US" sz="1800" b="0" i="1" u="none" strike="noStrike" kern="0" cap="none" spc="0" normalizeH="0" baseline="0" dirty="0">
                <a:ln>
                  <a:noFill/>
                </a:ln>
                <a:solidFill>
                  <a:schemeClr val="bg1"/>
                </a:solidFill>
                <a:effectLst/>
                <a:uLnTx/>
                <a:uFillTx/>
                <a:ea typeface="Arial Unicode MS" pitchFamily="34" charset="-128"/>
                <a:cs typeface="Arial Unicode MS" pitchFamily="34" charset="-128"/>
              </a:endParaRPr>
            </a:p>
          </p:txBody>
        </p:sp>
        <p:sp>
          <p:nvSpPr>
            <p:cNvPr id="16" name="Rectangle 15">
              <a:extLst>
                <a:ext uri="{FF2B5EF4-FFF2-40B4-BE49-F238E27FC236}">
                  <a16:creationId xmlns:a16="http://schemas.microsoft.com/office/drawing/2014/main" id="{8FE7DCCD-69FC-49FC-ADEF-30BC5E9DDB4A}"/>
                </a:ext>
              </a:extLst>
            </p:cNvPr>
            <p:cNvSpPr/>
            <p:nvPr/>
          </p:nvSpPr>
          <p:spPr bwMode="gray">
            <a:xfrm>
              <a:off x="4920343" y="2718929"/>
              <a:ext cx="5495108" cy="2075381"/>
            </a:xfrm>
            <a:prstGeom prst="rect">
              <a:avLst/>
            </a:prstGeom>
            <a:solidFill>
              <a:schemeClr val="accent2">
                <a:lumMod val="20000"/>
                <a:lumOff val="80000"/>
              </a:schemeClr>
            </a:solidFill>
            <a:ln w="6350" algn="ctr">
              <a:solidFill>
                <a:schemeClr val="tx1"/>
              </a:solidFill>
              <a:miter lim="800000"/>
              <a:headEnd/>
              <a:tailEnd/>
            </a:ln>
          </p:spPr>
          <p:txBody>
            <a:bodyPr vert="vert270" lIns="90000" tIns="72000" rIns="90000" bIns="72000" rtlCol="0" anchor="t" anchorCtr="0"/>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200" b="0" i="1" u="none" strike="noStrike" kern="0" cap="none" spc="0" normalizeH="0" baseline="0" dirty="0">
                  <a:ln>
                    <a:noFill/>
                  </a:ln>
                  <a:effectLst/>
                  <a:uLnTx/>
                  <a:uFillTx/>
                  <a:ea typeface="Arial Unicode MS" pitchFamily="34" charset="-128"/>
                  <a:cs typeface="Arial Unicode MS" pitchFamily="34" charset="-128"/>
                </a:rPr>
                <a:t>Image</a:t>
              </a:r>
              <a:endParaRPr kumimoji="0" lang="en-US" sz="1600" b="0" i="1" u="none" strike="noStrike" kern="0" cap="none" spc="0" normalizeH="0" baseline="0" dirty="0">
                <a:ln>
                  <a:noFill/>
                </a:ln>
                <a:effectLst/>
                <a:uLnTx/>
                <a:uFillTx/>
                <a:ea typeface="Arial Unicode MS" pitchFamily="34" charset="-128"/>
                <a:cs typeface="Arial Unicode MS" pitchFamily="34" charset="-128"/>
              </a:endParaRPr>
            </a:p>
          </p:txBody>
        </p:sp>
        <p:sp>
          <p:nvSpPr>
            <p:cNvPr id="17" name="Rectangle 16">
              <a:extLst>
                <a:ext uri="{FF2B5EF4-FFF2-40B4-BE49-F238E27FC236}">
                  <a16:creationId xmlns:a16="http://schemas.microsoft.com/office/drawing/2014/main" id="{1506116A-1541-4C51-A2EA-9FAEC932D11A}"/>
                </a:ext>
              </a:extLst>
            </p:cNvPr>
            <p:cNvSpPr/>
            <p:nvPr/>
          </p:nvSpPr>
          <p:spPr bwMode="gray">
            <a:xfrm>
              <a:off x="5329646" y="4103591"/>
              <a:ext cx="4972594" cy="496389"/>
            </a:xfrm>
            <a:prstGeom prst="rect">
              <a:avLst/>
            </a:prstGeom>
            <a:solidFill>
              <a:schemeClr val="accent2">
                <a:lumMod val="75000"/>
              </a:schemeClr>
            </a:solidFill>
            <a:ln w="6350" algn="ctr">
              <a:solidFill>
                <a:schemeClr val="tx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0" i="0" u="none" strike="noStrike" kern="0" cap="none" spc="0" normalizeH="0" baseline="0" dirty="0">
                  <a:ln>
                    <a:noFill/>
                  </a:ln>
                  <a:solidFill>
                    <a:schemeClr val="bg1"/>
                  </a:solidFill>
                  <a:effectLst/>
                  <a:uLnTx/>
                  <a:uFillTx/>
                  <a:ea typeface="Arial Unicode MS" pitchFamily="34" charset="-128"/>
                  <a:cs typeface="Arial Unicode MS" pitchFamily="34" charset="-128"/>
                </a:rPr>
                <a:t>Base Image</a:t>
              </a:r>
              <a:r>
                <a:rPr kumimoji="0" lang="en-US" sz="1800" b="0" i="0" u="none" strike="noStrike" kern="0" cap="none" spc="0" normalizeH="0" dirty="0">
                  <a:ln>
                    <a:noFill/>
                  </a:ln>
                  <a:solidFill>
                    <a:schemeClr val="bg1"/>
                  </a:solidFill>
                  <a:effectLst/>
                  <a:uLnTx/>
                  <a:uFillTx/>
                  <a:ea typeface="Arial Unicode MS" pitchFamily="34" charset="-128"/>
                  <a:cs typeface="Arial Unicode MS" pitchFamily="34" charset="-128"/>
                </a:rPr>
                <a:t> (e.g. Debian)</a:t>
              </a:r>
              <a:endParaRPr kumimoji="0" lang="en-US" sz="1800" b="0" i="0" u="none" strike="noStrike" kern="0" cap="none" spc="0" normalizeH="0" baseline="0" dirty="0">
                <a:ln>
                  <a:noFill/>
                </a:ln>
                <a:solidFill>
                  <a:schemeClr val="bg1"/>
                </a:solidFill>
                <a:effectLst/>
                <a:uLnTx/>
                <a:uFillTx/>
                <a:ea typeface="Arial Unicode MS" pitchFamily="34" charset="-128"/>
                <a:cs typeface="Arial Unicode MS" pitchFamily="34" charset="-128"/>
              </a:endParaRPr>
            </a:p>
          </p:txBody>
        </p:sp>
        <p:sp>
          <p:nvSpPr>
            <p:cNvPr id="19" name="Rectangle 18">
              <a:extLst>
                <a:ext uri="{FF2B5EF4-FFF2-40B4-BE49-F238E27FC236}">
                  <a16:creationId xmlns:a16="http://schemas.microsoft.com/office/drawing/2014/main" id="{B5BB8492-1F0F-4883-9E57-F0C7B9817E24}"/>
                </a:ext>
              </a:extLst>
            </p:cNvPr>
            <p:cNvSpPr/>
            <p:nvPr/>
          </p:nvSpPr>
          <p:spPr bwMode="gray">
            <a:xfrm>
              <a:off x="5329646" y="3476574"/>
              <a:ext cx="4972594" cy="496389"/>
            </a:xfrm>
            <a:prstGeom prst="rect">
              <a:avLst/>
            </a:prstGeom>
            <a:solidFill>
              <a:schemeClr val="accent3">
                <a:lumMod val="50000"/>
              </a:schemeClr>
            </a:solidFill>
            <a:ln w="6350" algn="ctr">
              <a:solidFill>
                <a:schemeClr val="tx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0" i="0" u="none" strike="noStrike" kern="0" cap="none" spc="0" normalizeH="0" baseline="0" dirty="0">
                  <a:ln>
                    <a:noFill/>
                  </a:ln>
                  <a:solidFill>
                    <a:schemeClr val="bg1"/>
                  </a:solidFill>
                  <a:effectLst/>
                  <a:uLnTx/>
                  <a:uFillTx/>
                  <a:ea typeface="Arial Unicode MS" pitchFamily="34" charset="-128"/>
                  <a:cs typeface="Arial Unicode MS" pitchFamily="34" charset="-128"/>
                </a:rPr>
                <a:t>NGINX</a:t>
              </a:r>
            </a:p>
          </p:txBody>
        </p:sp>
        <p:sp>
          <p:nvSpPr>
            <p:cNvPr id="20" name="Rectangle 19">
              <a:extLst>
                <a:ext uri="{FF2B5EF4-FFF2-40B4-BE49-F238E27FC236}">
                  <a16:creationId xmlns:a16="http://schemas.microsoft.com/office/drawing/2014/main" id="{CD43E0E6-7EC0-473C-B49C-C8EFF0A615FB}"/>
                </a:ext>
              </a:extLst>
            </p:cNvPr>
            <p:cNvSpPr/>
            <p:nvPr/>
          </p:nvSpPr>
          <p:spPr bwMode="gray">
            <a:xfrm>
              <a:off x="5329646" y="2849557"/>
              <a:ext cx="4972594" cy="496389"/>
            </a:xfrm>
            <a:prstGeom prst="rect">
              <a:avLst/>
            </a:prstGeom>
            <a:solidFill>
              <a:schemeClr val="accent3">
                <a:lumMod val="75000"/>
              </a:schemeClr>
            </a:solidFill>
            <a:ln w="6350" algn="ctr">
              <a:solidFill>
                <a:schemeClr val="tx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800" kern="0" dirty="0">
                  <a:solidFill>
                    <a:schemeClr val="bg1"/>
                  </a:solidFill>
                  <a:ea typeface="Arial Unicode MS" pitchFamily="34" charset="-128"/>
                  <a:cs typeface="Arial Unicode MS" pitchFamily="34" charset="-128"/>
                </a:rPr>
                <a:t>Custom content</a:t>
              </a:r>
              <a:endParaRPr kumimoji="0" lang="en-US" sz="1800" b="0" i="0" u="none" strike="noStrike" kern="0" cap="none" spc="0" normalizeH="0" baseline="0" dirty="0">
                <a:ln>
                  <a:noFill/>
                </a:ln>
                <a:solidFill>
                  <a:schemeClr val="bg1"/>
                </a:solidFill>
                <a:effectLst/>
                <a:uLnTx/>
                <a:uFillTx/>
                <a:ea typeface="Arial Unicode MS" pitchFamily="34" charset="-128"/>
                <a:cs typeface="Arial Unicode MS" pitchFamily="34" charset="-128"/>
              </a:endParaRPr>
            </a:p>
          </p:txBody>
        </p:sp>
        <p:sp>
          <p:nvSpPr>
            <p:cNvPr id="21" name="Rectangle 20">
              <a:extLst>
                <a:ext uri="{FF2B5EF4-FFF2-40B4-BE49-F238E27FC236}">
                  <a16:creationId xmlns:a16="http://schemas.microsoft.com/office/drawing/2014/main" id="{6483569F-61E0-4035-82CD-E02A6BAF0ADC}"/>
                </a:ext>
              </a:extLst>
            </p:cNvPr>
            <p:cNvSpPr/>
            <p:nvPr/>
          </p:nvSpPr>
          <p:spPr bwMode="gray">
            <a:xfrm>
              <a:off x="4920343" y="2091912"/>
              <a:ext cx="5495108" cy="496389"/>
            </a:xfrm>
            <a:prstGeom prst="rect">
              <a:avLst/>
            </a:prstGeom>
            <a:solidFill>
              <a:schemeClr val="accent1"/>
            </a:solidFill>
            <a:ln w="6350" algn="ctr">
              <a:solidFill>
                <a:schemeClr val="tx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800" b="1" i="1" kern="0" dirty="0">
                  <a:solidFill>
                    <a:schemeClr val="accent5">
                      <a:lumMod val="50000"/>
                    </a:schemeClr>
                  </a:solidFill>
                  <a:ea typeface="Arial Unicode MS" pitchFamily="34" charset="-128"/>
                  <a:cs typeface="Arial Unicode MS" pitchFamily="34" charset="-128"/>
                </a:rPr>
                <a:t>writable layer</a:t>
              </a:r>
              <a:endParaRPr kumimoji="0" lang="en-US" sz="1800" b="1" i="1" u="none" strike="noStrike" kern="0" cap="none" spc="0" normalizeH="0" baseline="0" dirty="0">
                <a:ln>
                  <a:noFill/>
                </a:ln>
                <a:solidFill>
                  <a:schemeClr val="accent5">
                    <a:lumMod val="50000"/>
                  </a:schemeClr>
                </a:solidFill>
                <a:effectLst/>
                <a:uLnTx/>
                <a:uFillTx/>
                <a:ea typeface="Arial Unicode MS" pitchFamily="34" charset="-128"/>
                <a:cs typeface="Arial Unicode MS" pitchFamily="34" charset="-128"/>
              </a:endParaRPr>
            </a:p>
          </p:txBody>
        </p:sp>
      </p:grpSp>
      <p:sp>
        <p:nvSpPr>
          <p:cNvPr id="3" name="Title 2"/>
          <p:cNvSpPr>
            <a:spLocks noGrp="1"/>
          </p:cNvSpPr>
          <p:nvPr>
            <p:ph type="title"/>
          </p:nvPr>
        </p:nvSpPr>
        <p:spPr/>
        <p:txBody>
          <a:bodyPr/>
          <a:lstStyle/>
          <a:p>
            <a:r>
              <a:rPr lang="en-US" dirty="0"/>
              <a:t>Layers of images and containers</a:t>
            </a:r>
          </a:p>
        </p:txBody>
      </p:sp>
      <p:pic>
        <p:nvPicPr>
          <p:cNvPr id="13" name="Picture 12">
            <a:extLst>
              <a:ext uri="{FF2B5EF4-FFF2-40B4-BE49-F238E27FC236}">
                <a16:creationId xmlns:a16="http://schemas.microsoft.com/office/drawing/2014/main" id="{A8968184-AC3B-4D2A-B7CF-E7F43CD5D25A}"/>
              </a:ext>
            </a:extLst>
          </p:cNvPr>
          <p:cNvPicPr>
            <a:picLocks noChangeAspect="1"/>
          </p:cNvPicPr>
          <p:nvPr/>
        </p:nvPicPr>
        <p:blipFill>
          <a:blip r:embed="rId3"/>
          <a:stretch>
            <a:fillRect/>
          </a:stretch>
        </p:blipFill>
        <p:spPr>
          <a:xfrm>
            <a:off x="1146874" y="1852442"/>
            <a:ext cx="2767929" cy="3546882"/>
          </a:xfrm>
          <a:prstGeom prst="rect">
            <a:avLst/>
          </a:prstGeom>
        </p:spPr>
      </p:pic>
    </p:spTree>
    <p:extLst>
      <p:ext uri="{BB962C8B-B14F-4D97-AF65-F5344CB8AC3E}">
        <p14:creationId xmlns:p14="http://schemas.microsoft.com/office/powerpoint/2010/main" val="7187641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8FE7DCCD-69FC-49FC-ADEF-30BC5E9DDB4A}"/>
              </a:ext>
            </a:extLst>
          </p:cNvPr>
          <p:cNvSpPr/>
          <p:nvPr/>
        </p:nvSpPr>
        <p:spPr bwMode="gray">
          <a:xfrm>
            <a:off x="6584855" y="2304451"/>
            <a:ext cx="3376942" cy="2645551"/>
          </a:xfrm>
          <a:prstGeom prst="rect">
            <a:avLst/>
          </a:prstGeom>
          <a:solidFill>
            <a:schemeClr val="accent2">
              <a:lumMod val="20000"/>
              <a:lumOff val="80000"/>
            </a:schemeClr>
          </a:solidFill>
          <a:ln w="6350" algn="ctr">
            <a:solidFill>
              <a:schemeClr val="tx1"/>
            </a:solidFill>
            <a:miter lim="800000"/>
            <a:headEnd/>
            <a:tailEnd/>
          </a:ln>
        </p:spPr>
        <p:txBody>
          <a:bodyPr vert="vert270" lIns="90000" tIns="72000" rIns="90000" bIns="72000" rtlCol="0" anchor="t" anchorCtr="0"/>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600" b="0" i="1" u="none" strike="noStrike" kern="0" cap="none" spc="0" normalizeH="0" baseline="0" dirty="0">
              <a:ln>
                <a:noFill/>
              </a:ln>
              <a:effectLst/>
              <a:uLnTx/>
              <a:uFillTx/>
              <a:ea typeface="Arial Unicode MS" pitchFamily="34" charset="-128"/>
              <a:cs typeface="Arial Unicode MS" pitchFamily="34" charset="-128"/>
            </a:endParaRPr>
          </a:p>
        </p:txBody>
      </p:sp>
      <p:sp>
        <p:nvSpPr>
          <p:cNvPr id="17" name="Rectangle 16">
            <a:extLst>
              <a:ext uri="{FF2B5EF4-FFF2-40B4-BE49-F238E27FC236}">
                <a16:creationId xmlns:a16="http://schemas.microsoft.com/office/drawing/2014/main" id="{1506116A-1541-4C51-A2EA-9FAEC932D11A}"/>
              </a:ext>
            </a:extLst>
          </p:cNvPr>
          <p:cNvSpPr/>
          <p:nvPr/>
        </p:nvSpPr>
        <p:spPr bwMode="gray">
          <a:xfrm>
            <a:off x="6766270" y="4316130"/>
            <a:ext cx="3049050" cy="496389"/>
          </a:xfrm>
          <a:prstGeom prst="rect">
            <a:avLst/>
          </a:prstGeom>
          <a:solidFill>
            <a:schemeClr val="accent2">
              <a:lumMod val="75000"/>
            </a:schemeClr>
          </a:solidFill>
          <a:ln w="6350" algn="ctr">
            <a:solidFill>
              <a:schemeClr val="tx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0" i="0" u="none" strike="noStrike" kern="0" cap="none" spc="0" normalizeH="0" baseline="0" dirty="0" err="1">
                <a:ln>
                  <a:noFill/>
                </a:ln>
                <a:solidFill>
                  <a:schemeClr val="bg1"/>
                </a:solidFill>
                <a:effectLst/>
                <a:uLnTx/>
                <a:uFillTx/>
                <a:ea typeface="Arial Unicode MS" pitchFamily="34" charset="-128"/>
                <a:cs typeface="Arial Unicode MS" pitchFamily="34" charset="-128"/>
              </a:rPr>
              <a:t>debian:bullseye</a:t>
            </a:r>
            <a:endParaRPr kumimoji="0" lang="en-US" sz="1800" b="0" i="0" u="none" strike="noStrike" kern="0" cap="none" spc="0" normalizeH="0" baseline="0" dirty="0">
              <a:ln>
                <a:noFill/>
              </a:ln>
              <a:solidFill>
                <a:schemeClr val="bg1"/>
              </a:solidFill>
              <a:effectLst/>
              <a:uLnTx/>
              <a:uFillTx/>
              <a:ea typeface="Arial Unicode MS" pitchFamily="34" charset="-128"/>
              <a:cs typeface="Arial Unicode MS" pitchFamily="34" charset="-128"/>
            </a:endParaRPr>
          </a:p>
        </p:txBody>
      </p:sp>
      <p:sp>
        <p:nvSpPr>
          <p:cNvPr id="3" name="Title 2"/>
          <p:cNvSpPr>
            <a:spLocks noGrp="1"/>
          </p:cNvSpPr>
          <p:nvPr>
            <p:ph type="title"/>
          </p:nvPr>
        </p:nvSpPr>
        <p:spPr/>
        <p:txBody>
          <a:bodyPr/>
          <a:lstStyle/>
          <a:p>
            <a:r>
              <a:rPr lang="en-US" dirty="0"/>
              <a:t>Advantages of layers</a:t>
            </a:r>
          </a:p>
        </p:txBody>
      </p:sp>
      <p:sp>
        <p:nvSpPr>
          <p:cNvPr id="26" name="Rectangle 25">
            <a:extLst>
              <a:ext uri="{FF2B5EF4-FFF2-40B4-BE49-F238E27FC236}">
                <a16:creationId xmlns:a16="http://schemas.microsoft.com/office/drawing/2014/main" id="{A673EC1A-E40E-467A-ADFC-EDD02B9FF84E}"/>
              </a:ext>
            </a:extLst>
          </p:cNvPr>
          <p:cNvSpPr/>
          <p:nvPr/>
        </p:nvSpPr>
        <p:spPr bwMode="gray">
          <a:xfrm>
            <a:off x="2252805" y="3559607"/>
            <a:ext cx="3376942" cy="1391517"/>
          </a:xfrm>
          <a:prstGeom prst="rect">
            <a:avLst/>
          </a:prstGeom>
          <a:solidFill>
            <a:schemeClr val="accent2">
              <a:lumMod val="20000"/>
              <a:lumOff val="80000"/>
            </a:schemeClr>
          </a:solidFill>
          <a:ln w="6350" algn="ctr">
            <a:solidFill>
              <a:schemeClr val="tx1"/>
            </a:solidFill>
            <a:miter lim="800000"/>
            <a:headEnd/>
            <a:tailEnd/>
          </a:ln>
        </p:spPr>
        <p:txBody>
          <a:bodyPr vert="vert270" lIns="90000" tIns="72000" rIns="90000" bIns="72000" rtlCol="0" anchor="t" anchorCtr="0"/>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600" b="0" i="1" u="none" strike="noStrike" kern="0" cap="none" spc="0" normalizeH="0" baseline="0" dirty="0">
              <a:ln>
                <a:noFill/>
              </a:ln>
              <a:effectLst/>
              <a:uLnTx/>
              <a:uFillTx/>
              <a:ea typeface="Arial Unicode MS" pitchFamily="34" charset="-128"/>
              <a:cs typeface="Arial Unicode MS" pitchFamily="34" charset="-128"/>
            </a:endParaRPr>
          </a:p>
        </p:txBody>
      </p:sp>
      <p:sp>
        <p:nvSpPr>
          <p:cNvPr id="27" name="Rectangle 26">
            <a:extLst>
              <a:ext uri="{FF2B5EF4-FFF2-40B4-BE49-F238E27FC236}">
                <a16:creationId xmlns:a16="http://schemas.microsoft.com/office/drawing/2014/main" id="{08DA0032-7BA7-4D70-B262-028419768112}"/>
              </a:ext>
            </a:extLst>
          </p:cNvPr>
          <p:cNvSpPr/>
          <p:nvPr/>
        </p:nvSpPr>
        <p:spPr bwMode="gray">
          <a:xfrm>
            <a:off x="2434220" y="4317252"/>
            <a:ext cx="3049050" cy="496389"/>
          </a:xfrm>
          <a:prstGeom prst="rect">
            <a:avLst/>
          </a:prstGeom>
          <a:solidFill>
            <a:schemeClr val="accent2">
              <a:lumMod val="75000"/>
            </a:schemeClr>
          </a:solidFill>
          <a:ln w="6350" algn="ctr">
            <a:solidFill>
              <a:schemeClr val="tx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0" i="0" u="none" strike="noStrike" kern="0" cap="none" spc="0" normalizeH="0" baseline="0" dirty="0" err="1">
                <a:ln>
                  <a:noFill/>
                </a:ln>
                <a:solidFill>
                  <a:schemeClr val="bg1"/>
                </a:solidFill>
                <a:effectLst/>
                <a:uLnTx/>
                <a:uFillTx/>
                <a:ea typeface="Arial Unicode MS" pitchFamily="34" charset="-128"/>
                <a:cs typeface="Arial Unicode MS" pitchFamily="34" charset="-128"/>
              </a:rPr>
              <a:t>debian:bullseye</a:t>
            </a:r>
            <a:endParaRPr kumimoji="0" lang="en-US" sz="1800" b="0" i="0" u="none" strike="noStrike" kern="0" cap="none" spc="0" normalizeH="0" baseline="0" dirty="0">
              <a:ln>
                <a:noFill/>
              </a:ln>
              <a:solidFill>
                <a:schemeClr val="bg1"/>
              </a:solidFill>
              <a:effectLst/>
              <a:uLnTx/>
              <a:uFillTx/>
              <a:ea typeface="Arial Unicode MS" pitchFamily="34" charset="-128"/>
              <a:cs typeface="Arial Unicode MS" pitchFamily="34" charset="-128"/>
            </a:endParaRPr>
          </a:p>
        </p:txBody>
      </p:sp>
      <p:pic>
        <p:nvPicPr>
          <p:cNvPr id="1028" name="Picture 4" descr="https://www.nginx.com/wp-content/themes/nginx-theme/assets/img/logo.png">
            <a:extLst>
              <a:ext uri="{FF2B5EF4-FFF2-40B4-BE49-F238E27FC236}">
                <a16:creationId xmlns:a16="http://schemas.microsoft.com/office/drawing/2014/main" id="{B5E4F44D-199E-4C3D-8EA3-FCA4D6E07FB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14837" y="1346246"/>
            <a:ext cx="2487816" cy="572277"/>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Image result for tomcat">
            <a:extLst>
              <a:ext uri="{FF2B5EF4-FFF2-40B4-BE49-F238E27FC236}">
                <a16:creationId xmlns:a16="http://schemas.microsoft.com/office/drawing/2014/main" id="{0C8224C8-4EB7-42DF-96B3-6326581D840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795151" y="1313602"/>
            <a:ext cx="956350" cy="637567"/>
          </a:xfrm>
          <a:prstGeom prst="rect">
            <a:avLst/>
          </a:prstGeom>
          <a:noFill/>
          <a:extLst>
            <a:ext uri="{909E8E84-426E-40DD-AFC4-6F175D3DCCD1}">
              <a14:hiddenFill xmlns:a14="http://schemas.microsoft.com/office/drawing/2010/main">
                <a:solidFill>
                  <a:srgbClr val="FFFFFF"/>
                </a:solidFill>
              </a14:hiddenFill>
            </a:ext>
          </a:extLst>
        </p:spPr>
      </p:pic>
      <p:sp>
        <p:nvSpPr>
          <p:cNvPr id="4" name="Arrow: Down 3">
            <a:extLst>
              <a:ext uri="{FF2B5EF4-FFF2-40B4-BE49-F238E27FC236}">
                <a16:creationId xmlns:a16="http://schemas.microsoft.com/office/drawing/2014/main" id="{49A2D599-7379-47A3-A0E4-E2B936AEC531}"/>
              </a:ext>
            </a:extLst>
          </p:cNvPr>
          <p:cNvSpPr/>
          <p:nvPr/>
        </p:nvSpPr>
        <p:spPr bwMode="gray">
          <a:xfrm>
            <a:off x="3384488" y="4186624"/>
            <a:ext cx="1113576" cy="128382"/>
          </a:xfrm>
          <a:prstGeom prst="downArrow">
            <a:avLst/>
          </a:prstGeom>
          <a:solidFill>
            <a:schemeClr val="accent1"/>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28" name="Rectangle 27">
            <a:extLst>
              <a:ext uri="{FF2B5EF4-FFF2-40B4-BE49-F238E27FC236}">
                <a16:creationId xmlns:a16="http://schemas.microsoft.com/office/drawing/2014/main" id="{176EC4C7-06D9-48D6-9756-77050A018397}"/>
              </a:ext>
            </a:extLst>
          </p:cNvPr>
          <p:cNvSpPr/>
          <p:nvPr/>
        </p:nvSpPr>
        <p:spPr bwMode="gray">
          <a:xfrm>
            <a:off x="2434220" y="3690235"/>
            <a:ext cx="3049050" cy="496389"/>
          </a:xfrm>
          <a:prstGeom prst="rect">
            <a:avLst/>
          </a:prstGeom>
          <a:solidFill>
            <a:schemeClr val="accent6">
              <a:lumMod val="75000"/>
            </a:schemeClr>
          </a:solidFill>
          <a:ln w="6350" algn="ctr">
            <a:solidFill>
              <a:schemeClr val="tx1"/>
            </a:solidFill>
            <a:miter lim="800000"/>
            <a:headEnd/>
            <a:tailEnd/>
          </a:ln>
        </p:spPr>
        <p:txBody>
          <a:bodyPr lIns="90000" tIns="72000" rIns="90000" bIns="72000" rtlCol="0" anchor="ctr"/>
          <a:lstStyle/>
          <a:p>
            <a:pPr algn="ctr" defTabSz="914400" fontAlgn="base">
              <a:spcBef>
                <a:spcPct val="50000"/>
              </a:spcBef>
              <a:spcAft>
                <a:spcPct val="0"/>
              </a:spcAft>
              <a:buClr>
                <a:srgbClr val="F0AB00"/>
              </a:buClr>
              <a:buSzPct val="80000"/>
            </a:pPr>
            <a:r>
              <a:rPr lang="en-US" sz="1800" kern="0" dirty="0">
                <a:solidFill>
                  <a:schemeClr val="bg1"/>
                </a:solidFill>
                <a:ea typeface="Arial Unicode MS" pitchFamily="34" charset="-128"/>
                <a:cs typeface="Arial Unicode MS" pitchFamily="34" charset="-128"/>
              </a:rPr>
              <a:t>nginx:1.23</a:t>
            </a:r>
            <a:endParaRPr kumimoji="0" lang="en-US" sz="1800" b="0" i="0" u="none" strike="noStrike" kern="0" cap="none" spc="0" normalizeH="0" baseline="0" dirty="0">
              <a:ln>
                <a:noFill/>
              </a:ln>
              <a:solidFill>
                <a:schemeClr val="bg1"/>
              </a:solidFill>
              <a:effectLst/>
              <a:uLnTx/>
              <a:uFillTx/>
              <a:ea typeface="Arial Unicode MS" pitchFamily="34" charset="-128"/>
              <a:cs typeface="Arial Unicode MS" pitchFamily="34" charset="-128"/>
            </a:endParaRPr>
          </a:p>
        </p:txBody>
      </p:sp>
      <p:sp>
        <p:nvSpPr>
          <p:cNvPr id="30" name="Arrow: Down 29">
            <a:extLst>
              <a:ext uri="{FF2B5EF4-FFF2-40B4-BE49-F238E27FC236}">
                <a16:creationId xmlns:a16="http://schemas.microsoft.com/office/drawing/2014/main" id="{AC7DEF40-4771-4B7A-BD41-AEDEEF576309}"/>
              </a:ext>
            </a:extLst>
          </p:cNvPr>
          <p:cNvSpPr/>
          <p:nvPr/>
        </p:nvSpPr>
        <p:spPr bwMode="gray">
          <a:xfrm>
            <a:off x="7734007" y="4186624"/>
            <a:ext cx="1113576" cy="128382"/>
          </a:xfrm>
          <a:prstGeom prst="downArrow">
            <a:avLst/>
          </a:prstGeom>
          <a:solidFill>
            <a:schemeClr val="accent1"/>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31" name="Arrow: Down 30">
            <a:extLst>
              <a:ext uri="{FF2B5EF4-FFF2-40B4-BE49-F238E27FC236}">
                <a16:creationId xmlns:a16="http://schemas.microsoft.com/office/drawing/2014/main" id="{3988BF7D-A630-447F-8E59-A668B143D852}"/>
              </a:ext>
            </a:extLst>
          </p:cNvPr>
          <p:cNvSpPr/>
          <p:nvPr/>
        </p:nvSpPr>
        <p:spPr bwMode="gray">
          <a:xfrm>
            <a:off x="7734007" y="3558485"/>
            <a:ext cx="1113576" cy="128382"/>
          </a:xfrm>
          <a:prstGeom prst="downArrow">
            <a:avLst/>
          </a:prstGeom>
          <a:solidFill>
            <a:schemeClr val="accent1"/>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32" name="Arrow: Down 31">
            <a:extLst>
              <a:ext uri="{FF2B5EF4-FFF2-40B4-BE49-F238E27FC236}">
                <a16:creationId xmlns:a16="http://schemas.microsoft.com/office/drawing/2014/main" id="{579F1769-1A36-4016-9921-D3C6ADBED493}"/>
              </a:ext>
            </a:extLst>
          </p:cNvPr>
          <p:cNvSpPr/>
          <p:nvPr/>
        </p:nvSpPr>
        <p:spPr bwMode="gray">
          <a:xfrm>
            <a:off x="7734007" y="2930289"/>
            <a:ext cx="1113576" cy="128382"/>
          </a:xfrm>
          <a:prstGeom prst="downArrow">
            <a:avLst/>
          </a:prstGeom>
          <a:solidFill>
            <a:schemeClr val="accent1"/>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20" name="Rectangle 19">
            <a:extLst>
              <a:ext uri="{FF2B5EF4-FFF2-40B4-BE49-F238E27FC236}">
                <a16:creationId xmlns:a16="http://schemas.microsoft.com/office/drawing/2014/main" id="{CD43E0E6-7EC0-473C-B49C-C8EFF0A615FB}"/>
              </a:ext>
            </a:extLst>
          </p:cNvPr>
          <p:cNvSpPr/>
          <p:nvPr/>
        </p:nvSpPr>
        <p:spPr bwMode="gray">
          <a:xfrm>
            <a:off x="6766270" y="2435079"/>
            <a:ext cx="3049050" cy="496389"/>
          </a:xfrm>
          <a:prstGeom prst="rect">
            <a:avLst/>
          </a:prstGeom>
          <a:solidFill>
            <a:schemeClr val="accent3">
              <a:lumMod val="75000"/>
            </a:schemeClr>
          </a:solidFill>
          <a:ln w="6350" algn="ctr">
            <a:solidFill>
              <a:schemeClr val="tx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800" kern="0" dirty="0">
                <a:solidFill>
                  <a:schemeClr val="bg1"/>
                </a:solidFill>
                <a:ea typeface="Arial Unicode MS" pitchFamily="34" charset="-128"/>
                <a:cs typeface="Arial Unicode MS" pitchFamily="34" charset="-128"/>
              </a:rPr>
              <a:t>t</a:t>
            </a:r>
            <a:r>
              <a:rPr kumimoji="0" lang="en-US" sz="1800" b="0" i="0" u="none" strike="noStrike" kern="0" cap="none" spc="0" normalizeH="0" baseline="0" dirty="0">
                <a:ln>
                  <a:noFill/>
                </a:ln>
                <a:solidFill>
                  <a:schemeClr val="bg1"/>
                </a:solidFill>
                <a:effectLst/>
                <a:uLnTx/>
                <a:uFillTx/>
                <a:ea typeface="Arial Unicode MS" pitchFamily="34" charset="-128"/>
                <a:cs typeface="Arial Unicode MS" pitchFamily="34" charset="-128"/>
              </a:rPr>
              <a:t>omcat:7.0-jre7</a:t>
            </a:r>
          </a:p>
        </p:txBody>
      </p:sp>
      <p:sp>
        <p:nvSpPr>
          <p:cNvPr id="19" name="Rectangle 18">
            <a:extLst>
              <a:ext uri="{FF2B5EF4-FFF2-40B4-BE49-F238E27FC236}">
                <a16:creationId xmlns:a16="http://schemas.microsoft.com/office/drawing/2014/main" id="{B5BB8492-1F0F-4883-9E57-F0C7B9817E24}"/>
              </a:ext>
            </a:extLst>
          </p:cNvPr>
          <p:cNvSpPr/>
          <p:nvPr/>
        </p:nvSpPr>
        <p:spPr bwMode="gray">
          <a:xfrm>
            <a:off x="6766270" y="3062096"/>
            <a:ext cx="3049050" cy="496389"/>
          </a:xfrm>
          <a:prstGeom prst="rect">
            <a:avLst/>
          </a:prstGeom>
          <a:solidFill>
            <a:schemeClr val="accent3">
              <a:lumMod val="50000"/>
            </a:schemeClr>
          </a:solidFill>
          <a:ln w="6350" algn="ctr">
            <a:solidFill>
              <a:schemeClr val="tx1"/>
            </a:solidFill>
            <a:miter lim="800000"/>
            <a:headEnd/>
            <a:tailEnd/>
          </a:ln>
        </p:spPr>
        <p:txBody>
          <a:bodyPr lIns="90000" tIns="72000" rIns="90000" bIns="72000" rtlCol="0" anchor="ctr"/>
          <a:lstStyle/>
          <a:p>
            <a:pPr algn="ctr" defTabSz="914400" fontAlgn="base">
              <a:spcBef>
                <a:spcPct val="50000"/>
              </a:spcBef>
              <a:spcAft>
                <a:spcPct val="0"/>
              </a:spcAft>
              <a:buClr>
                <a:srgbClr val="F0AB00"/>
              </a:buClr>
              <a:buSzPct val="80000"/>
            </a:pPr>
            <a:r>
              <a:rPr lang="en-US" sz="1800" kern="0" dirty="0">
                <a:solidFill>
                  <a:schemeClr val="bg1"/>
                </a:solidFill>
                <a:ea typeface="Arial Unicode MS" pitchFamily="34" charset="-128"/>
                <a:cs typeface="Arial Unicode MS" pitchFamily="34" charset="-128"/>
              </a:rPr>
              <a:t>openjdk:7-jre</a:t>
            </a:r>
            <a:endParaRPr kumimoji="0" lang="en-US" sz="1800" b="0" i="0" u="none" strike="noStrike" kern="0" cap="none" spc="0" normalizeH="0" baseline="0" dirty="0">
              <a:ln>
                <a:noFill/>
              </a:ln>
              <a:solidFill>
                <a:schemeClr val="bg1"/>
              </a:solidFill>
              <a:effectLst/>
              <a:uLnTx/>
              <a:uFillTx/>
              <a:ea typeface="Arial Unicode MS" pitchFamily="34" charset="-128"/>
              <a:cs typeface="Arial Unicode MS" pitchFamily="34" charset="-128"/>
            </a:endParaRPr>
          </a:p>
        </p:txBody>
      </p:sp>
      <p:sp>
        <p:nvSpPr>
          <p:cNvPr id="18" name="Rectangle 17">
            <a:extLst>
              <a:ext uri="{FF2B5EF4-FFF2-40B4-BE49-F238E27FC236}">
                <a16:creationId xmlns:a16="http://schemas.microsoft.com/office/drawing/2014/main" id="{9A253E9F-4801-4888-96F6-7478CB4FA707}"/>
              </a:ext>
            </a:extLst>
          </p:cNvPr>
          <p:cNvSpPr/>
          <p:nvPr/>
        </p:nvSpPr>
        <p:spPr bwMode="gray">
          <a:xfrm>
            <a:off x="6766270" y="3689113"/>
            <a:ext cx="3049050" cy="496389"/>
          </a:xfrm>
          <a:prstGeom prst="rect">
            <a:avLst/>
          </a:prstGeom>
          <a:solidFill>
            <a:schemeClr val="accent6">
              <a:lumMod val="75000"/>
            </a:schemeClr>
          </a:solidFill>
          <a:ln w="6350" algn="ctr">
            <a:solidFill>
              <a:schemeClr val="tx1"/>
            </a:solidFill>
            <a:miter lim="800000"/>
            <a:headEnd/>
            <a:tailEnd/>
          </a:ln>
        </p:spPr>
        <p:txBody>
          <a:bodyPr lIns="90000" tIns="72000" rIns="90000" bIns="72000" rtlCol="0" anchor="ctr"/>
          <a:lstStyle/>
          <a:p>
            <a:pPr algn="ctr" defTabSz="914400" fontAlgn="base">
              <a:spcBef>
                <a:spcPct val="50000"/>
              </a:spcBef>
              <a:spcAft>
                <a:spcPct val="0"/>
              </a:spcAft>
              <a:buClr>
                <a:srgbClr val="F0AB00"/>
              </a:buClr>
              <a:buSzPct val="80000"/>
            </a:pPr>
            <a:r>
              <a:rPr lang="en-US" sz="1800" kern="0" dirty="0" err="1">
                <a:solidFill>
                  <a:schemeClr val="bg1"/>
                </a:solidFill>
                <a:ea typeface="Arial Unicode MS" pitchFamily="34" charset="-128"/>
                <a:cs typeface="Arial Unicode MS" pitchFamily="34" charset="-128"/>
              </a:rPr>
              <a:t>buildpack-deps:bullseye</a:t>
            </a:r>
            <a:endParaRPr kumimoji="0" lang="en-US" sz="1800" b="0" i="0" u="none" strike="noStrike" kern="0" cap="none" spc="0" normalizeH="0" baseline="0" dirty="0">
              <a:ln>
                <a:noFill/>
              </a:ln>
              <a:solidFill>
                <a:schemeClr val="bg1"/>
              </a:solidFill>
              <a:effectLst/>
              <a:uLnTx/>
              <a:uFillTx/>
              <a:ea typeface="Arial Unicode MS" pitchFamily="34" charset="-128"/>
              <a:cs typeface="Arial Unicode MS" pitchFamily="34" charset="-128"/>
            </a:endParaRPr>
          </a:p>
        </p:txBody>
      </p:sp>
      <p:sp>
        <p:nvSpPr>
          <p:cNvPr id="34" name="Text Placeholder 1">
            <a:extLst>
              <a:ext uri="{FF2B5EF4-FFF2-40B4-BE49-F238E27FC236}">
                <a16:creationId xmlns:a16="http://schemas.microsoft.com/office/drawing/2014/main" id="{7B26E21C-60E4-4350-A51C-854BC388327B}"/>
              </a:ext>
            </a:extLst>
          </p:cNvPr>
          <p:cNvSpPr>
            <a:spLocks noGrp="1"/>
          </p:cNvSpPr>
          <p:nvPr>
            <p:ph type="body" sz="quarter" idx="10"/>
          </p:nvPr>
        </p:nvSpPr>
        <p:spPr>
          <a:xfrm>
            <a:off x="503999" y="5303284"/>
            <a:ext cx="11186477" cy="546716"/>
          </a:xfrm>
        </p:spPr>
        <p:txBody>
          <a:bodyPr/>
          <a:lstStyle/>
          <a:p>
            <a:pPr algn="ctr"/>
            <a:r>
              <a:rPr lang="en-US" dirty="0"/>
              <a:t>Layers get shared between images - downloaded and persistent only once</a:t>
            </a:r>
          </a:p>
        </p:txBody>
      </p:sp>
      <p:sp>
        <p:nvSpPr>
          <p:cNvPr id="35" name="Rectangle 34">
            <a:extLst>
              <a:ext uri="{FF2B5EF4-FFF2-40B4-BE49-F238E27FC236}">
                <a16:creationId xmlns:a16="http://schemas.microsoft.com/office/drawing/2014/main" id="{0384F0F5-F680-4B87-A74F-4B40358D4B44}"/>
              </a:ext>
            </a:extLst>
          </p:cNvPr>
          <p:cNvSpPr/>
          <p:nvPr/>
        </p:nvSpPr>
        <p:spPr bwMode="gray">
          <a:xfrm>
            <a:off x="2440143" y="4324357"/>
            <a:ext cx="7375177" cy="496389"/>
          </a:xfrm>
          <a:prstGeom prst="rect">
            <a:avLst/>
          </a:prstGeom>
          <a:solidFill>
            <a:schemeClr val="accent2">
              <a:lumMod val="75000"/>
            </a:schemeClr>
          </a:solidFill>
          <a:ln w="6350" algn="ctr">
            <a:solidFill>
              <a:schemeClr val="tx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0" i="0" u="none" strike="noStrike" kern="0" cap="none" spc="0" normalizeH="0" baseline="0" dirty="0" err="1">
                <a:ln>
                  <a:noFill/>
                </a:ln>
                <a:solidFill>
                  <a:schemeClr val="bg1"/>
                </a:solidFill>
                <a:effectLst/>
                <a:uLnTx/>
                <a:uFillTx/>
                <a:ea typeface="Arial Unicode MS" pitchFamily="34" charset="-128"/>
                <a:cs typeface="Arial Unicode MS" pitchFamily="34" charset="-128"/>
              </a:rPr>
              <a:t>debian:bullseye</a:t>
            </a:r>
            <a:endParaRPr kumimoji="0" lang="en-US" sz="1800" b="0" i="0" u="none" strike="noStrike" kern="0" cap="none" spc="0" normalizeH="0" baseline="0" dirty="0">
              <a:ln>
                <a:noFill/>
              </a:ln>
              <a:solidFill>
                <a:schemeClr val="bg1"/>
              </a:solidFill>
              <a:effectLst/>
              <a:uLnTx/>
              <a:uFillTx/>
              <a:ea typeface="Arial Unicode MS" pitchFamily="34" charset="-128"/>
              <a:cs typeface="Arial Unicode MS" pitchFamily="34" charset="-128"/>
            </a:endParaRPr>
          </a:p>
        </p:txBody>
      </p:sp>
    </p:spTree>
    <p:extLst>
      <p:ext uri="{BB962C8B-B14F-4D97-AF65-F5344CB8AC3E}">
        <p14:creationId xmlns:p14="http://schemas.microsoft.com/office/powerpoint/2010/main" val="6183997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mph" presetSubtype="2" fill="hold" grpId="0" nodeType="clickEffect">
                                  <p:stCondLst>
                                    <p:cond delay="0"/>
                                  </p:stCondLst>
                                  <p:childTnLst>
                                    <p:animClr clrSpc="rgb" dir="cw">
                                      <p:cBhvr>
                                        <p:cTn id="6" dur="100" fill="hold"/>
                                        <p:tgtEl>
                                          <p:spTgt spid="17"/>
                                        </p:tgtEl>
                                        <p:attrNameLst>
                                          <p:attrName>fillcolor</p:attrName>
                                        </p:attrNameLst>
                                      </p:cBhvr>
                                      <p:to>
                                        <a:srgbClr val="CC0000"/>
                                      </p:to>
                                    </p:animClr>
                                    <p:set>
                                      <p:cBhvr>
                                        <p:cTn id="7" dur="100" fill="hold"/>
                                        <p:tgtEl>
                                          <p:spTgt spid="17"/>
                                        </p:tgtEl>
                                        <p:attrNameLst>
                                          <p:attrName>fill.type</p:attrName>
                                        </p:attrNameLst>
                                      </p:cBhvr>
                                      <p:to>
                                        <p:strVal val="solid"/>
                                      </p:to>
                                    </p:set>
                                    <p:set>
                                      <p:cBhvr>
                                        <p:cTn id="8" dur="100" fill="hold"/>
                                        <p:tgtEl>
                                          <p:spTgt spid="17"/>
                                        </p:tgtEl>
                                        <p:attrNameLst>
                                          <p:attrName>fill.on</p:attrName>
                                        </p:attrNameLst>
                                      </p:cBhvr>
                                      <p:to>
                                        <p:strVal val="true"/>
                                      </p:to>
                                    </p:set>
                                  </p:childTnLst>
                                </p:cTn>
                              </p:par>
                              <p:par>
                                <p:cTn id="9" presetID="1" presetClass="emph" presetSubtype="2" fill="hold" grpId="0" nodeType="withEffect">
                                  <p:stCondLst>
                                    <p:cond delay="0"/>
                                  </p:stCondLst>
                                  <p:childTnLst>
                                    <p:animClr clrSpc="rgb" dir="cw">
                                      <p:cBhvr>
                                        <p:cTn id="10" dur="100" fill="hold"/>
                                        <p:tgtEl>
                                          <p:spTgt spid="27"/>
                                        </p:tgtEl>
                                        <p:attrNameLst>
                                          <p:attrName>fillcolor</p:attrName>
                                        </p:attrNameLst>
                                      </p:cBhvr>
                                      <p:to>
                                        <a:srgbClr val="CC0000"/>
                                      </p:to>
                                    </p:animClr>
                                    <p:set>
                                      <p:cBhvr>
                                        <p:cTn id="11" dur="100" fill="hold"/>
                                        <p:tgtEl>
                                          <p:spTgt spid="27"/>
                                        </p:tgtEl>
                                        <p:attrNameLst>
                                          <p:attrName>fill.type</p:attrName>
                                        </p:attrNameLst>
                                      </p:cBhvr>
                                      <p:to>
                                        <p:strVal val="solid"/>
                                      </p:to>
                                    </p:set>
                                    <p:set>
                                      <p:cBhvr>
                                        <p:cTn id="12" dur="100" fill="hold"/>
                                        <p:tgtEl>
                                          <p:spTgt spid="27"/>
                                        </p:tgtEl>
                                        <p:attrNameLst>
                                          <p:attrName>fill.on</p:attrName>
                                        </p:attrNameLst>
                                      </p:cBhvr>
                                      <p:to>
                                        <p:strVal val="true"/>
                                      </p:to>
                                    </p:set>
                                  </p:childTnLst>
                                </p:cTn>
                              </p:par>
                            </p:childTnLst>
                          </p:cTn>
                        </p:par>
                      </p:childTnLst>
                    </p:cTn>
                  </p:par>
                  <p:par>
                    <p:cTn id="13" fill="hold">
                      <p:stCondLst>
                        <p:cond delay="indefinite"/>
                      </p:stCondLst>
                      <p:childTnLst>
                        <p:par>
                          <p:cTn id="14" fill="hold">
                            <p:stCondLst>
                              <p:cond delay="0"/>
                            </p:stCondLst>
                            <p:childTnLst>
                              <p:par>
                                <p:cTn id="15" presetID="1" presetClass="exit" presetSubtype="0" fill="hold" grpId="0" nodeType="clickEffect">
                                  <p:stCondLst>
                                    <p:cond delay="0"/>
                                  </p:stCondLst>
                                  <p:childTnLst>
                                    <p:set>
                                      <p:cBhvr>
                                        <p:cTn id="16" dur="1" fill="hold">
                                          <p:stCondLst>
                                            <p:cond delay="0"/>
                                          </p:stCondLst>
                                        </p:cTn>
                                        <p:tgtEl>
                                          <p:spTgt spid="26"/>
                                        </p:tgtEl>
                                        <p:attrNameLst>
                                          <p:attrName>style.visibility</p:attrName>
                                        </p:attrNameLst>
                                      </p:cBhvr>
                                      <p:to>
                                        <p:strVal val="hidden"/>
                                      </p:to>
                                    </p:set>
                                  </p:childTnLst>
                                </p:cTn>
                              </p:par>
                              <p:par>
                                <p:cTn id="17" presetID="1" presetClass="exit" presetSubtype="0" fill="hold" grpId="0" nodeType="withEffect">
                                  <p:stCondLst>
                                    <p:cond delay="0"/>
                                  </p:stCondLst>
                                  <p:childTnLst>
                                    <p:set>
                                      <p:cBhvr>
                                        <p:cTn id="18" dur="1" fill="hold">
                                          <p:stCondLst>
                                            <p:cond delay="0"/>
                                          </p:stCondLst>
                                        </p:cTn>
                                        <p:tgtEl>
                                          <p:spTgt spid="16"/>
                                        </p:tgtEl>
                                        <p:attrNameLst>
                                          <p:attrName>style.visibility</p:attrName>
                                        </p:attrNameLst>
                                      </p:cBhvr>
                                      <p:to>
                                        <p:strVal val="hidden"/>
                                      </p:to>
                                    </p:set>
                                  </p:childTnLst>
                                </p:cTn>
                              </p:par>
                              <p:par>
                                <p:cTn id="19" presetID="1" presetClass="entr" presetSubtype="0" fill="hold" grpId="0" nodeType="withEffect">
                                  <p:stCondLst>
                                    <p:cond delay="0"/>
                                  </p:stCondLst>
                                  <p:childTnLst>
                                    <p:set>
                                      <p:cBhvr>
                                        <p:cTn id="20" dur="1" fill="hold">
                                          <p:stCondLst>
                                            <p:cond delay="0"/>
                                          </p:stCondLst>
                                        </p:cTn>
                                        <p:tgtEl>
                                          <p:spTgt spid="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animBg="1"/>
      <p:bldP spid="26" grpId="0" animBg="1"/>
      <p:bldP spid="27" grpId="0" animBg="1"/>
      <p:bldP spid="35"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2DE7798-65F5-3429-7921-1551166C47AC}"/>
              </a:ext>
            </a:extLst>
          </p:cNvPr>
          <p:cNvSpPr>
            <a:spLocks noGrp="1"/>
          </p:cNvSpPr>
          <p:nvPr>
            <p:ph type="title"/>
          </p:nvPr>
        </p:nvSpPr>
        <p:spPr>
          <a:xfrm>
            <a:off x="504001" y="504000"/>
            <a:ext cx="11186476" cy="369332"/>
          </a:xfrm>
        </p:spPr>
        <p:txBody>
          <a:bodyPr/>
          <a:lstStyle/>
          <a:p>
            <a:r>
              <a:rPr lang="de-DE" dirty="0" err="1"/>
              <a:t>Please</a:t>
            </a:r>
            <a:r>
              <a:rPr lang="de-DE" dirty="0"/>
              <a:t> type </a:t>
            </a:r>
            <a:r>
              <a:rPr lang="de-DE" dirty="0" err="1"/>
              <a:t>along</a:t>
            </a:r>
            <a:endParaRPr lang="de-DE" dirty="0"/>
          </a:p>
        </p:txBody>
      </p:sp>
      <p:sp>
        <p:nvSpPr>
          <p:cNvPr id="3" name="Textfeld 2">
            <a:extLst>
              <a:ext uri="{FF2B5EF4-FFF2-40B4-BE49-F238E27FC236}">
                <a16:creationId xmlns:a16="http://schemas.microsoft.com/office/drawing/2014/main" id="{3796437A-8539-847E-5ABD-D965AB464BBD}"/>
              </a:ext>
            </a:extLst>
          </p:cNvPr>
          <p:cNvSpPr txBox="1"/>
          <p:nvPr/>
        </p:nvSpPr>
        <p:spPr>
          <a:xfrm>
            <a:off x="504001" y="2130567"/>
            <a:ext cx="8667708" cy="2596865"/>
          </a:xfrm>
          <a:prstGeom prst="rect">
            <a:avLst/>
          </a:prstGeom>
          <a:noFill/>
        </p:spPr>
        <p:txBody>
          <a:bodyPr wrap="square" lIns="0" tIns="0" rIns="0" bIns="0" rtlCol="0" anchor="ctr">
            <a:spAutoFit/>
          </a:bodyPr>
          <a:lstStyle/>
          <a:p>
            <a:pPr fontAlgn="base">
              <a:lnSpc>
                <a:spcPct val="150000"/>
              </a:lnSpc>
              <a:spcBef>
                <a:spcPct val="50000"/>
              </a:spcBef>
              <a:spcAft>
                <a:spcPct val="0"/>
              </a:spcAft>
              <a:buClr>
                <a:srgbClr val="F0AB00"/>
              </a:buClr>
              <a:buSzPct val="80000"/>
            </a:pPr>
            <a:r>
              <a:rPr lang="de-DE" sz="1800" kern="0" dirty="0">
                <a:latin typeface="Courier New" panose="02070309020205020404" pitchFamily="49" charset="0"/>
                <a:ea typeface="Arial Unicode MS" pitchFamily="34" charset="-128"/>
                <a:cs typeface="Courier New" panose="02070309020205020404" pitchFamily="49" charset="0"/>
              </a:rPr>
              <a:t>$: </a:t>
            </a:r>
            <a:r>
              <a:rPr lang="de-DE" sz="1800" kern="0" dirty="0" err="1">
                <a:latin typeface="Courier New" panose="02070309020205020404" pitchFamily="49" charset="0"/>
                <a:ea typeface="Arial Unicode MS" pitchFamily="34" charset="-128"/>
                <a:cs typeface="Courier New" panose="02070309020205020404" pitchFamily="49" charset="0"/>
              </a:rPr>
              <a:t>docker</a:t>
            </a:r>
            <a:r>
              <a:rPr lang="de-DE" sz="1800" kern="0" dirty="0">
                <a:latin typeface="Courier New" panose="02070309020205020404" pitchFamily="49" charset="0"/>
                <a:ea typeface="Arial Unicode MS" pitchFamily="34" charset="-128"/>
                <a:cs typeface="Courier New" panose="02070309020205020404" pitchFamily="49" charset="0"/>
              </a:rPr>
              <a:t> </a:t>
            </a:r>
            <a:r>
              <a:rPr lang="de-DE" sz="1800" kern="0" dirty="0" err="1">
                <a:latin typeface="Courier New" panose="02070309020205020404" pitchFamily="49" charset="0"/>
                <a:ea typeface="Arial Unicode MS" pitchFamily="34" charset="-128"/>
                <a:cs typeface="Courier New" panose="02070309020205020404" pitchFamily="49" charset="0"/>
              </a:rPr>
              <a:t>images</a:t>
            </a:r>
            <a:endParaRPr lang="de-DE" sz="1800" kern="0" dirty="0">
              <a:latin typeface="Courier New" panose="02070309020205020404" pitchFamily="49" charset="0"/>
              <a:ea typeface="Arial Unicode MS" pitchFamily="34" charset="-128"/>
              <a:cs typeface="Courier New" panose="02070309020205020404" pitchFamily="49" charset="0"/>
            </a:endParaRPr>
          </a:p>
          <a:p>
            <a:pPr fontAlgn="base">
              <a:lnSpc>
                <a:spcPct val="150000"/>
              </a:lnSpc>
              <a:spcBef>
                <a:spcPct val="50000"/>
              </a:spcBef>
              <a:spcAft>
                <a:spcPct val="0"/>
              </a:spcAft>
              <a:buClr>
                <a:srgbClr val="F0AB00"/>
              </a:buClr>
              <a:buSzPct val="80000"/>
            </a:pPr>
            <a:r>
              <a:rPr lang="de-DE" sz="1800" kern="0" dirty="0">
                <a:latin typeface="Courier New" panose="02070309020205020404" pitchFamily="49" charset="0"/>
                <a:ea typeface="Arial Unicode MS" pitchFamily="34" charset="-128"/>
                <a:cs typeface="Courier New" panose="02070309020205020404" pitchFamily="49" charset="0"/>
              </a:rPr>
              <a:t>($: </a:t>
            </a:r>
            <a:r>
              <a:rPr lang="de-DE" sz="1800" kern="0" dirty="0" err="1">
                <a:latin typeface="Courier New" panose="02070309020205020404" pitchFamily="49" charset="0"/>
                <a:ea typeface="Arial Unicode MS" pitchFamily="34" charset="-128"/>
                <a:cs typeface="Courier New" panose="02070309020205020404" pitchFamily="49" charset="0"/>
              </a:rPr>
              <a:t>docker</a:t>
            </a:r>
            <a:r>
              <a:rPr lang="de-DE" sz="1800" kern="0" dirty="0">
                <a:latin typeface="Courier New" panose="02070309020205020404" pitchFamily="49" charset="0"/>
                <a:ea typeface="Arial Unicode MS" pitchFamily="34" charset="-128"/>
                <a:cs typeface="Courier New" panose="02070309020205020404" pitchFamily="49" charset="0"/>
              </a:rPr>
              <a:t> pull </a:t>
            </a:r>
            <a:r>
              <a:rPr lang="de-DE" sz="1800" kern="0" dirty="0" err="1">
                <a:latin typeface="Courier New" panose="02070309020205020404" pitchFamily="49" charset="0"/>
                <a:ea typeface="Arial Unicode MS" pitchFamily="34" charset="-128"/>
                <a:cs typeface="Courier New" panose="02070309020205020404" pitchFamily="49" charset="0"/>
              </a:rPr>
              <a:t>nginx:latest</a:t>
            </a:r>
            <a:r>
              <a:rPr lang="de-DE" sz="1800" kern="0" dirty="0">
                <a:latin typeface="Courier New" panose="02070309020205020404" pitchFamily="49" charset="0"/>
                <a:ea typeface="Arial Unicode MS" pitchFamily="34" charset="-128"/>
                <a:cs typeface="Courier New" panose="02070309020205020404" pitchFamily="49" charset="0"/>
              </a:rPr>
              <a:t>)</a:t>
            </a:r>
          </a:p>
          <a:p>
            <a:pPr fontAlgn="base">
              <a:lnSpc>
                <a:spcPct val="150000"/>
              </a:lnSpc>
              <a:spcBef>
                <a:spcPct val="50000"/>
              </a:spcBef>
              <a:spcAft>
                <a:spcPct val="0"/>
              </a:spcAft>
              <a:buClr>
                <a:srgbClr val="F0AB00"/>
              </a:buClr>
              <a:buSzPct val="80000"/>
            </a:pPr>
            <a:r>
              <a:rPr lang="de-DE" sz="1800" kern="0" dirty="0">
                <a:latin typeface="Courier New" panose="02070309020205020404" pitchFamily="49" charset="0"/>
                <a:ea typeface="Arial Unicode MS" pitchFamily="34" charset="-128"/>
                <a:cs typeface="Courier New" panose="02070309020205020404" pitchFamily="49" charset="0"/>
              </a:rPr>
              <a:t>$: </a:t>
            </a:r>
            <a:r>
              <a:rPr lang="de-DE" sz="1800" kern="0" dirty="0" err="1">
                <a:latin typeface="Courier New" panose="02070309020205020404" pitchFamily="49" charset="0"/>
                <a:ea typeface="Arial Unicode MS" pitchFamily="34" charset="-128"/>
                <a:cs typeface="Courier New" panose="02070309020205020404" pitchFamily="49" charset="0"/>
              </a:rPr>
              <a:t>docker</a:t>
            </a:r>
            <a:r>
              <a:rPr lang="de-DE" sz="1800" kern="0" dirty="0">
                <a:latin typeface="Courier New" panose="02070309020205020404" pitchFamily="49" charset="0"/>
                <a:ea typeface="Arial Unicode MS" pitchFamily="34" charset="-128"/>
                <a:cs typeface="Courier New" panose="02070309020205020404" pitchFamily="49" charset="0"/>
              </a:rPr>
              <a:t> </a:t>
            </a:r>
            <a:r>
              <a:rPr lang="de-DE" sz="1800" kern="0" dirty="0" err="1">
                <a:latin typeface="Courier New" panose="02070309020205020404" pitchFamily="49" charset="0"/>
                <a:ea typeface="Arial Unicode MS" pitchFamily="34" charset="-128"/>
                <a:cs typeface="Courier New" panose="02070309020205020404" pitchFamily="49" charset="0"/>
              </a:rPr>
              <a:t>image</a:t>
            </a:r>
            <a:r>
              <a:rPr lang="de-DE" sz="1800" kern="0" dirty="0">
                <a:latin typeface="Courier New" panose="02070309020205020404" pitchFamily="49" charset="0"/>
                <a:ea typeface="Arial Unicode MS" pitchFamily="34" charset="-128"/>
                <a:cs typeface="Courier New" panose="02070309020205020404" pitchFamily="49" charset="0"/>
              </a:rPr>
              <a:t> </a:t>
            </a:r>
            <a:r>
              <a:rPr lang="de-DE" sz="1800" kern="0" dirty="0" err="1">
                <a:latin typeface="Courier New" panose="02070309020205020404" pitchFamily="49" charset="0"/>
                <a:ea typeface="Arial Unicode MS" pitchFamily="34" charset="-128"/>
                <a:cs typeface="Courier New" panose="02070309020205020404" pitchFamily="49" charset="0"/>
              </a:rPr>
              <a:t>inspect</a:t>
            </a:r>
            <a:r>
              <a:rPr lang="de-DE" sz="1800" kern="0" dirty="0">
                <a:latin typeface="Courier New" panose="02070309020205020404" pitchFamily="49" charset="0"/>
                <a:ea typeface="Arial Unicode MS" pitchFamily="34" charset="-128"/>
                <a:cs typeface="Courier New" panose="02070309020205020404" pitchFamily="49" charset="0"/>
              </a:rPr>
              <a:t> </a:t>
            </a:r>
            <a:r>
              <a:rPr lang="de-DE" sz="1800" kern="0" dirty="0" err="1">
                <a:latin typeface="Courier New" panose="02070309020205020404" pitchFamily="49" charset="0"/>
                <a:ea typeface="Arial Unicode MS" pitchFamily="34" charset="-128"/>
                <a:cs typeface="Courier New" panose="02070309020205020404" pitchFamily="49" charset="0"/>
              </a:rPr>
              <a:t>nginx:latest</a:t>
            </a:r>
            <a:endParaRPr lang="de-DE" sz="1800" kern="0" dirty="0">
              <a:latin typeface="Courier New" panose="02070309020205020404" pitchFamily="49" charset="0"/>
              <a:ea typeface="Arial Unicode MS" pitchFamily="34" charset="-128"/>
              <a:cs typeface="Courier New" panose="02070309020205020404" pitchFamily="49" charset="0"/>
            </a:endParaRPr>
          </a:p>
          <a:p>
            <a:pPr fontAlgn="base">
              <a:lnSpc>
                <a:spcPct val="150000"/>
              </a:lnSpc>
              <a:spcBef>
                <a:spcPct val="50000"/>
              </a:spcBef>
              <a:spcAft>
                <a:spcPct val="0"/>
              </a:spcAft>
              <a:buClr>
                <a:srgbClr val="F0AB00"/>
              </a:buClr>
              <a:buSzPct val="80000"/>
            </a:pPr>
            <a:r>
              <a:rPr lang="de-DE" sz="1800" kern="0" dirty="0">
                <a:latin typeface="Courier New" panose="02070309020205020404" pitchFamily="49" charset="0"/>
                <a:ea typeface="Arial Unicode MS" pitchFamily="34" charset="-128"/>
                <a:cs typeface="Courier New" panose="02070309020205020404" pitchFamily="49" charset="0"/>
              </a:rPr>
              <a:t>$: </a:t>
            </a:r>
            <a:r>
              <a:rPr lang="de-DE" sz="1800" kern="0" dirty="0" err="1">
                <a:latin typeface="Courier New" panose="02070309020205020404" pitchFamily="49" charset="0"/>
                <a:ea typeface="Arial Unicode MS" pitchFamily="34" charset="-128"/>
                <a:cs typeface="Courier New" panose="02070309020205020404" pitchFamily="49" charset="0"/>
              </a:rPr>
              <a:t>docker</a:t>
            </a:r>
            <a:r>
              <a:rPr lang="de-DE" sz="1800" kern="0" dirty="0">
                <a:latin typeface="Courier New" panose="02070309020205020404" pitchFamily="49" charset="0"/>
                <a:ea typeface="Arial Unicode MS" pitchFamily="34" charset="-128"/>
                <a:cs typeface="Courier New" panose="02070309020205020404" pitchFamily="49" charset="0"/>
              </a:rPr>
              <a:t> </a:t>
            </a:r>
            <a:r>
              <a:rPr lang="de-DE" sz="1800" kern="0" dirty="0" err="1">
                <a:latin typeface="Courier New" panose="02070309020205020404" pitchFamily="49" charset="0"/>
                <a:ea typeface="Arial Unicode MS" pitchFamily="34" charset="-128"/>
                <a:cs typeface="Courier New" panose="02070309020205020404" pitchFamily="49" charset="0"/>
              </a:rPr>
              <a:t>image</a:t>
            </a:r>
            <a:r>
              <a:rPr lang="de-DE" sz="1800" kern="0" dirty="0">
                <a:latin typeface="Courier New" panose="02070309020205020404" pitchFamily="49" charset="0"/>
                <a:ea typeface="Arial Unicode MS" pitchFamily="34" charset="-128"/>
                <a:cs typeface="Courier New" panose="02070309020205020404" pitchFamily="49" charset="0"/>
              </a:rPr>
              <a:t> </a:t>
            </a:r>
            <a:r>
              <a:rPr lang="de-DE" sz="1800" kern="0" dirty="0" err="1">
                <a:latin typeface="Courier New" panose="02070309020205020404" pitchFamily="49" charset="0"/>
                <a:ea typeface="Arial Unicode MS" pitchFamily="34" charset="-128"/>
                <a:cs typeface="Courier New" panose="02070309020205020404" pitchFamily="49" charset="0"/>
              </a:rPr>
              <a:t>history</a:t>
            </a:r>
            <a:r>
              <a:rPr lang="de-DE" sz="1800" kern="0" dirty="0">
                <a:latin typeface="Courier New" panose="02070309020205020404" pitchFamily="49" charset="0"/>
                <a:ea typeface="Arial Unicode MS" pitchFamily="34" charset="-128"/>
                <a:cs typeface="Courier New" panose="02070309020205020404" pitchFamily="49" charset="0"/>
              </a:rPr>
              <a:t> </a:t>
            </a:r>
            <a:r>
              <a:rPr lang="de-DE" sz="1800" kern="0" dirty="0" err="1">
                <a:latin typeface="Courier New" panose="02070309020205020404" pitchFamily="49" charset="0"/>
                <a:ea typeface="Arial Unicode MS" pitchFamily="34" charset="-128"/>
                <a:cs typeface="Courier New" panose="02070309020205020404" pitchFamily="49" charset="0"/>
              </a:rPr>
              <a:t>nginx:latest</a:t>
            </a:r>
            <a:endParaRPr lang="de-DE" sz="1800" kern="0" dirty="0">
              <a:latin typeface="Courier New" panose="02070309020205020404" pitchFamily="49" charset="0"/>
              <a:ea typeface="Arial Unicode MS" pitchFamily="34" charset="-128"/>
              <a:cs typeface="Courier New" panose="02070309020205020404" pitchFamily="49" charset="0"/>
            </a:endParaRPr>
          </a:p>
          <a:p>
            <a:pPr fontAlgn="base">
              <a:lnSpc>
                <a:spcPct val="150000"/>
              </a:lnSpc>
              <a:spcBef>
                <a:spcPct val="50000"/>
              </a:spcBef>
              <a:spcAft>
                <a:spcPct val="0"/>
              </a:spcAft>
              <a:buClr>
                <a:srgbClr val="F0AB00"/>
              </a:buClr>
              <a:buSzPct val="80000"/>
            </a:pPr>
            <a:r>
              <a:rPr lang="de-DE" sz="1800" kern="0" dirty="0">
                <a:latin typeface="Courier New" panose="02070309020205020404" pitchFamily="49" charset="0"/>
                <a:ea typeface="Arial Unicode MS" pitchFamily="34" charset="-128"/>
                <a:cs typeface="Courier New" panose="02070309020205020404" pitchFamily="49" charset="0"/>
              </a:rPr>
              <a:t>$: </a:t>
            </a:r>
            <a:r>
              <a:rPr lang="de-DE" sz="1800" kern="0" dirty="0" err="1">
                <a:latin typeface="Courier New" panose="02070309020205020404" pitchFamily="49" charset="0"/>
                <a:ea typeface="Arial Unicode MS" pitchFamily="34" charset="-128"/>
                <a:cs typeface="Courier New" panose="02070309020205020404" pitchFamily="49" charset="0"/>
              </a:rPr>
              <a:t>docker</a:t>
            </a:r>
            <a:r>
              <a:rPr lang="de-DE" sz="1800" kern="0" dirty="0">
                <a:latin typeface="Courier New" panose="02070309020205020404" pitchFamily="49" charset="0"/>
                <a:ea typeface="Arial Unicode MS" pitchFamily="34" charset="-128"/>
                <a:cs typeface="Courier New" panose="02070309020205020404" pitchFamily="49" charset="0"/>
              </a:rPr>
              <a:t> </a:t>
            </a:r>
            <a:r>
              <a:rPr lang="de-DE" sz="1800" kern="0" dirty="0" err="1">
                <a:latin typeface="Courier New" panose="02070309020205020404" pitchFamily="49" charset="0"/>
                <a:ea typeface="Arial Unicode MS" pitchFamily="34" charset="-128"/>
                <a:cs typeface="Courier New" panose="02070309020205020404" pitchFamily="49" charset="0"/>
              </a:rPr>
              <a:t>image</a:t>
            </a:r>
            <a:r>
              <a:rPr lang="de-DE" sz="1800" kern="0" dirty="0">
                <a:latin typeface="Courier New" panose="02070309020205020404" pitchFamily="49" charset="0"/>
                <a:ea typeface="Arial Unicode MS" pitchFamily="34" charset="-128"/>
                <a:cs typeface="Courier New" panose="02070309020205020404" pitchFamily="49" charset="0"/>
              </a:rPr>
              <a:t> </a:t>
            </a:r>
            <a:r>
              <a:rPr lang="de-DE" sz="1800" kern="0" dirty="0" err="1">
                <a:latin typeface="Courier New" panose="02070309020205020404" pitchFamily="49" charset="0"/>
                <a:ea typeface="Arial Unicode MS" pitchFamily="34" charset="-128"/>
                <a:cs typeface="Courier New" panose="02070309020205020404" pitchFamily="49" charset="0"/>
              </a:rPr>
              <a:t>list</a:t>
            </a:r>
            <a:r>
              <a:rPr lang="de-DE" sz="1800" kern="0" dirty="0">
                <a:latin typeface="Courier New" panose="02070309020205020404" pitchFamily="49" charset="0"/>
                <a:ea typeface="Arial Unicode MS" pitchFamily="34" charset="-128"/>
                <a:cs typeface="Courier New" panose="02070309020205020404" pitchFamily="49" charset="0"/>
              </a:rPr>
              <a:t> </a:t>
            </a:r>
            <a:r>
              <a:rPr lang="de-DE" sz="1800" kern="0">
                <a:latin typeface="Courier New" panose="02070309020205020404" pitchFamily="49" charset="0"/>
                <a:ea typeface="Arial Unicode MS" pitchFamily="34" charset="-128"/>
                <a:cs typeface="Courier New" panose="02070309020205020404" pitchFamily="49" charset="0"/>
              </a:rPr>
              <a:t>--digest</a:t>
            </a:r>
            <a:endParaRPr lang="de-DE" sz="1800" kern="0" dirty="0">
              <a:latin typeface="Courier New" panose="02070309020205020404" pitchFamily="49" charset="0"/>
              <a:ea typeface="Arial Unicode MS" pitchFamily="34" charset="-128"/>
              <a:cs typeface="Courier New" panose="02070309020205020404" pitchFamily="49" charset="0"/>
            </a:endParaRPr>
          </a:p>
        </p:txBody>
      </p:sp>
    </p:spTree>
    <p:extLst>
      <p:ext uri="{BB962C8B-B14F-4D97-AF65-F5344CB8AC3E}">
        <p14:creationId xmlns:p14="http://schemas.microsoft.com/office/powerpoint/2010/main" val="12572552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 Placeholder 16"/>
          <p:cNvSpPr>
            <a:spLocks noGrp="1"/>
          </p:cNvSpPr>
          <p:nvPr>
            <p:ph type="body" sz="quarter" idx="14"/>
          </p:nvPr>
        </p:nvSpPr>
        <p:spPr/>
        <p:txBody>
          <a:bodyPr/>
          <a:lstStyle/>
          <a:p>
            <a:r>
              <a:rPr lang="en-US" dirty="0"/>
              <a:t>Creating images with</a:t>
            </a:r>
            <a:br>
              <a:rPr lang="en-US" dirty="0"/>
            </a:br>
            <a:r>
              <a:rPr lang="en-US" dirty="0">
                <a:solidFill>
                  <a:schemeClr val="accent1"/>
                </a:solidFill>
              </a:rPr>
              <a:t>Dockerfiles</a:t>
            </a:r>
          </a:p>
        </p:txBody>
      </p:sp>
      <p:pic>
        <p:nvPicPr>
          <p:cNvPr id="5" name="Picture Placeholder 4"/>
          <p:cNvPicPr>
            <a:picLocks noGrp="1" noChangeAspect="1"/>
          </p:cNvPicPr>
          <p:nvPr>
            <p:ph type="pic" sz="quarter" idx="16"/>
          </p:nvPr>
        </p:nvPicPr>
        <p:blipFill>
          <a:blip r:embed="rId2"/>
          <a:srcRect t="16" b="16"/>
          <a:stretch>
            <a:fillRect/>
          </a:stretch>
        </p:blipFill>
        <p:spPr/>
      </p:pic>
    </p:spTree>
    <p:extLst>
      <p:ext uri="{BB962C8B-B14F-4D97-AF65-F5344CB8AC3E}">
        <p14:creationId xmlns:p14="http://schemas.microsoft.com/office/powerpoint/2010/main" val="33159269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DA0BF697-6F34-4EE3-9843-51FB9B543C76}"/>
              </a:ext>
            </a:extLst>
          </p:cNvPr>
          <p:cNvSpPr/>
          <p:nvPr/>
        </p:nvSpPr>
        <p:spPr bwMode="gray">
          <a:xfrm>
            <a:off x="4648358" y="1728758"/>
            <a:ext cx="2743200" cy="3039046"/>
          </a:xfrm>
          <a:prstGeom prst="rect">
            <a:avLst/>
          </a:prstGeom>
          <a:solidFill>
            <a:schemeClr val="accent1"/>
          </a:solidFill>
          <a:ln w="6350" algn="ctr">
            <a:noFill/>
            <a:miter lim="800000"/>
            <a:headEnd/>
            <a:tailEnd/>
          </a:ln>
        </p:spPr>
        <p:txBody>
          <a:bodyPr lIns="90000" tIns="72000" rIns="90000" bIns="72000" rtlCol="0" anchor="b" anchorCtr="0"/>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0" i="1" u="none" strike="noStrike" kern="0" cap="none" spc="0" normalizeH="0" baseline="0" noProof="0" dirty="0" err="1">
                <a:ln>
                  <a:noFill/>
                </a:ln>
                <a:effectLst/>
                <a:uLnTx/>
                <a:uFillTx/>
                <a:ea typeface="Arial Unicode MS" pitchFamily="34" charset="-128"/>
                <a:cs typeface="Arial Unicode MS" pitchFamily="34" charset="-128"/>
              </a:rPr>
              <a:t>dockerd</a:t>
            </a:r>
            <a:endParaRPr kumimoji="0" lang="en-US" sz="1800" b="0" i="1" u="none" strike="noStrike" kern="0" cap="none" spc="0" normalizeH="0" baseline="0" noProof="0" dirty="0">
              <a:ln>
                <a:noFill/>
              </a:ln>
              <a:effectLst/>
              <a:uLnTx/>
              <a:uFillTx/>
              <a:ea typeface="Arial Unicode MS" pitchFamily="34" charset="-128"/>
              <a:cs typeface="Arial Unicode MS" pitchFamily="34" charset="-128"/>
            </a:endParaRPr>
          </a:p>
          <a:p>
            <a:pPr marR="0" algn="ctr" defTabSz="914400" eaLnBrk="1" fontAlgn="base" latinLnBrk="0" hangingPunct="1">
              <a:lnSpc>
                <a:spcPct val="100000"/>
              </a:lnSpc>
              <a:spcBef>
                <a:spcPct val="50000"/>
              </a:spcBef>
              <a:spcAft>
                <a:spcPct val="0"/>
              </a:spcAft>
              <a:buClr>
                <a:srgbClr val="F0AB00"/>
              </a:buClr>
              <a:buSzPct val="80000"/>
              <a:tabLst/>
            </a:pPr>
            <a:r>
              <a:rPr lang="en-US" sz="1800" i="1" kern="0" dirty="0" err="1">
                <a:ea typeface="Arial Unicode MS" pitchFamily="34" charset="-128"/>
                <a:cs typeface="Arial Unicode MS" pitchFamily="34" charset="-128"/>
              </a:rPr>
              <a:t>buildkit</a:t>
            </a:r>
            <a:endParaRPr lang="en-US" sz="1800" i="1" kern="0" dirty="0">
              <a:ea typeface="Arial Unicode MS" pitchFamily="34" charset="-128"/>
              <a:cs typeface="Arial Unicode MS" pitchFamily="34" charset="-128"/>
            </a:endParaRPr>
          </a:p>
          <a:p>
            <a:pPr marR="0" algn="ctr" defTabSz="914400" eaLnBrk="1" fontAlgn="base" latinLnBrk="0" hangingPunct="1">
              <a:lnSpc>
                <a:spcPct val="100000"/>
              </a:lnSpc>
              <a:spcBef>
                <a:spcPct val="50000"/>
              </a:spcBef>
              <a:spcAft>
                <a:spcPct val="0"/>
              </a:spcAft>
              <a:buClr>
                <a:srgbClr val="F0AB00"/>
              </a:buClr>
              <a:buSzPct val="80000"/>
              <a:tabLst/>
            </a:pPr>
            <a:r>
              <a:rPr kumimoji="0" lang="en-US" sz="1800" b="0" i="1" u="none" strike="noStrike" kern="0" cap="none" spc="0" normalizeH="0" baseline="0" noProof="0" dirty="0" err="1">
                <a:ln>
                  <a:noFill/>
                </a:ln>
                <a:effectLst/>
                <a:uLnTx/>
                <a:uFillTx/>
                <a:ea typeface="Arial Unicode MS" pitchFamily="34" charset="-128"/>
                <a:cs typeface="Arial Unicode MS" pitchFamily="34" charset="-128"/>
              </a:rPr>
              <a:t>Kani</a:t>
            </a:r>
            <a:r>
              <a:rPr lang="en-US" sz="1800" i="1" kern="0" dirty="0">
                <a:ea typeface="Arial Unicode MS" pitchFamily="34" charset="-128"/>
                <a:cs typeface="Arial Unicode MS" pitchFamily="34" charset="-128"/>
              </a:rPr>
              <a:t>ko</a:t>
            </a:r>
          </a:p>
          <a:p>
            <a:pPr marR="0" algn="ctr" defTabSz="914400" eaLnBrk="1" fontAlgn="base" latinLnBrk="0" hangingPunct="1">
              <a:lnSpc>
                <a:spcPct val="100000"/>
              </a:lnSpc>
              <a:spcBef>
                <a:spcPct val="50000"/>
              </a:spcBef>
              <a:spcAft>
                <a:spcPct val="0"/>
              </a:spcAft>
              <a:buClr>
                <a:srgbClr val="F0AB00"/>
              </a:buClr>
              <a:buSzPct val="80000"/>
              <a:tabLst/>
            </a:pPr>
            <a:endParaRPr lang="en-US" sz="1800" i="1" kern="0" dirty="0">
              <a:ea typeface="Arial Unicode MS" pitchFamily="34" charset="-128"/>
              <a:cs typeface="Arial Unicode MS" pitchFamily="34" charset="-128"/>
            </a:endParaRPr>
          </a:p>
        </p:txBody>
      </p:sp>
      <p:sp>
        <p:nvSpPr>
          <p:cNvPr id="2" name="Title 1">
            <a:extLst>
              <a:ext uri="{FF2B5EF4-FFF2-40B4-BE49-F238E27FC236}">
                <a16:creationId xmlns:a16="http://schemas.microsoft.com/office/drawing/2014/main" id="{F1F9CBA2-89D0-4FE2-8D1E-5893D16EEB5C}"/>
              </a:ext>
            </a:extLst>
          </p:cNvPr>
          <p:cNvSpPr>
            <a:spLocks noGrp="1"/>
          </p:cNvSpPr>
          <p:nvPr>
            <p:ph type="title"/>
          </p:nvPr>
        </p:nvSpPr>
        <p:spPr/>
        <p:txBody>
          <a:bodyPr/>
          <a:lstStyle/>
          <a:p>
            <a:r>
              <a:rPr lang="en-US" dirty="0"/>
              <a:t>Building Container images</a:t>
            </a:r>
            <a:endParaRPr lang="en-DE" dirty="0"/>
          </a:p>
        </p:txBody>
      </p:sp>
      <p:pic>
        <p:nvPicPr>
          <p:cNvPr id="4" name="Graphic 3" descr="Open folder">
            <a:extLst>
              <a:ext uri="{FF2B5EF4-FFF2-40B4-BE49-F238E27FC236}">
                <a16:creationId xmlns:a16="http://schemas.microsoft.com/office/drawing/2014/main" id="{A17950CA-D239-421C-A157-2A3948211E4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96234" y="773941"/>
            <a:ext cx="3327152" cy="3327152"/>
          </a:xfrm>
          <a:prstGeom prst="rect">
            <a:avLst/>
          </a:prstGeom>
        </p:spPr>
      </p:pic>
      <p:sp>
        <p:nvSpPr>
          <p:cNvPr id="7" name="Arrow: Up 6">
            <a:extLst>
              <a:ext uri="{FF2B5EF4-FFF2-40B4-BE49-F238E27FC236}">
                <a16:creationId xmlns:a16="http://schemas.microsoft.com/office/drawing/2014/main" id="{2E058499-3319-4589-82AE-82D6FA663045}"/>
              </a:ext>
            </a:extLst>
          </p:cNvPr>
          <p:cNvSpPr/>
          <p:nvPr/>
        </p:nvSpPr>
        <p:spPr bwMode="gray">
          <a:xfrm>
            <a:off x="1836300" y="3428175"/>
            <a:ext cx="837326" cy="766138"/>
          </a:xfrm>
          <a:prstGeom prst="upArrow">
            <a:avLst/>
          </a:prstGeom>
          <a:solidFill>
            <a:schemeClr val="tx2"/>
          </a:solidFill>
          <a:ln w="6350" algn="ctr">
            <a:solidFill>
              <a:schemeClr val="tx2">
                <a:lumMod val="75000"/>
              </a:schemeClr>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DE" sz="1800" b="0" i="0" u="none" strike="noStrike" kern="0" cap="none" spc="0" normalizeH="0" baseline="0" noProof="0" dirty="0" err="1">
              <a:ln>
                <a:noFill/>
              </a:ln>
              <a:effectLst/>
              <a:uLnTx/>
              <a:uFillTx/>
              <a:ea typeface="Arial Unicode MS" pitchFamily="34" charset="-128"/>
              <a:cs typeface="Arial Unicode MS" pitchFamily="34" charset="-128"/>
            </a:endParaRPr>
          </a:p>
        </p:txBody>
      </p:sp>
      <p:pic>
        <p:nvPicPr>
          <p:cNvPr id="6" name="Graphic 5" descr="Document">
            <a:extLst>
              <a:ext uri="{FF2B5EF4-FFF2-40B4-BE49-F238E27FC236}">
                <a16:creationId xmlns:a16="http://schemas.microsoft.com/office/drawing/2014/main" id="{5A757C4C-6DDC-40B9-96A1-67BF5C0F44E4}"/>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422851" y="3953480"/>
            <a:ext cx="1673917" cy="1673917"/>
          </a:xfrm>
          <a:prstGeom prst="rect">
            <a:avLst/>
          </a:prstGeom>
        </p:spPr>
      </p:pic>
      <p:sp>
        <p:nvSpPr>
          <p:cNvPr id="8" name="TextBox 7">
            <a:extLst>
              <a:ext uri="{FF2B5EF4-FFF2-40B4-BE49-F238E27FC236}">
                <a16:creationId xmlns:a16="http://schemas.microsoft.com/office/drawing/2014/main" id="{E0B13DAD-69D0-48FC-9951-6180E41F598C}"/>
              </a:ext>
            </a:extLst>
          </p:cNvPr>
          <p:cNvSpPr txBox="1"/>
          <p:nvPr/>
        </p:nvSpPr>
        <p:spPr>
          <a:xfrm>
            <a:off x="1746848" y="5590249"/>
            <a:ext cx="1025922" cy="276999"/>
          </a:xfrm>
          <a:prstGeom prst="rect">
            <a:avLst/>
          </a:prstGeom>
          <a:noFill/>
        </p:spPr>
        <p:txBody>
          <a:bodyPr wrap="none" lIns="0" tIns="0" rIns="0" bIns="0" rtlCol="0">
            <a:spAutoFit/>
          </a:bodyPr>
          <a:lstStyle/>
          <a:p>
            <a:pPr fontAlgn="base">
              <a:spcBef>
                <a:spcPct val="50000"/>
              </a:spcBef>
              <a:spcAft>
                <a:spcPct val="0"/>
              </a:spcAft>
              <a:buClr>
                <a:srgbClr val="F0AB00"/>
              </a:buClr>
              <a:buSzPct val="80000"/>
            </a:pPr>
            <a:r>
              <a:rPr lang="en-US" sz="1800" kern="0" dirty="0">
                <a:ea typeface="Arial Unicode MS" pitchFamily="34" charset="-128"/>
                <a:cs typeface="Arial Unicode MS" pitchFamily="34" charset="-128"/>
              </a:rPr>
              <a:t>Dockerfile</a:t>
            </a:r>
            <a:endParaRPr lang="en-DE" sz="1800" kern="0" dirty="0" err="1">
              <a:ea typeface="Arial Unicode MS" pitchFamily="34" charset="-128"/>
              <a:cs typeface="Arial Unicode MS" pitchFamily="34" charset="-128"/>
            </a:endParaRPr>
          </a:p>
        </p:txBody>
      </p:sp>
      <p:sp>
        <p:nvSpPr>
          <p:cNvPr id="9" name="TextBox 8">
            <a:extLst>
              <a:ext uri="{FF2B5EF4-FFF2-40B4-BE49-F238E27FC236}">
                <a16:creationId xmlns:a16="http://schemas.microsoft.com/office/drawing/2014/main" id="{38BD7E44-ED59-4675-8814-482FD90E34FD}"/>
              </a:ext>
            </a:extLst>
          </p:cNvPr>
          <p:cNvSpPr txBox="1"/>
          <p:nvPr/>
        </p:nvSpPr>
        <p:spPr>
          <a:xfrm>
            <a:off x="1614469" y="2648359"/>
            <a:ext cx="1372171" cy="276999"/>
          </a:xfrm>
          <a:prstGeom prst="rect">
            <a:avLst/>
          </a:prstGeom>
          <a:noFill/>
        </p:spPr>
        <p:txBody>
          <a:bodyPr wrap="none" lIns="0" tIns="0" rIns="0" bIns="0" rtlCol="0">
            <a:spAutoFit/>
          </a:bodyPr>
          <a:lstStyle/>
          <a:p>
            <a:pPr fontAlgn="base">
              <a:spcBef>
                <a:spcPct val="50000"/>
              </a:spcBef>
              <a:spcAft>
                <a:spcPct val="0"/>
              </a:spcAft>
              <a:buClr>
                <a:srgbClr val="F0AB00"/>
              </a:buClr>
              <a:buSzPct val="80000"/>
            </a:pPr>
            <a:r>
              <a:rPr lang="en-US" sz="1800" kern="0" dirty="0">
                <a:ea typeface="Arial Unicode MS" pitchFamily="34" charset="-128"/>
                <a:cs typeface="Arial Unicode MS" pitchFamily="34" charset="-128"/>
              </a:rPr>
              <a:t>Build Context</a:t>
            </a:r>
            <a:endParaRPr lang="en-DE" sz="1800" kern="0" dirty="0" err="1">
              <a:ea typeface="Arial Unicode MS" pitchFamily="34" charset="-128"/>
              <a:cs typeface="Arial Unicode MS" pitchFamily="34" charset="-128"/>
            </a:endParaRPr>
          </a:p>
        </p:txBody>
      </p:sp>
      <p:sp>
        <p:nvSpPr>
          <p:cNvPr id="10" name="Arrow: Right 9">
            <a:extLst>
              <a:ext uri="{FF2B5EF4-FFF2-40B4-BE49-F238E27FC236}">
                <a16:creationId xmlns:a16="http://schemas.microsoft.com/office/drawing/2014/main" id="{B55E7C59-A6FB-402A-AC8C-805F45F5FDBA}"/>
              </a:ext>
            </a:extLst>
          </p:cNvPr>
          <p:cNvSpPr/>
          <p:nvPr/>
        </p:nvSpPr>
        <p:spPr bwMode="gray">
          <a:xfrm>
            <a:off x="4064406" y="1674005"/>
            <a:ext cx="4506012" cy="1574276"/>
          </a:xfrm>
          <a:prstGeom prst="rightArrow">
            <a:avLst/>
          </a:prstGeom>
          <a:solidFill>
            <a:schemeClr val="accent3">
              <a:lumMod val="75000"/>
            </a:schemeClr>
          </a:solidFill>
          <a:ln w="50800" algn="ctr">
            <a:solidFill>
              <a:schemeClr val="accent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1" i="0" u="none" strike="noStrike" kern="0" cap="none" spc="0" normalizeH="0" baseline="0" noProof="0" dirty="0">
                <a:ln>
                  <a:noFill/>
                </a:ln>
                <a:solidFill>
                  <a:schemeClr val="bg1"/>
                </a:solidFill>
                <a:effectLst/>
                <a:uLnTx/>
                <a:uFillTx/>
                <a:latin typeface="Courier New" panose="02070309020205020404" pitchFamily="49" charset="0"/>
                <a:ea typeface="Arial Unicode MS" pitchFamily="34" charset="-128"/>
                <a:cs typeface="Courier New" panose="02070309020205020404" pitchFamily="49" charset="0"/>
              </a:rPr>
              <a:t>docker build </a:t>
            </a:r>
            <a:br>
              <a:rPr kumimoji="0" lang="en-US" sz="1800" b="1" i="0" u="none" strike="noStrike" kern="0" cap="none" spc="0" normalizeH="0" baseline="0" noProof="0" dirty="0">
                <a:ln>
                  <a:noFill/>
                </a:ln>
                <a:solidFill>
                  <a:schemeClr val="bg1"/>
                </a:solidFill>
                <a:effectLst/>
                <a:uLnTx/>
                <a:uFillTx/>
                <a:latin typeface="Courier New" panose="02070309020205020404" pitchFamily="49" charset="0"/>
                <a:ea typeface="Arial Unicode MS" pitchFamily="34" charset="-128"/>
                <a:cs typeface="Courier New" panose="02070309020205020404" pitchFamily="49" charset="0"/>
              </a:rPr>
            </a:br>
            <a:r>
              <a:rPr kumimoji="0" lang="en-US" sz="1800" b="1" i="1" u="none" strike="noStrike" kern="0" cap="none" spc="0" normalizeH="0" baseline="0" noProof="0" dirty="0">
                <a:ln>
                  <a:noFill/>
                </a:ln>
                <a:solidFill>
                  <a:schemeClr val="bg1"/>
                </a:solidFill>
                <a:effectLst/>
                <a:uLnTx/>
                <a:uFillTx/>
                <a:latin typeface="Courier New" panose="02070309020205020404" pitchFamily="49" charset="0"/>
                <a:ea typeface="Arial Unicode MS" pitchFamily="34" charset="-128"/>
                <a:cs typeface="Courier New" panose="02070309020205020404" pitchFamily="49" charset="0"/>
              </a:rPr>
              <a:t>&lt;path to build context&gt;</a:t>
            </a:r>
            <a:endParaRPr kumimoji="0" lang="en-DE" sz="1800" b="1" i="1" u="none" strike="noStrike" kern="0" cap="none" spc="0" normalizeH="0" baseline="0" noProof="0" dirty="0" err="1">
              <a:ln>
                <a:noFill/>
              </a:ln>
              <a:solidFill>
                <a:schemeClr val="bg1"/>
              </a:solidFill>
              <a:effectLst/>
              <a:uLnTx/>
              <a:uFillTx/>
              <a:latin typeface="Courier New" panose="02070309020205020404" pitchFamily="49" charset="0"/>
              <a:ea typeface="Arial Unicode MS" pitchFamily="34" charset="-128"/>
              <a:cs typeface="Courier New" panose="02070309020205020404" pitchFamily="49" charset="0"/>
            </a:endParaRPr>
          </a:p>
        </p:txBody>
      </p:sp>
      <p:grpSp>
        <p:nvGrpSpPr>
          <p:cNvPr id="20" name="Group 19">
            <a:extLst>
              <a:ext uri="{FF2B5EF4-FFF2-40B4-BE49-F238E27FC236}">
                <a16:creationId xmlns:a16="http://schemas.microsoft.com/office/drawing/2014/main" id="{53CE490E-D343-464A-AE69-0B2107782769}"/>
              </a:ext>
            </a:extLst>
          </p:cNvPr>
          <p:cNvGrpSpPr/>
          <p:nvPr/>
        </p:nvGrpSpPr>
        <p:grpSpPr>
          <a:xfrm>
            <a:off x="8876638" y="1535895"/>
            <a:ext cx="2680447" cy="1828800"/>
            <a:chOff x="8971657" y="1615074"/>
            <a:chExt cx="2680447" cy="1828800"/>
          </a:xfrm>
        </p:grpSpPr>
        <p:sp>
          <p:nvSpPr>
            <p:cNvPr id="14" name="Rectangle 13">
              <a:extLst>
                <a:ext uri="{FF2B5EF4-FFF2-40B4-BE49-F238E27FC236}">
                  <a16:creationId xmlns:a16="http://schemas.microsoft.com/office/drawing/2014/main" id="{ACC90E63-C86F-4E33-9274-CA725548C7A8}"/>
                </a:ext>
              </a:extLst>
            </p:cNvPr>
            <p:cNvSpPr/>
            <p:nvPr/>
          </p:nvSpPr>
          <p:spPr bwMode="gray">
            <a:xfrm>
              <a:off x="8971657" y="1615074"/>
              <a:ext cx="2680447" cy="1828800"/>
            </a:xfrm>
            <a:prstGeom prst="rect">
              <a:avLst/>
            </a:prstGeom>
            <a:solidFill>
              <a:schemeClr val="tx2"/>
            </a:solidFill>
            <a:ln w="6350" algn="ctr">
              <a:solidFill>
                <a:schemeClr val="tx1"/>
              </a:solidFill>
              <a:miter lim="800000"/>
              <a:headEnd/>
              <a:tailEnd/>
            </a:ln>
          </p:spPr>
          <p:txBody>
            <a:bodyPr vert="vert270" lIns="90000" tIns="72000" rIns="90000" bIns="72000" rtlCol="0" anchor="t" anchorCtr="0"/>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200" b="0" i="1" u="none" strike="noStrike" kern="0" cap="none" spc="0" normalizeH="0" baseline="0" dirty="0">
                <a:ln>
                  <a:noFill/>
                </a:ln>
                <a:effectLst/>
                <a:uLnTx/>
                <a:uFillTx/>
                <a:ea typeface="Arial Unicode MS" pitchFamily="34" charset="-128"/>
                <a:cs typeface="Arial Unicode MS" pitchFamily="34" charset="-128"/>
              </a:endParaRPr>
            </a:p>
          </p:txBody>
        </p:sp>
        <p:sp>
          <p:nvSpPr>
            <p:cNvPr id="15" name="Rectangle 14">
              <a:extLst>
                <a:ext uri="{FF2B5EF4-FFF2-40B4-BE49-F238E27FC236}">
                  <a16:creationId xmlns:a16="http://schemas.microsoft.com/office/drawing/2014/main" id="{885B260A-53CD-4D2D-B075-381195FD5724}"/>
                </a:ext>
              </a:extLst>
            </p:cNvPr>
            <p:cNvSpPr/>
            <p:nvPr/>
          </p:nvSpPr>
          <p:spPr bwMode="gray">
            <a:xfrm>
              <a:off x="9091835" y="2902808"/>
              <a:ext cx="2440092" cy="402956"/>
            </a:xfrm>
            <a:prstGeom prst="rect">
              <a:avLst/>
            </a:prstGeom>
            <a:solidFill>
              <a:schemeClr val="accent4">
                <a:lumMod val="50000"/>
              </a:schemeClr>
            </a:solidFill>
            <a:ln w="6350" algn="ctr">
              <a:solidFill>
                <a:schemeClr val="tx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1" i="1" u="none" strike="noStrike" kern="0" cap="none" spc="0" normalizeH="0" baseline="0" dirty="0">
                  <a:ln>
                    <a:noFill/>
                  </a:ln>
                  <a:solidFill>
                    <a:schemeClr val="bg1"/>
                  </a:solidFill>
                  <a:effectLst/>
                  <a:uLnTx/>
                  <a:uFillTx/>
                  <a:latin typeface="Courier New" panose="02070309020205020404" pitchFamily="49" charset="0"/>
                  <a:ea typeface="Arial Unicode MS" pitchFamily="34" charset="-128"/>
                  <a:cs typeface="Courier New" panose="02070309020205020404" pitchFamily="49" charset="0"/>
                </a:rPr>
                <a:t>scratch</a:t>
              </a:r>
            </a:p>
          </p:txBody>
        </p:sp>
        <p:sp>
          <p:nvSpPr>
            <p:cNvPr id="16" name="Arrow: Down 15">
              <a:extLst>
                <a:ext uri="{FF2B5EF4-FFF2-40B4-BE49-F238E27FC236}">
                  <a16:creationId xmlns:a16="http://schemas.microsoft.com/office/drawing/2014/main" id="{438493D5-9439-4396-AEEC-9057A16E9D5F}"/>
                </a:ext>
              </a:extLst>
            </p:cNvPr>
            <p:cNvSpPr/>
            <p:nvPr/>
          </p:nvSpPr>
          <p:spPr bwMode="gray">
            <a:xfrm>
              <a:off x="9769440" y="2156140"/>
              <a:ext cx="1084882" cy="171856"/>
            </a:xfrm>
            <a:prstGeom prst="downArrow">
              <a:avLst/>
            </a:prstGeom>
            <a:solidFill>
              <a:schemeClr val="accent1"/>
            </a:solidFill>
            <a:ln w="6350" algn="ctr">
              <a:solidFill>
                <a:schemeClr val="tx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17" name="Arrow: Down 16">
              <a:extLst>
                <a:ext uri="{FF2B5EF4-FFF2-40B4-BE49-F238E27FC236}">
                  <a16:creationId xmlns:a16="http://schemas.microsoft.com/office/drawing/2014/main" id="{4E08C87F-CD01-4B51-B391-147A4842132C}"/>
                </a:ext>
              </a:extLst>
            </p:cNvPr>
            <p:cNvSpPr/>
            <p:nvPr/>
          </p:nvSpPr>
          <p:spPr bwMode="gray">
            <a:xfrm>
              <a:off x="9769440" y="2730952"/>
              <a:ext cx="1084882" cy="171856"/>
            </a:xfrm>
            <a:prstGeom prst="downArrow">
              <a:avLst/>
            </a:prstGeom>
            <a:solidFill>
              <a:schemeClr val="accent1"/>
            </a:solidFill>
            <a:ln w="6350" algn="ctr">
              <a:solidFill>
                <a:schemeClr val="tx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18" name="Rectangle 17">
              <a:extLst>
                <a:ext uri="{FF2B5EF4-FFF2-40B4-BE49-F238E27FC236}">
                  <a16:creationId xmlns:a16="http://schemas.microsoft.com/office/drawing/2014/main" id="{043D538F-D6AA-4F70-BAA0-D28BE5ADF454}"/>
                </a:ext>
              </a:extLst>
            </p:cNvPr>
            <p:cNvSpPr/>
            <p:nvPr/>
          </p:nvSpPr>
          <p:spPr bwMode="gray">
            <a:xfrm>
              <a:off x="9091835" y="1753184"/>
              <a:ext cx="2440092" cy="402956"/>
            </a:xfrm>
            <a:prstGeom prst="rect">
              <a:avLst/>
            </a:prstGeom>
            <a:solidFill>
              <a:schemeClr val="accent1">
                <a:lumMod val="60000"/>
                <a:lumOff val="40000"/>
              </a:schemeClr>
            </a:solidFill>
            <a:ln w="6350" algn="ctr">
              <a:solidFill>
                <a:schemeClr val="tx1"/>
              </a:solidFill>
              <a:miter lim="800000"/>
              <a:headEnd/>
              <a:tailEnd/>
            </a:ln>
          </p:spPr>
          <p:txBody>
            <a:bodyPr lIns="90000" tIns="72000" rIns="90000" bIns="72000" rtlCol="0" anchor="ctr"/>
            <a:lstStyle/>
            <a:p>
              <a:pPr algn="ctr" defTabSz="914400" fontAlgn="base">
                <a:spcBef>
                  <a:spcPct val="50000"/>
                </a:spcBef>
                <a:spcAft>
                  <a:spcPct val="0"/>
                </a:spcAft>
                <a:buClr>
                  <a:srgbClr val="F0AB00"/>
                </a:buClr>
                <a:buSzPct val="80000"/>
              </a:pPr>
              <a:r>
                <a:rPr lang="en-US" sz="1800" kern="0" dirty="0" err="1">
                  <a:ea typeface="Arial Unicode MS" pitchFamily="34" charset="-128"/>
                  <a:cs typeface="Arial Unicode MS" pitchFamily="34" charset="-128"/>
                </a:rPr>
                <a:t>nginx</a:t>
              </a:r>
              <a:endParaRPr kumimoji="0" lang="en-US" sz="1800" b="0" i="0" u="none" strike="noStrike" kern="0" cap="none" spc="0" normalizeH="0" baseline="0" dirty="0">
                <a:ln>
                  <a:noFill/>
                </a:ln>
                <a:effectLst/>
                <a:uLnTx/>
                <a:uFillTx/>
                <a:ea typeface="Arial Unicode MS" pitchFamily="34" charset="-128"/>
                <a:cs typeface="Arial Unicode MS" pitchFamily="34" charset="-128"/>
              </a:endParaRPr>
            </a:p>
          </p:txBody>
        </p:sp>
        <p:sp>
          <p:nvSpPr>
            <p:cNvPr id="19" name="Rectangle 18">
              <a:extLst>
                <a:ext uri="{FF2B5EF4-FFF2-40B4-BE49-F238E27FC236}">
                  <a16:creationId xmlns:a16="http://schemas.microsoft.com/office/drawing/2014/main" id="{EFAB4D4E-4FA0-4F40-8E99-762368131AD2}"/>
                </a:ext>
              </a:extLst>
            </p:cNvPr>
            <p:cNvSpPr/>
            <p:nvPr/>
          </p:nvSpPr>
          <p:spPr bwMode="gray">
            <a:xfrm>
              <a:off x="9091835" y="2327996"/>
              <a:ext cx="2440092" cy="402956"/>
            </a:xfrm>
            <a:prstGeom prst="rect">
              <a:avLst/>
            </a:prstGeom>
            <a:solidFill>
              <a:schemeClr val="accent3">
                <a:lumMod val="50000"/>
              </a:schemeClr>
            </a:solidFill>
            <a:ln w="6350" algn="ctr">
              <a:solidFill>
                <a:schemeClr val="tx1"/>
              </a:solidFill>
              <a:miter lim="800000"/>
              <a:headEnd/>
              <a:tailEnd/>
            </a:ln>
          </p:spPr>
          <p:txBody>
            <a:bodyPr lIns="90000" tIns="72000" rIns="90000" bIns="72000" rtlCol="0" anchor="ctr"/>
            <a:lstStyle/>
            <a:p>
              <a:pPr algn="ctr" defTabSz="914400" fontAlgn="base">
                <a:spcBef>
                  <a:spcPct val="50000"/>
                </a:spcBef>
                <a:spcAft>
                  <a:spcPct val="0"/>
                </a:spcAft>
                <a:buClr>
                  <a:srgbClr val="F0AB00"/>
                </a:buClr>
                <a:buSzPct val="80000"/>
              </a:pPr>
              <a:r>
                <a:rPr lang="en-US" sz="1800" kern="0" dirty="0" err="1">
                  <a:solidFill>
                    <a:schemeClr val="bg1"/>
                  </a:solidFill>
                  <a:ea typeface="Arial Unicode MS" pitchFamily="34" charset="-128"/>
                  <a:cs typeface="Arial Unicode MS" pitchFamily="34" charset="-128"/>
                </a:rPr>
                <a:t>debian:bullseye-slim</a:t>
              </a:r>
              <a:endParaRPr kumimoji="0" lang="en-US" sz="1800" b="0" i="0" u="none" strike="noStrike" kern="0" cap="none" spc="0" normalizeH="0" baseline="0" dirty="0">
                <a:ln>
                  <a:noFill/>
                </a:ln>
                <a:solidFill>
                  <a:schemeClr val="bg1"/>
                </a:solidFill>
                <a:effectLst/>
                <a:uLnTx/>
                <a:uFillTx/>
                <a:ea typeface="Arial Unicode MS" pitchFamily="34" charset="-128"/>
                <a:cs typeface="Arial Unicode MS" pitchFamily="34" charset="-128"/>
              </a:endParaRPr>
            </a:p>
          </p:txBody>
        </p:sp>
      </p:grpSp>
      <p:sp>
        <p:nvSpPr>
          <p:cNvPr id="21" name="TextBox 20">
            <a:extLst>
              <a:ext uri="{FF2B5EF4-FFF2-40B4-BE49-F238E27FC236}">
                <a16:creationId xmlns:a16="http://schemas.microsoft.com/office/drawing/2014/main" id="{81713E7B-8473-4050-94F7-AF48B76F621D}"/>
              </a:ext>
            </a:extLst>
          </p:cNvPr>
          <p:cNvSpPr txBox="1"/>
          <p:nvPr/>
        </p:nvSpPr>
        <p:spPr>
          <a:xfrm>
            <a:off x="9364063" y="3572540"/>
            <a:ext cx="1705595" cy="276999"/>
          </a:xfrm>
          <a:prstGeom prst="rect">
            <a:avLst/>
          </a:prstGeom>
          <a:noFill/>
        </p:spPr>
        <p:txBody>
          <a:bodyPr wrap="none" lIns="0" tIns="0" rIns="0" bIns="0" rtlCol="0">
            <a:spAutoFit/>
          </a:bodyPr>
          <a:lstStyle/>
          <a:p>
            <a:pPr fontAlgn="base">
              <a:spcBef>
                <a:spcPct val="50000"/>
              </a:spcBef>
              <a:spcAft>
                <a:spcPct val="0"/>
              </a:spcAft>
              <a:buClr>
                <a:srgbClr val="F0AB00"/>
              </a:buClr>
              <a:buSzPct val="80000"/>
            </a:pPr>
            <a:r>
              <a:rPr lang="en-US" sz="1800" kern="0" dirty="0">
                <a:ea typeface="Arial Unicode MS" pitchFamily="34" charset="-128"/>
                <a:cs typeface="Arial Unicode MS" pitchFamily="34" charset="-128"/>
              </a:rPr>
              <a:t>Container Image</a:t>
            </a:r>
            <a:endParaRPr lang="en-DE" sz="1800" kern="0" dirty="0" err="1">
              <a:ea typeface="Arial Unicode MS" pitchFamily="34" charset="-128"/>
              <a:cs typeface="Arial Unicode MS" pitchFamily="34" charset="-128"/>
            </a:endParaRPr>
          </a:p>
        </p:txBody>
      </p:sp>
    </p:spTree>
    <p:extLst>
      <p:ext uri="{BB962C8B-B14F-4D97-AF65-F5344CB8AC3E}">
        <p14:creationId xmlns:p14="http://schemas.microsoft.com/office/powerpoint/2010/main" val="29193063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1963BD1-AD51-A7A6-6B33-3D44C90F218C}"/>
              </a:ext>
            </a:extLst>
          </p:cNvPr>
          <p:cNvSpPr>
            <a:spLocks noGrp="1"/>
          </p:cNvSpPr>
          <p:nvPr>
            <p:ph type="title"/>
          </p:nvPr>
        </p:nvSpPr>
        <p:spPr/>
        <p:txBody>
          <a:bodyPr/>
          <a:lstStyle/>
          <a:p>
            <a:r>
              <a:rPr lang="de-DE" dirty="0" err="1"/>
              <a:t>Dockerfile</a:t>
            </a:r>
            <a:endParaRPr lang="de-DE" dirty="0"/>
          </a:p>
        </p:txBody>
      </p:sp>
      <p:sp>
        <p:nvSpPr>
          <p:cNvPr id="4" name="Textfeld 3">
            <a:extLst>
              <a:ext uri="{FF2B5EF4-FFF2-40B4-BE49-F238E27FC236}">
                <a16:creationId xmlns:a16="http://schemas.microsoft.com/office/drawing/2014/main" id="{8E18ED68-BC87-AC04-C8E9-993E31FD2A05}"/>
              </a:ext>
            </a:extLst>
          </p:cNvPr>
          <p:cNvSpPr txBox="1"/>
          <p:nvPr/>
        </p:nvSpPr>
        <p:spPr>
          <a:xfrm>
            <a:off x="1330203" y="5909801"/>
            <a:ext cx="9534072" cy="276999"/>
          </a:xfrm>
          <a:prstGeom prst="rect">
            <a:avLst/>
          </a:prstGeom>
          <a:noFill/>
        </p:spPr>
        <p:txBody>
          <a:bodyPr wrap="square">
            <a:spAutoFit/>
          </a:bodyPr>
          <a:lstStyle/>
          <a:p>
            <a:pPr algn="ctr"/>
            <a:r>
              <a:rPr lang="de-DE" sz="1200" dirty="0">
                <a:hlinkClick r:id="rId2"/>
              </a:rPr>
              <a:t>https://github.com/nginxinc/docker-nginx/blob/fef51235521d1cdf8b05d8cb1378a526d2abf421/mainline/debian/Dockerfile</a:t>
            </a:r>
            <a:r>
              <a:rPr lang="de-DE" sz="1200" dirty="0"/>
              <a:t> </a:t>
            </a:r>
          </a:p>
        </p:txBody>
      </p:sp>
      <p:pic>
        <p:nvPicPr>
          <p:cNvPr id="6" name="Grafik 5">
            <a:extLst>
              <a:ext uri="{FF2B5EF4-FFF2-40B4-BE49-F238E27FC236}">
                <a16:creationId xmlns:a16="http://schemas.microsoft.com/office/drawing/2014/main" id="{F4847FB5-2D9A-F778-0E65-9FDECD510E68}"/>
              </a:ext>
            </a:extLst>
          </p:cNvPr>
          <p:cNvPicPr>
            <a:picLocks noChangeAspect="1"/>
          </p:cNvPicPr>
          <p:nvPr/>
        </p:nvPicPr>
        <p:blipFill>
          <a:blip r:embed="rId3"/>
          <a:stretch>
            <a:fillRect/>
          </a:stretch>
        </p:blipFill>
        <p:spPr>
          <a:xfrm>
            <a:off x="2211387" y="1159513"/>
            <a:ext cx="7772400" cy="4538973"/>
          </a:xfrm>
          <a:prstGeom prst="rect">
            <a:avLst/>
          </a:prstGeom>
        </p:spPr>
      </p:pic>
    </p:spTree>
    <p:extLst>
      <p:ext uri="{BB962C8B-B14F-4D97-AF65-F5344CB8AC3E}">
        <p14:creationId xmlns:p14="http://schemas.microsoft.com/office/powerpoint/2010/main" val="8785134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Ingredients of a Dockerfile</a:t>
            </a:r>
          </a:p>
        </p:txBody>
      </p:sp>
      <p:sp>
        <p:nvSpPr>
          <p:cNvPr id="6" name="Text Placeholder 10"/>
          <p:cNvSpPr txBox="1">
            <a:spLocks/>
          </p:cNvSpPr>
          <p:nvPr/>
        </p:nvSpPr>
        <p:spPr bwMode="gray">
          <a:xfrm>
            <a:off x="504001" y="1619999"/>
            <a:ext cx="6105805" cy="2760412"/>
          </a:xfrm>
          <a:prstGeom prst="rect">
            <a:avLst/>
          </a:prstGeom>
        </p:spPr>
        <p:txBody>
          <a:bodyPr vert="horz" lIns="0" tIns="0" rIns="0" bIns="0" rtlCol="0" anchor="ctr">
            <a:noAutofit/>
          </a:bodyPr>
          <a:lstStyle>
            <a:lvl1pPr marL="0" indent="0" algn="l" defTabSz="1088558" rtl="0" eaLnBrk="1" latinLnBrk="0" hangingPunct="1">
              <a:spcBef>
                <a:spcPts val="1800"/>
              </a:spcBef>
              <a:buClr>
                <a:schemeClr val="accent1"/>
              </a:buClr>
              <a:buSzPct val="80000"/>
              <a:buFontTx/>
              <a:buNone/>
              <a:defRPr sz="2000" b="0" kern="1200">
                <a:solidFill>
                  <a:schemeClr val="tx1"/>
                </a:solidFill>
                <a:latin typeface="+mn-lt"/>
                <a:ea typeface="+mn-ea"/>
                <a:cs typeface="+mn-cs"/>
              </a:defRPr>
            </a:lvl1pPr>
            <a:lvl2pPr marL="179964" indent="-179964" algn="l" defTabSz="1088558" rtl="0" eaLnBrk="1" latinLnBrk="0" hangingPunct="1">
              <a:spcBef>
                <a:spcPts val="600"/>
              </a:spcBef>
              <a:buClr>
                <a:schemeClr val="accent1"/>
              </a:buClr>
              <a:buSzPct val="100000"/>
              <a:buFont typeface="Wingdings" pitchFamily="2" charset="2"/>
              <a:buChar char="§"/>
              <a:defRPr sz="1800" kern="1200">
                <a:solidFill>
                  <a:schemeClr val="tx1"/>
                </a:solidFill>
                <a:latin typeface="+mn-lt"/>
                <a:ea typeface="+mn-ea"/>
                <a:cs typeface="+mn-cs"/>
              </a:defRPr>
            </a:lvl2pPr>
            <a:lvl3pPr marL="358775" indent="-179388" algn="l" defTabSz="1088558" rtl="0" eaLnBrk="1" latinLnBrk="0" hangingPunct="1">
              <a:spcBef>
                <a:spcPts val="300"/>
              </a:spcBef>
              <a:buClr>
                <a:schemeClr val="tx1"/>
              </a:buClr>
              <a:buSzPct val="100000"/>
              <a:buFont typeface="Arial" panose="020B0604020202020204" pitchFamily="34" charset="0"/>
              <a:buChar char="–"/>
              <a:defRPr lang="en-US" sz="1800" kern="1200" noProof="0" dirty="0" smtClean="0">
                <a:solidFill>
                  <a:schemeClr val="tx1"/>
                </a:solidFill>
                <a:latin typeface="+mn-lt"/>
                <a:ea typeface="+mn-ea"/>
                <a:cs typeface="+mn-cs"/>
              </a:defRPr>
            </a:lvl3pPr>
            <a:lvl4pPr marL="539892" indent="-179964" algn="l" defTabSz="1088558" rtl="0" eaLnBrk="1" latinLnBrk="0" hangingPunct="1">
              <a:spcBef>
                <a:spcPts val="300"/>
              </a:spcBef>
              <a:buClr>
                <a:schemeClr val="tx1"/>
              </a:buClr>
              <a:buSzPct val="120000"/>
              <a:buFont typeface="Arial" pitchFamily="34" charset="0"/>
              <a:buChar char="▫"/>
              <a:defRPr sz="1600" kern="1200">
                <a:solidFill>
                  <a:schemeClr val="tx1"/>
                </a:solidFill>
                <a:latin typeface="+mn-lt"/>
                <a:ea typeface="+mn-ea"/>
                <a:cs typeface="+mn-cs"/>
              </a:defRPr>
            </a:lvl4pPr>
            <a:lvl5pPr marL="719856" indent="-179964" algn="l" defTabSz="1088558" rtl="0" eaLnBrk="1" latinLnBrk="0" hangingPunct="1">
              <a:spcBef>
                <a:spcPts val="100"/>
              </a:spcBef>
              <a:buClr>
                <a:schemeClr val="tx1"/>
              </a:buClr>
              <a:buSzPct val="100000"/>
              <a:buFont typeface="Symbol" panose="05050102010706020507" pitchFamily="18" charset="2"/>
              <a:buChar char="-"/>
              <a:defRPr sz="1400" kern="1200" baseline="0">
                <a:solidFill>
                  <a:schemeClr val="tx1"/>
                </a:solidFill>
                <a:latin typeface="+mn-lt"/>
                <a:ea typeface="+mn-ea"/>
                <a:cs typeface="+mn-cs"/>
              </a:defRPr>
            </a:lvl5pPr>
            <a:lvl6pPr marL="2993535"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37814"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8209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2637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9pPr>
          </a:lstStyle>
          <a:p>
            <a:pPr lvl="1"/>
            <a:r>
              <a:rPr lang="en-US" dirty="0"/>
              <a:t>First line: </a:t>
            </a:r>
            <a:r>
              <a:rPr lang="en-US" b="1" dirty="0"/>
              <a:t>FROM</a:t>
            </a:r>
          </a:p>
          <a:p>
            <a:pPr lvl="1"/>
            <a:r>
              <a:rPr lang="en-US" dirty="0"/>
              <a:t>Meta-data can be added as</a:t>
            </a:r>
            <a:r>
              <a:rPr lang="en-US" b="1" dirty="0"/>
              <a:t> LABEL</a:t>
            </a:r>
          </a:p>
          <a:p>
            <a:pPr lvl="1"/>
            <a:r>
              <a:rPr lang="en-US" dirty="0"/>
              <a:t>Environment variables can come in handy with </a:t>
            </a:r>
            <a:r>
              <a:rPr lang="en-US" b="1" dirty="0"/>
              <a:t>ENV</a:t>
            </a:r>
          </a:p>
          <a:p>
            <a:pPr lvl="1"/>
            <a:r>
              <a:rPr lang="en-US" dirty="0"/>
              <a:t>You can </a:t>
            </a:r>
            <a:r>
              <a:rPr lang="en-US" b="1" dirty="0"/>
              <a:t>ADD</a:t>
            </a:r>
            <a:r>
              <a:rPr lang="en-US" dirty="0"/>
              <a:t> or </a:t>
            </a:r>
            <a:r>
              <a:rPr lang="en-US" b="1" dirty="0"/>
              <a:t>COPY</a:t>
            </a:r>
            <a:r>
              <a:rPr lang="en-US" dirty="0"/>
              <a:t> files to the image</a:t>
            </a:r>
          </a:p>
          <a:p>
            <a:pPr lvl="1"/>
            <a:r>
              <a:rPr lang="en-US" dirty="0"/>
              <a:t>It is possible to </a:t>
            </a:r>
            <a:r>
              <a:rPr lang="en-US" b="1" dirty="0"/>
              <a:t>RUN</a:t>
            </a:r>
            <a:r>
              <a:rPr lang="en-US" dirty="0"/>
              <a:t> commands in the image</a:t>
            </a:r>
          </a:p>
          <a:p>
            <a:pPr lvl="1"/>
            <a:r>
              <a:rPr lang="en-US" dirty="0"/>
              <a:t>Do not forget to </a:t>
            </a:r>
            <a:r>
              <a:rPr lang="en-US" b="1" dirty="0"/>
              <a:t>EXPOSE</a:t>
            </a:r>
            <a:r>
              <a:rPr lang="en-US" dirty="0"/>
              <a:t> network ports</a:t>
            </a:r>
          </a:p>
          <a:p>
            <a:pPr lvl="1"/>
            <a:r>
              <a:rPr lang="en-US" dirty="0"/>
              <a:t>Containers start their life with a </a:t>
            </a:r>
            <a:r>
              <a:rPr lang="en-US" b="1" dirty="0"/>
              <a:t>CMD</a:t>
            </a:r>
            <a:r>
              <a:rPr lang="en-US" dirty="0"/>
              <a:t> or an </a:t>
            </a:r>
            <a:r>
              <a:rPr lang="en-US" b="1" dirty="0"/>
              <a:t>ENTRYPOINT</a:t>
            </a:r>
          </a:p>
        </p:txBody>
      </p:sp>
      <p:sp>
        <p:nvSpPr>
          <p:cNvPr id="8" name="Text Placeholder 10"/>
          <p:cNvSpPr txBox="1">
            <a:spLocks/>
          </p:cNvSpPr>
          <p:nvPr/>
        </p:nvSpPr>
        <p:spPr bwMode="gray">
          <a:xfrm>
            <a:off x="638984" y="4841965"/>
            <a:ext cx="5835838" cy="968531"/>
          </a:xfrm>
          <a:prstGeom prst="rect">
            <a:avLst/>
          </a:prstGeom>
          <a:solidFill>
            <a:schemeClr val="bg1">
              <a:lumMod val="95000"/>
            </a:schemeClr>
          </a:solidFill>
        </p:spPr>
        <p:txBody>
          <a:bodyPr vert="horz" lIns="72000" tIns="72000" rIns="72000" bIns="72000" rtlCol="0" anchor="ctr">
            <a:noAutofit/>
          </a:bodyPr>
          <a:lstStyle>
            <a:lvl1pPr marL="0" indent="0" algn="l" defTabSz="1088558" rtl="0" eaLnBrk="1" latinLnBrk="0" hangingPunct="1">
              <a:spcBef>
                <a:spcPts val="1800"/>
              </a:spcBef>
              <a:buClr>
                <a:schemeClr val="accent1"/>
              </a:buClr>
              <a:buSzPct val="80000"/>
              <a:buFontTx/>
              <a:buNone/>
              <a:defRPr sz="2000" b="0" kern="1200">
                <a:solidFill>
                  <a:schemeClr val="tx1"/>
                </a:solidFill>
                <a:latin typeface="+mn-lt"/>
                <a:ea typeface="+mn-ea"/>
                <a:cs typeface="+mn-cs"/>
              </a:defRPr>
            </a:lvl1pPr>
            <a:lvl2pPr marL="179964" indent="-179964" algn="l" defTabSz="1088558" rtl="0" eaLnBrk="1" latinLnBrk="0" hangingPunct="1">
              <a:spcBef>
                <a:spcPts val="600"/>
              </a:spcBef>
              <a:buClr>
                <a:schemeClr val="accent1"/>
              </a:buClr>
              <a:buSzPct val="100000"/>
              <a:buFont typeface="Wingdings" pitchFamily="2" charset="2"/>
              <a:buChar char="§"/>
              <a:defRPr sz="1800" kern="1200">
                <a:solidFill>
                  <a:schemeClr val="tx1"/>
                </a:solidFill>
                <a:latin typeface="+mn-lt"/>
                <a:ea typeface="+mn-ea"/>
                <a:cs typeface="+mn-cs"/>
              </a:defRPr>
            </a:lvl2pPr>
            <a:lvl3pPr marL="358775" indent="-179388" algn="l" defTabSz="1088558" rtl="0" eaLnBrk="1" latinLnBrk="0" hangingPunct="1">
              <a:spcBef>
                <a:spcPts val="300"/>
              </a:spcBef>
              <a:buClr>
                <a:schemeClr val="tx1"/>
              </a:buClr>
              <a:buSzPct val="100000"/>
              <a:buFont typeface="Arial" panose="020B0604020202020204" pitchFamily="34" charset="0"/>
              <a:buChar char="–"/>
              <a:defRPr lang="en-US" sz="1800" kern="1200" noProof="0" dirty="0" smtClean="0">
                <a:solidFill>
                  <a:schemeClr val="tx1"/>
                </a:solidFill>
                <a:latin typeface="+mn-lt"/>
                <a:ea typeface="+mn-ea"/>
                <a:cs typeface="+mn-cs"/>
              </a:defRPr>
            </a:lvl3pPr>
            <a:lvl4pPr marL="539892" indent="-179964" algn="l" defTabSz="1088558" rtl="0" eaLnBrk="1" latinLnBrk="0" hangingPunct="1">
              <a:spcBef>
                <a:spcPts val="300"/>
              </a:spcBef>
              <a:buClr>
                <a:schemeClr val="tx1"/>
              </a:buClr>
              <a:buSzPct val="120000"/>
              <a:buFont typeface="Arial" pitchFamily="34" charset="0"/>
              <a:buChar char="▫"/>
              <a:defRPr sz="1600" kern="1200">
                <a:solidFill>
                  <a:schemeClr val="tx1"/>
                </a:solidFill>
                <a:latin typeface="+mn-lt"/>
                <a:ea typeface="+mn-ea"/>
                <a:cs typeface="+mn-cs"/>
              </a:defRPr>
            </a:lvl4pPr>
            <a:lvl5pPr marL="719856" indent="-179964" algn="l" defTabSz="1088558" rtl="0" eaLnBrk="1" latinLnBrk="0" hangingPunct="1">
              <a:spcBef>
                <a:spcPts val="100"/>
              </a:spcBef>
              <a:buClr>
                <a:schemeClr val="tx1"/>
              </a:buClr>
              <a:buSzPct val="100000"/>
              <a:buFont typeface="Symbol" panose="05050102010706020507" pitchFamily="18" charset="2"/>
              <a:buChar char="-"/>
              <a:defRPr sz="1400" kern="1200" baseline="0">
                <a:solidFill>
                  <a:schemeClr val="tx1"/>
                </a:solidFill>
                <a:latin typeface="+mn-lt"/>
                <a:ea typeface="+mn-ea"/>
                <a:cs typeface="+mn-cs"/>
              </a:defRPr>
            </a:lvl5pPr>
            <a:lvl6pPr marL="2993535"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37814"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8209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2637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9pPr>
          </a:lstStyle>
          <a:p>
            <a:pPr marL="0" lvl="1" indent="0" algn="just">
              <a:buNone/>
            </a:pPr>
            <a:r>
              <a:rPr lang="en-US" sz="1600" b="1" dirty="0"/>
              <a:t>Each line is executed in a temporary container which gets persisted as a new layer on top of the existing layers.</a:t>
            </a:r>
          </a:p>
          <a:p>
            <a:pPr lvl="1"/>
            <a:r>
              <a:rPr lang="en-US" sz="1600" b="1" dirty="0"/>
              <a:t>Remember the layer limit – keep it </a:t>
            </a:r>
            <a:r>
              <a:rPr lang="en-US" sz="1600" b="1" dirty="0">
                <a:solidFill>
                  <a:srgbClr val="F0AB00"/>
                </a:solidFill>
              </a:rPr>
              <a:t>short</a:t>
            </a:r>
            <a:r>
              <a:rPr lang="en-US" sz="1600" b="1" dirty="0"/>
              <a:t> and </a:t>
            </a:r>
            <a:r>
              <a:rPr lang="en-US" sz="1600" b="1" dirty="0">
                <a:solidFill>
                  <a:srgbClr val="F0AB00"/>
                </a:solidFill>
              </a:rPr>
              <a:t>simple</a:t>
            </a:r>
            <a:r>
              <a:rPr lang="en-US" sz="1600" b="1" dirty="0"/>
              <a:t>.</a:t>
            </a:r>
          </a:p>
        </p:txBody>
      </p:sp>
    </p:spTree>
    <p:extLst>
      <p:ext uri="{BB962C8B-B14F-4D97-AF65-F5344CB8AC3E}">
        <p14:creationId xmlns:p14="http://schemas.microsoft.com/office/powerpoint/2010/main" val="37431991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504000" y="1506788"/>
            <a:ext cx="5328000" cy="1967931"/>
          </a:xfrm>
        </p:spPr>
        <p:txBody>
          <a:bodyPr lIns="36000" tIns="36000" rIns="36000" bIns="36000"/>
          <a:lstStyle/>
          <a:p>
            <a:r>
              <a:rPr lang="en-US" b="1" dirty="0"/>
              <a:t>FROM</a:t>
            </a:r>
          </a:p>
          <a:p>
            <a:pPr lvl="1"/>
            <a:r>
              <a:rPr lang="en-US" dirty="0"/>
              <a:t>first line in a Dockerfile</a:t>
            </a:r>
          </a:p>
          <a:p>
            <a:pPr lvl="1"/>
            <a:r>
              <a:rPr lang="en-US" dirty="0"/>
              <a:t>specifies which image to build upon / to extend</a:t>
            </a:r>
          </a:p>
          <a:p>
            <a:pPr lvl="1"/>
            <a:r>
              <a:rPr lang="en-US" dirty="0"/>
              <a:t>special case:</a:t>
            </a:r>
            <a:r>
              <a:rPr lang="en-US" b="1" dirty="0"/>
              <a:t> FROM scratch</a:t>
            </a:r>
            <a:r>
              <a:rPr lang="en-US" dirty="0"/>
              <a:t> starts from scratch without any previous image</a:t>
            </a:r>
            <a:endParaRPr lang="en-US" b="1" dirty="0"/>
          </a:p>
        </p:txBody>
      </p:sp>
      <p:sp>
        <p:nvSpPr>
          <p:cNvPr id="4" name="Title 3"/>
          <p:cNvSpPr>
            <a:spLocks noGrp="1"/>
          </p:cNvSpPr>
          <p:nvPr>
            <p:ph type="title"/>
          </p:nvPr>
        </p:nvSpPr>
        <p:spPr/>
        <p:txBody>
          <a:bodyPr/>
          <a:lstStyle/>
          <a:p>
            <a:r>
              <a:rPr lang="en-US" dirty="0"/>
              <a:t>Dockerfile directives (1)</a:t>
            </a:r>
          </a:p>
        </p:txBody>
      </p:sp>
      <p:sp>
        <p:nvSpPr>
          <p:cNvPr id="7" name="Text Placeholder 1"/>
          <p:cNvSpPr txBox="1">
            <a:spLocks/>
          </p:cNvSpPr>
          <p:nvPr/>
        </p:nvSpPr>
        <p:spPr bwMode="gray">
          <a:xfrm>
            <a:off x="504000" y="3735000"/>
            <a:ext cx="5328000" cy="1967931"/>
          </a:xfrm>
          <a:prstGeom prst="rect">
            <a:avLst/>
          </a:prstGeom>
          <a:solidFill>
            <a:srgbClr val="FFF8E7"/>
          </a:solidFill>
        </p:spPr>
        <p:txBody>
          <a:bodyPr vert="horz" lIns="36000" tIns="36000" rIns="36000" bIns="36000" rtlCol="0">
            <a:noAutofit/>
          </a:bodyPr>
          <a:lstStyle>
            <a:lvl1pPr marL="0" indent="0" algn="l" defTabSz="1088558" rtl="0" eaLnBrk="1" latinLnBrk="0" hangingPunct="1">
              <a:spcBef>
                <a:spcPts val="1800"/>
              </a:spcBef>
              <a:buClr>
                <a:schemeClr val="accent1"/>
              </a:buClr>
              <a:buSzPct val="80000"/>
              <a:buFontTx/>
              <a:buNone/>
              <a:defRPr sz="2000" b="0" kern="1200">
                <a:solidFill>
                  <a:schemeClr val="tx1"/>
                </a:solidFill>
                <a:latin typeface="+mn-lt"/>
                <a:ea typeface="+mn-ea"/>
                <a:cs typeface="+mn-cs"/>
              </a:defRPr>
            </a:lvl1pPr>
            <a:lvl2pPr marL="179964" indent="-179964" algn="l" defTabSz="1088558" rtl="0" eaLnBrk="1" latinLnBrk="0" hangingPunct="1">
              <a:spcBef>
                <a:spcPts val="600"/>
              </a:spcBef>
              <a:buClr>
                <a:schemeClr val="accent1"/>
              </a:buClr>
              <a:buSzPct val="100000"/>
              <a:buFont typeface="Wingdings" pitchFamily="2" charset="2"/>
              <a:buChar char="§"/>
              <a:defRPr sz="1800" kern="1200">
                <a:solidFill>
                  <a:schemeClr val="tx1"/>
                </a:solidFill>
                <a:latin typeface="+mn-lt"/>
                <a:ea typeface="+mn-ea"/>
                <a:cs typeface="+mn-cs"/>
              </a:defRPr>
            </a:lvl2pPr>
            <a:lvl3pPr marL="358775" indent="-179388" algn="l" defTabSz="1088558" rtl="0" eaLnBrk="1" latinLnBrk="0" hangingPunct="1">
              <a:spcBef>
                <a:spcPts val="300"/>
              </a:spcBef>
              <a:buClr>
                <a:schemeClr val="tx1"/>
              </a:buClr>
              <a:buSzPct val="100000"/>
              <a:buFont typeface="Arial" panose="020B0604020202020204" pitchFamily="34" charset="0"/>
              <a:buChar char="–"/>
              <a:defRPr lang="en-US" sz="1800" kern="1200" noProof="0" dirty="0" smtClean="0">
                <a:solidFill>
                  <a:schemeClr val="tx1"/>
                </a:solidFill>
                <a:latin typeface="+mn-lt"/>
                <a:ea typeface="+mn-ea"/>
                <a:cs typeface="+mn-cs"/>
              </a:defRPr>
            </a:lvl3pPr>
            <a:lvl4pPr marL="539892" indent="-179964" algn="l" defTabSz="1088558" rtl="0" eaLnBrk="1" latinLnBrk="0" hangingPunct="1">
              <a:spcBef>
                <a:spcPts val="300"/>
              </a:spcBef>
              <a:buClr>
                <a:schemeClr val="tx1"/>
              </a:buClr>
              <a:buSzPct val="120000"/>
              <a:buFont typeface="Arial" pitchFamily="34" charset="0"/>
              <a:buChar char="▫"/>
              <a:defRPr sz="1600" kern="1200">
                <a:solidFill>
                  <a:schemeClr val="tx1"/>
                </a:solidFill>
                <a:latin typeface="+mn-lt"/>
                <a:ea typeface="+mn-ea"/>
                <a:cs typeface="+mn-cs"/>
              </a:defRPr>
            </a:lvl4pPr>
            <a:lvl5pPr marL="719856" indent="-179964" algn="l" defTabSz="1088558" rtl="0" eaLnBrk="1" latinLnBrk="0" hangingPunct="1">
              <a:spcBef>
                <a:spcPts val="100"/>
              </a:spcBef>
              <a:buClr>
                <a:schemeClr val="tx1"/>
              </a:buClr>
              <a:buSzPct val="100000"/>
              <a:buFont typeface="Symbol" panose="05050102010706020507" pitchFamily="18" charset="2"/>
              <a:buChar char="-"/>
              <a:defRPr sz="1400" kern="1200" baseline="0">
                <a:solidFill>
                  <a:schemeClr val="tx1"/>
                </a:solidFill>
                <a:latin typeface="+mn-lt"/>
                <a:ea typeface="+mn-ea"/>
                <a:cs typeface="+mn-cs"/>
              </a:defRPr>
            </a:lvl5pPr>
            <a:lvl6pPr marL="2993535"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37814"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8209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2637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9pPr>
          </a:lstStyle>
          <a:p>
            <a:pPr marL="0" lvl="1" indent="0">
              <a:buFont typeface="Wingdings" pitchFamily="2" charset="2"/>
              <a:buNone/>
            </a:pPr>
            <a:r>
              <a:rPr lang="en-US" sz="1400" b="1" dirty="0"/>
              <a:t>Examples:</a:t>
            </a:r>
          </a:p>
          <a:p>
            <a:pPr lvl="1"/>
            <a:r>
              <a:rPr lang="en-US" sz="1400" b="1" dirty="0">
                <a:latin typeface="Courier New" panose="02070309020205020404" pitchFamily="49" charset="0"/>
                <a:cs typeface="Courier New" panose="02070309020205020404" pitchFamily="49" charset="0"/>
              </a:rPr>
              <a:t>FROM </a:t>
            </a:r>
            <a:r>
              <a:rPr lang="en-US" sz="1400" b="1" dirty="0" err="1">
                <a:latin typeface="Courier New" panose="02070309020205020404" pitchFamily="49" charset="0"/>
                <a:cs typeface="Courier New" panose="02070309020205020404" pitchFamily="49" charset="0"/>
              </a:rPr>
              <a:t>debian:jessie</a:t>
            </a:r>
            <a:endParaRPr lang="en-US" sz="1400" b="1" dirty="0">
              <a:latin typeface="Courier New" panose="02070309020205020404" pitchFamily="49" charset="0"/>
              <a:cs typeface="Courier New" panose="02070309020205020404" pitchFamily="49" charset="0"/>
            </a:endParaRPr>
          </a:p>
          <a:p>
            <a:pPr lvl="2"/>
            <a:r>
              <a:rPr lang="en-US" sz="1400" dirty="0"/>
              <a:t>will pull the a Debian image from Docker Hub and use it as base image</a:t>
            </a:r>
          </a:p>
          <a:p>
            <a:pPr lvl="1"/>
            <a:r>
              <a:rPr lang="en-US" sz="1400" b="1" dirty="0">
                <a:latin typeface="Courier New" panose="02070309020205020404" pitchFamily="49" charset="0"/>
                <a:cs typeface="Courier New" panose="02070309020205020404" pitchFamily="49" charset="0"/>
              </a:rPr>
              <a:t>FROM scratch</a:t>
            </a:r>
          </a:p>
          <a:p>
            <a:pPr lvl="2"/>
            <a:r>
              <a:rPr lang="en-US" sz="1400" dirty="0"/>
              <a:t>will start with an empty image</a:t>
            </a:r>
            <a:endParaRPr lang="en-US" sz="1400" b="1" dirty="0"/>
          </a:p>
        </p:txBody>
      </p:sp>
      <p:sp>
        <p:nvSpPr>
          <p:cNvPr id="8" name="Text Placeholder 1"/>
          <p:cNvSpPr txBox="1">
            <a:spLocks/>
          </p:cNvSpPr>
          <p:nvPr/>
        </p:nvSpPr>
        <p:spPr bwMode="gray">
          <a:xfrm>
            <a:off x="6362477" y="1506788"/>
            <a:ext cx="5328000" cy="1967931"/>
          </a:xfrm>
          <a:prstGeom prst="rect">
            <a:avLst/>
          </a:prstGeom>
        </p:spPr>
        <p:txBody>
          <a:bodyPr vert="horz" lIns="36000" tIns="36000" rIns="36000" bIns="36000" rtlCol="0">
            <a:noAutofit/>
          </a:bodyPr>
          <a:lstStyle>
            <a:lvl1pPr marL="0" indent="0" algn="l" defTabSz="1088558" rtl="0" eaLnBrk="1" latinLnBrk="0" hangingPunct="1">
              <a:spcBef>
                <a:spcPts val="1800"/>
              </a:spcBef>
              <a:buClr>
                <a:schemeClr val="accent1"/>
              </a:buClr>
              <a:buSzPct val="80000"/>
              <a:buFontTx/>
              <a:buNone/>
              <a:defRPr sz="2000" b="0" kern="1200">
                <a:solidFill>
                  <a:schemeClr val="tx1"/>
                </a:solidFill>
                <a:latin typeface="+mn-lt"/>
                <a:ea typeface="+mn-ea"/>
                <a:cs typeface="+mn-cs"/>
              </a:defRPr>
            </a:lvl1pPr>
            <a:lvl2pPr marL="179964" indent="-179964" algn="l" defTabSz="1088558" rtl="0" eaLnBrk="1" latinLnBrk="0" hangingPunct="1">
              <a:spcBef>
                <a:spcPts val="600"/>
              </a:spcBef>
              <a:buClr>
                <a:schemeClr val="accent1"/>
              </a:buClr>
              <a:buSzPct val="100000"/>
              <a:buFont typeface="Wingdings" pitchFamily="2" charset="2"/>
              <a:buChar char="§"/>
              <a:defRPr sz="1800" kern="1200">
                <a:solidFill>
                  <a:schemeClr val="tx1"/>
                </a:solidFill>
                <a:latin typeface="+mn-lt"/>
                <a:ea typeface="+mn-ea"/>
                <a:cs typeface="+mn-cs"/>
              </a:defRPr>
            </a:lvl2pPr>
            <a:lvl3pPr marL="358775" indent="-179388" algn="l" defTabSz="1088558" rtl="0" eaLnBrk="1" latinLnBrk="0" hangingPunct="1">
              <a:spcBef>
                <a:spcPts val="300"/>
              </a:spcBef>
              <a:buClr>
                <a:schemeClr val="tx1"/>
              </a:buClr>
              <a:buSzPct val="100000"/>
              <a:buFont typeface="Arial" panose="020B0604020202020204" pitchFamily="34" charset="0"/>
              <a:buChar char="–"/>
              <a:defRPr lang="en-US" sz="1800" kern="1200" noProof="0" dirty="0" smtClean="0">
                <a:solidFill>
                  <a:schemeClr val="tx1"/>
                </a:solidFill>
                <a:latin typeface="+mn-lt"/>
                <a:ea typeface="+mn-ea"/>
                <a:cs typeface="+mn-cs"/>
              </a:defRPr>
            </a:lvl3pPr>
            <a:lvl4pPr marL="539892" indent="-179964" algn="l" defTabSz="1088558" rtl="0" eaLnBrk="1" latinLnBrk="0" hangingPunct="1">
              <a:spcBef>
                <a:spcPts val="300"/>
              </a:spcBef>
              <a:buClr>
                <a:schemeClr val="tx1"/>
              </a:buClr>
              <a:buSzPct val="120000"/>
              <a:buFont typeface="Arial" pitchFamily="34" charset="0"/>
              <a:buChar char="▫"/>
              <a:defRPr sz="1600" kern="1200">
                <a:solidFill>
                  <a:schemeClr val="tx1"/>
                </a:solidFill>
                <a:latin typeface="+mn-lt"/>
                <a:ea typeface="+mn-ea"/>
                <a:cs typeface="+mn-cs"/>
              </a:defRPr>
            </a:lvl4pPr>
            <a:lvl5pPr marL="719856" indent="-179964" algn="l" defTabSz="1088558" rtl="0" eaLnBrk="1" latinLnBrk="0" hangingPunct="1">
              <a:spcBef>
                <a:spcPts val="100"/>
              </a:spcBef>
              <a:buClr>
                <a:schemeClr val="tx1"/>
              </a:buClr>
              <a:buSzPct val="100000"/>
              <a:buFont typeface="Symbol" panose="05050102010706020507" pitchFamily="18" charset="2"/>
              <a:buChar char="-"/>
              <a:defRPr sz="1400" kern="1200" baseline="0">
                <a:solidFill>
                  <a:schemeClr val="tx1"/>
                </a:solidFill>
                <a:latin typeface="+mn-lt"/>
                <a:ea typeface="+mn-ea"/>
                <a:cs typeface="+mn-cs"/>
              </a:defRPr>
            </a:lvl5pPr>
            <a:lvl6pPr marL="2993535"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37814"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8209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2637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9pPr>
          </a:lstStyle>
          <a:p>
            <a:r>
              <a:rPr lang="en-US" b="1" dirty="0"/>
              <a:t>ENV</a:t>
            </a:r>
          </a:p>
          <a:p>
            <a:pPr lvl="1"/>
            <a:r>
              <a:rPr lang="en-US" dirty="0"/>
              <a:t>Sets an environment variable</a:t>
            </a:r>
          </a:p>
          <a:p>
            <a:pPr lvl="1"/>
            <a:r>
              <a:rPr lang="en-US" dirty="0"/>
              <a:t>Will be present during the build process and in the final image</a:t>
            </a:r>
            <a:endParaRPr lang="en-US" b="1" dirty="0"/>
          </a:p>
        </p:txBody>
      </p:sp>
      <p:sp>
        <p:nvSpPr>
          <p:cNvPr id="9" name="Text Placeholder 1"/>
          <p:cNvSpPr txBox="1">
            <a:spLocks/>
          </p:cNvSpPr>
          <p:nvPr/>
        </p:nvSpPr>
        <p:spPr bwMode="gray">
          <a:xfrm>
            <a:off x="6362477" y="3735000"/>
            <a:ext cx="5328000" cy="1967931"/>
          </a:xfrm>
          <a:prstGeom prst="rect">
            <a:avLst/>
          </a:prstGeom>
          <a:solidFill>
            <a:srgbClr val="FFF8E7"/>
          </a:solidFill>
        </p:spPr>
        <p:txBody>
          <a:bodyPr vert="horz" lIns="36000" tIns="36000" rIns="36000" bIns="36000" rtlCol="0">
            <a:noAutofit/>
          </a:bodyPr>
          <a:lstStyle>
            <a:lvl1pPr marL="0" indent="0" algn="l" defTabSz="1088558" rtl="0" eaLnBrk="1" latinLnBrk="0" hangingPunct="1">
              <a:spcBef>
                <a:spcPts val="1800"/>
              </a:spcBef>
              <a:buClr>
                <a:schemeClr val="accent1"/>
              </a:buClr>
              <a:buSzPct val="80000"/>
              <a:buFontTx/>
              <a:buNone/>
              <a:defRPr sz="2000" b="0" kern="1200">
                <a:solidFill>
                  <a:schemeClr val="tx1"/>
                </a:solidFill>
                <a:latin typeface="+mn-lt"/>
                <a:ea typeface="+mn-ea"/>
                <a:cs typeface="+mn-cs"/>
              </a:defRPr>
            </a:lvl1pPr>
            <a:lvl2pPr marL="179964" indent="-179964" algn="l" defTabSz="1088558" rtl="0" eaLnBrk="1" latinLnBrk="0" hangingPunct="1">
              <a:spcBef>
                <a:spcPts val="600"/>
              </a:spcBef>
              <a:buClr>
                <a:schemeClr val="accent1"/>
              </a:buClr>
              <a:buSzPct val="100000"/>
              <a:buFont typeface="Wingdings" pitchFamily="2" charset="2"/>
              <a:buChar char="§"/>
              <a:defRPr sz="1800" kern="1200">
                <a:solidFill>
                  <a:schemeClr val="tx1"/>
                </a:solidFill>
                <a:latin typeface="+mn-lt"/>
                <a:ea typeface="+mn-ea"/>
                <a:cs typeface="+mn-cs"/>
              </a:defRPr>
            </a:lvl2pPr>
            <a:lvl3pPr marL="358775" indent="-179388" algn="l" defTabSz="1088558" rtl="0" eaLnBrk="1" latinLnBrk="0" hangingPunct="1">
              <a:spcBef>
                <a:spcPts val="300"/>
              </a:spcBef>
              <a:buClr>
                <a:schemeClr val="tx1"/>
              </a:buClr>
              <a:buSzPct val="100000"/>
              <a:buFont typeface="Arial" panose="020B0604020202020204" pitchFamily="34" charset="0"/>
              <a:buChar char="–"/>
              <a:defRPr lang="en-US" sz="1800" kern="1200" noProof="0" dirty="0" smtClean="0">
                <a:solidFill>
                  <a:schemeClr val="tx1"/>
                </a:solidFill>
                <a:latin typeface="+mn-lt"/>
                <a:ea typeface="+mn-ea"/>
                <a:cs typeface="+mn-cs"/>
              </a:defRPr>
            </a:lvl3pPr>
            <a:lvl4pPr marL="539892" indent="-179964" algn="l" defTabSz="1088558" rtl="0" eaLnBrk="1" latinLnBrk="0" hangingPunct="1">
              <a:spcBef>
                <a:spcPts val="300"/>
              </a:spcBef>
              <a:buClr>
                <a:schemeClr val="tx1"/>
              </a:buClr>
              <a:buSzPct val="120000"/>
              <a:buFont typeface="Arial" pitchFamily="34" charset="0"/>
              <a:buChar char="▫"/>
              <a:defRPr sz="1600" kern="1200">
                <a:solidFill>
                  <a:schemeClr val="tx1"/>
                </a:solidFill>
                <a:latin typeface="+mn-lt"/>
                <a:ea typeface="+mn-ea"/>
                <a:cs typeface="+mn-cs"/>
              </a:defRPr>
            </a:lvl4pPr>
            <a:lvl5pPr marL="719856" indent="-179964" algn="l" defTabSz="1088558" rtl="0" eaLnBrk="1" latinLnBrk="0" hangingPunct="1">
              <a:spcBef>
                <a:spcPts val="100"/>
              </a:spcBef>
              <a:buClr>
                <a:schemeClr val="tx1"/>
              </a:buClr>
              <a:buSzPct val="100000"/>
              <a:buFont typeface="Symbol" panose="05050102010706020507" pitchFamily="18" charset="2"/>
              <a:buChar char="-"/>
              <a:defRPr sz="1400" kern="1200" baseline="0">
                <a:solidFill>
                  <a:schemeClr val="tx1"/>
                </a:solidFill>
                <a:latin typeface="+mn-lt"/>
                <a:ea typeface="+mn-ea"/>
                <a:cs typeface="+mn-cs"/>
              </a:defRPr>
            </a:lvl5pPr>
            <a:lvl6pPr marL="2993535"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37814"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8209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2637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9pPr>
          </a:lstStyle>
          <a:p>
            <a:pPr marL="0" lvl="1" indent="0">
              <a:buNone/>
            </a:pPr>
            <a:r>
              <a:rPr lang="en-US" sz="1400" b="1" dirty="0"/>
              <a:t>Examples:</a:t>
            </a:r>
          </a:p>
          <a:p>
            <a:pPr lvl="1"/>
            <a:r>
              <a:rPr lang="en-US" sz="1400" b="1" dirty="0">
                <a:latin typeface="Courier New" panose="02070309020205020404" pitchFamily="49" charset="0"/>
                <a:cs typeface="Courier New" panose="02070309020205020404" pitchFamily="49" charset="0"/>
              </a:rPr>
              <a:t>ENV </a:t>
            </a:r>
            <a:r>
              <a:rPr lang="en-US" sz="1400" b="1" dirty="0" err="1">
                <a:latin typeface="Courier New" panose="02070309020205020404" pitchFamily="49" charset="0"/>
                <a:cs typeface="Courier New" panose="02070309020205020404" pitchFamily="49" charset="0"/>
              </a:rPr>
              <a:t>http_proxy</a:t>
            </a:r>
            <a:r>
              <a:rPr lang="en-US" sz="1400" b="1" dirty="0">
                <a:latin typeface="Courier New" panose="02070309020205020404" pitchFamily="49" charset="0"/>
                <a:cs typeface="Courier New" panose="02070309020205020404" pitchFamily="49" charset="0"/>
              </a:rPr>
              <a:t> http://proxy:8080</a:t>
            </a:r>
          </a:p>
          <a:p>
            <a:pPr lvl="2"/>
            <a:r>
              <a:rPr lang="en-US" sz="1400" i="1" dirty="0"/>
              <a:t>ANTI-PATTERN</a:t>
            </a:r>
            <a:r>
              <a:rPr lang="en-US" sz="1400" dirty="0"/>
              <a:t>: will set the </a:t>
            </a:r>
            <a:r>
              <a:rPr lang="en-US" sz="1400" dirty="0" err="1"/>
              <a:t>http_proxy</a:t>
            </a:r>
            <a:r>
              <a:rPr lang="en-US" sz="1400" dirty="0"/>
              <a:t> environment while building the image and in the finished image and thus hard-code infrastructure specifics into the image</a:t>
            </a:r>
            <a:endParaRPr lang="en-US" sz="1400" b="1" dirty="0"/>
          </a:p>
        </p:txBody>
      </p:sp>
    </p:spTree>
    <p:extLst>
      <p:ext uri="{BB962C8B-B14F-4D97-AF65-F5344CB8AC3E}">
        <p14:creationId xmlns:p14="http://schemas.microsoft.com/office/powerpoint/2010/main" val="40844818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504000" y="1506788"/>
            <a:ext cx="5328000" cy="2081143"/>
          </a:xfrm>
        </p:spPr>
        <p:txBody>
          <a:bodyPr lIns="36000" tIns="36000" rIns="36000" bIns="36000"/>
          <a:lstStyle/>
          <a:p>
            <a:r>
              <a:rPr lang="en-US" b="1" dirty="0"/>
              <a:t>LABEL</a:t>
            </a:r>
          </a:p>
          <a:p>
            <a:pPr lvl="1"/>
            <a:r>
              <a:rPr lang="en-US" dirty="0"/>
              <a:t>sets meta-data of an image</a:t>
            </a:r>
          </a:p>
          <a:p>
            <a:pPr lvl="1"/>
            <a:r>
              <a:rPr lang="en-US" dirty="0"/>
              <a:t>labels are key-value pairs</a:t>
            </a:r>
          </a:p>
        </p:txBody>
      </p:sp>
      <p:sp>
        <p:nvSpPr>
          <p:cNvPr id="4" name="Title 3"/>
          <p:cNvSpPr>
            <a:spLocks noGrp="1"/>
          </p:cNvSpPr>
          <p:nvPr>
            <p:ph type="title"/>
          </p:nvPr>
        </p:nvSpPr>
        <p:spPr/>
        <p:txBody>
          <a:bodyPr/>
          <a:lstStyle/>
          <a:p>
            <a:r>
              <a:rPr lang="en-US" dirty="0"/>
              <a:t>Dockerfile directives (2)</a:t>
            </a:r>
          </a:p>
        </p:txBody>
      </p:sp>
      <p:sp>
        <p:nvSpPr>
          <p:cNvPr id="7" name="Text Placeholder 1"/>
          <p:cNvSpPr txBox="1">
            <a:spLocks/>
          </p:cNvSpPr>
          <p:nvPr/>
        </p:nvSpPr>
        <p:spPr bwMode="gray">
          <a:xfrm>
            <a:off x="504000" y="3735000"/>
            <a:ext cx="5328000" cy="2308749"/>
          </a:xfrm>
          <a:prstGeom prst="rect">
            <a:avLst/>
          </a:prstGeom>
          <a:solidFill>
            <a:srgbClr val="FFF8E7"/>
          </a:solidFill>
        </p:spPr>
        <p:txBody>
          <a:bodyPr vert="horz" lIns="36000" tIns="36000" rIns="36000" bIns="36000" rtlCol="0">
            <a:noAutofit/>
          </a:bodyPr>
          <a:lstStyle>
            <a:lvl1pPr marL="0" indent="0" algn="l" defTabSz="1088558" rtl="0" eaLnBrk="1" latinLnBrk="0" hangingPunct="1">
              <a:spcBef>
                <a:spcPts val="1800"/>
              </a:spcBef>
              <a:buClr>
                <a:schemeClr val="accent1"/>
              </a:buClr>
              <a:buSzPct val="80000"/>
              <a:buFontTx/>
              <a:buNone/>
              <a:defRPr sz="2000" b="0" kern="1200">
                <a:solidFill>
                  <a:schemeClr val="tx1"/>
                </a:solidFill>
                <a:latin typeface="+mn-lt"/>
                <a:ea typeface="+mn-ea"/>
                <a:cs typeface="+mn-cs"/>
              </a:defRPr>
            </a:lvl1pPr>
            <a:lvl2pPr marL="179964" indent="-179964" algn="l" defTabSz="1088558" rtl="0" eaLnBrk="1" latinLnBrk="0" hangingPunct="1">
              <a:spcBef>
                <a:spcPts val="600"/>
              </a:spcBef>
              <a:buClr>
                <a:schemeClr val="accent1"/>
              </a:buClr>
              <a:buSzPct val="100000"/>
              <a:buFont typeface="Wingdings" pitchFamily="2" charset="2"/>
              <a:buChar char="§"/>
              <a:defRPr sz="1800" kern="1200">
                <a:solidFill>
                  <a:schemeClr val="tx1"/>
                </a:solidFill>
                <a:latin typeface="+mn-lt"/>
                <a:ea typeface="+mn-ea"/>
                <a:cs typeface="+mn-cs"/>
              </a:defRPr>
            </a:lvl2pPr>
            <a:lvl3pPr marL="358775" indent="-179388" algn="l" defTabSz="1088558" rtl="0" eaLnBrk="1" latinLnBrk="0" hangingPunct="1">
              <a:spcBef>
                <a:spcPts val="300"/>
              </a:spcBef>
              <a:buClr>
                <a:schemeClr val="tx1"/>
              </a:buClr>
              <a:buSzPct val="100000"/>
              <a:buFont typeface="Arial" panose="020B0604020202020204" pitchFamily="34" charset="0"/>
              <a:buChar char="–"/>
              <a:defRPr lang="en-US" sz="1800" kern="1200" noProof="0" dirty="0" smtClean="0">
                <a:solidFill>
                  <a:schemeClr val="tx1"/>
                </a:solidFill>
                <a:latin typeface="+mn-lt"/>
                <a:ea typeface="+mn-ea"/>
                <a:cs typeface="+mn-cs"/>
              </a:defRPr>
            </a:lvl3pPr>
            <a:lvl4pPr marL="539892" indent="-179964" algn="l" defTabSz="1088558" rtl="0" eaLnBrk="1" latinLnBrk="0" hangingPunct="1">
              <a:spcBef>
                <a:spcPts val="300"/>
              </a:spcBef>
              <a:buClr>
                <a:schemeClr val="tx1"/>
              </a:buClr>
              <a:buSzPct val="120000"/>
              <a:buFont typeface="Arial" pitchFamily="34" charset="0"/>
              <a:buChar char="▫"/>
              <a:defRPr sz="1600" kern="1200">
                <a:solidFill>
                  <a:schemeClr val="tx1"/>
                </a:solidFill>
                <a:latin typeface="+mn-lt"/>
                <a:ea typeface="+mn-ea"/>
                <a:cs typeface="+mn-cs"/>
              </a:defRPr>
            </a:lvl4pPr>
            <a:lvl5pPr marL="719856" indent="-179964" algn="l" defTabSz="1088558" rtl="0" eaLnBrk="1" latinLnBrk="0" hangingPunct="1">
              <a:spcBef>
                <a:spcPts val="100"/>
              </a:spcBef>
              <a:buClr>
                <a:schemeClr val="tx1"/>
              </a:buClr>
              <a:buSzPct val="100000"/>
              <a:buFont typeface="Symbol" panose="05050102010706020507" pitchFamily="18" charset="2"/>
              <a:buChar char="-"/>
              <a:defRPr sz="1400" kern="1200" baseline="0">
                <a:solidFill>
                  <a:schemeClr val="tx1"/>
                </a:solidFill>
                <a:latin typeface="+mn-lt"/>
                <a:ea typeface="+mn-ea"/>
                <a:cs typeface="+mn-cs"/>
              </a:defRPr>
            </a:lvl5pPr>
            <a:lvl6pPr marL="2993535"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37814"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8209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2637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9pPr>
          </a:lstStyle>
          <a:p>
            <a:pPr marL="0" lvl="1" indent="0">
              <a:buFont typeface="Wingdings" pitchFamily="2" charset="2"/>
              <a:buNone/>
            </a:pPr>
            <a:r>
              <a:rPr lang="en-US" sz="1400" b="1" dirty="0"/>
              <a:t>Examples:</a:t>
            </a:r>
          </a:p>
          <a:p>
            <a:pPr lvl="1"/>
            <a:r>
              <a:rPr lang="en-US" sz="1400" b="1" dirty="0">
                <a:latin typeface="Courier New" panose="02070309020205020404" pitchFamily="49" charset="0"/>
                <a:cs typeface="Courier New" panose="02070309020205020404" pitchFamily="49" charset="0"/>
              </a:rPr>
              <a:t>LABEL maintainer="Homer Simpson"</a:t>
            </a:r>
          </a:p>
          <a:p>
            <a:pPr lvl="2"/>
            <a:r>
              <a:rPr lang="en-US" sz="1400" dirty="0"/>
              <a:t>adds a piece of meta-data to the image specifying the maintainer</a:t>
            </a:r>
            <a:endParaRPr lang="en-US" sz="1400" b="1" i="1" dirty="0"/>
          </a:p>
        </p:txBody>
      </p:sp>
    </p:spTree>
    <p:extLst>
      <p:ext uri="{BB962C8B-B14F-4D97-AF65-F5344CB8AC3E}">
        <p14:creationId xmlns:p14="http://schemas.microsoft.com/office/powerpoint/2010/main" val="25038817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6362477" y="1506788"/>
            <a:ext cx="5328000" cy="1967931"/>
          </a:xfrm>
        </p:spPr>
        <p:txBody>
          <a:bodyPr lIns="36000" tIns="36000" rIns="36000" bIns="36000"/>
          <a:lstStyle/>
          <a:p>
            <a:r>
              <a:rPr lang="en-US" b="1" dirty="0"/>
              <a:t>ADD</a:t>
            </a:r>
          </a:p>
          <a:p>
            <a:pPr lvl="1"/>
            <a:r>
              <a:rPr lang="en-US" dirty="0"/>
              <a:t>adds a file from the build-context to the image</a:t>
            </a:r>
          </a:p>
          <a:p>
            <a:pPr lvl="1"/>
            <a:r>
              <a:rPr lang="en-US" dirty="0"/>
              <a:t>can download files from a URL</a:t>
            </a:r>
          </a:p>
          <a:p>
            <a:pPr lvl="1"/>
            <a:r>
              <a:rPr lang="en-US" dirty="0"/>
              <a:t>will automatically extract archives</a:t>
            </a:r>
            <a:endParaRPr lang="en-US" b="1" dirty="0"/>
          </a:p>
        </p:txBody>
      </p:sp>
      <p:sp>
        <p:nvSpPr>
          <p:cNvPr id="4" name="Title 3"/>
          <p:cNvSpPr>
            <a:spLocks noGrp="1"/>
          </p:cNvSpPr>
          <p:nvPr>
            <p:ph type="title"/>
          </p:nvPr>
        </p:nvSpPr>
        <p:spPr/>
        <p:txBody>
          <a:bodyPr/>
          <a:lstStyle/>
          <a:p>
            <a:r>
              <a:rPr lang="en-US" dirty="0"/>
              <a:t>Dockerfile directives (3)</a:t>
            </a:r>
          </a:p>
        </p:txBody>
      </p:sp>
      <p:sp>
        <p:nvSpPr>
          <p:cNvPr id="7" name="Text Placeholder 1"/>
          <p:cNvSpPr txBox="1">
            <a:spLocks/>
          </p:cNvSpPr>
          <p:nvPr/>
        </p:nvSpPr>
        <p:spPr bwMode="gray">
          <a:xfrm>
            <a:off x="6362477" y="3735000"/>
            <a:ext cx="5328000" cy="2308749"/>
          </a:xfrm>
          <a:prstGeom prst="rect">
            <a:avLst/>
          </a:prstGeom>
          <a:solidFill>
            <a:srgbClr val="FFF8E7"/>
          </a:solidFill>
        </p:spPr>
        <p:txBody>
          <a:bodyPr vert="horz" lIns="36000" tIns="36000" rIns="36000" bIns="36000" rtlCol="0">
            <a:noAutofit/>
          </a:bodyPr>
          <a:lstStyle>
            <a:lvl1pPr marL="0" indent="0" algn="l" defTabSz="1088558" rtl="0" eaLnBrk="1" latinLnBrk="0" hangingPunct="1">
              <a:spcBef>
                <a:spcPts val="1800"/>
              </a:spcBef>
              <a:buClr>
                <a:schemeClr val="accent1"/>
              </a:buClr>
              <a:buSzPct val="80000"/>
              <a:buFontTx/>
              <a:buNone/>
              <a:defRPr sz="2000" b="0" kern="1200">
                <a:solidFill>
                  <a:schemeClr val="tx1"/>
                </a:solidFill>
                <a:latin typeface="+mn-lt"/>
                <a:ea typeface="+mn-ea"/>
                <a:cs typeface="+mn-cs"/>
              </a:defRPr>
            </a:lvl1pPr>
            <a:lvl2pPr marL="179964" indent="-179964" algn="l" defTabSz="1088558" rtl="0" eaLnBrk="1" latinLnBrk="0" hangingPunct="1">
              <a:spcBef>
                <a:spcPts val="600"/>
              </a:spcBef>
              <a:buClr>
                <a:schemeClr val="accent1"/>
              </a:buClr>
              <a:buSzPct val="100000"/>
              <a:buFont typeface="Wingdings" pitchFamily="2" charset="2"/>
              <a:buChar char="§"/>
              <a:defRPr sz="1800" kern="1200">
                <a:solidFill>
                  <a:schemeClr val="tx1"/>
                </a:solidFill>
                <a:latin typeface="+mn-lt"/>
                <a:ea typeface="+mn-ea"/>
                <a:cs typeface="+mn-cs"/>
              </a:defRPr>
            </a:lvl2pPr>
            <a:lvl3pPr marL="358775" indent="-179388" algn="l" defTabSz="1088558" rtl="0" eaLnBrk="1" latinLnBrk="0" hangingPunct="1">
              <a:spcBef>
                <a:spcPts val="300"/>
              </a:spcBef>
              <a:buClr>
                <a:schemeClr val="tx1"/>
              </a:buClr>
              <a:buSzPct val="100000"/>
              <a:buFont typeface="Arial" panose="020B0604020202020204" pitchFamily="34" charset="0"/>
              <a:buChar char="–"/>
              <a:defRPr lang="en-US" sz="1800" kern="1200" noProof="0" dirty="0" smtClean="0">
                <a:solidFill>
                  <a:schemeClr val="tx1"/>
                </a:solidFill>
                <a:latin typeface="+mn-lt"/>
                <a:ea typeface="+mn-ea"/>
                <a:cs typeface="+mn-cs"/>
              </a:defRPr>
            </a:lvl3pPr>
            <a:lvl4pPr marL="539892" indent="-179964" algn="l" defTabSz="1088558" rtl="0" eaLnBrk="1" latinLnBrk="0" hangingPunct="1">
              <a:spcBef>
                <a:spcPts val="300"/>
              </a:spcBef>
              <a:buClr>
                <a:schemeClr val="tx1"/>
              </a:buClr>
              <a:buSzPct val="120000"/>
              <a:buFont typeface="Arial" pitchFamily="34" charset="0"/>
              <a:buChar char="▫"/>
              <a:defRPr sz="1600" kern="1200">
                <a:solidFill>
                  <a:schemeClr val="tx1"/>
                </a:solidFill>
                <a:latin typeface="+mn-lt"/>
                <a:ea typeface="+mn-ea"/>
                <a:cs typeface="+mn-cs"/>
              </a:defRPr>
            </a:lvl4pPr>
            <a:lvl5pPr marL="719856" indent="-179964" algn="l" defTabSz="1088558" rtl="0" eaLnBrk="1" latinLnBrk="0" hangingPunct="1">
              <a:spcBef>
                <a:spcPts val="100"/>
              </a:spcBef>
              <a:buClr>
                <a:schemeClr val="tx1"/>
              </a:buClr>
              <a:buSzPct val="100000"/>
              <a:buFont typeface="Symbol" panose="05050102010706020507" pitchFamily="18" charset="2"/>
              <a:buChar char="-"/>
              <a:defRPr sz="1400" kern="1200" baseline="0">
                <a:solidFill>
                  <a:schemeClr val="tx1"/>
                </a:solidFill>
                <a:latin typeface="+mn-lt"/>
                <a:ea typeface="+mn-ea"/>
                <a:cs typeface="+mn-cs"/>
              </a:defRPr>
            </a:lvl5pPr>
            <a:lvl6pPr marL="2993535"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37814"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8209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2637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9pPr>
          </a:lstStyle>
          <a:p>
            <a:pPr marL="0" lvl="1" indent="0">
              <a:buFont typeface="Wingdings" pitchFamily="2" charset="2"/>
              <a:buNone/>
            </a:pPr>
            <a:r>
              <a:rPr lang="en-US" sz="1400" b="1" dirty="0"/>
              <a:t>Examples:</a:t>
            </a:r>
          </a:p>
          <a:p>
            <a:pPr lvl="1"/>
            <a:r>
              <a:rPr lang="en-US" sz="1400" b="1" dirty="0">
                <a:latin typeface="Courier New" panose="02070309020205020404" pitchFamily="49" charset="0"/>
                <a:cs typeface="Courier New" panose="02070309020205020404" pitchFamily="49" charset="0"/>
              </a:rPr>
              <a:t>ADD rootfs.tar.bz2 /</a:t>
            </a:r>
          </a:p>
          <a:p>
            <a:pPr lvl="2"/>
            <a:r>
              <a:rPr lang="en-US" sz="1400" dirty="0"/>
              <a:t>will extract the contents of rootfs.tar.bz2 to the root directory / of the image</a:t>
            </a:r>
          </a:p>
          <a:p>
            <a:pPr lvl="1"/>
            <a:r>
              <a:rPr lang="en-US" sz="1400" b="1" dirty="0">
                <a:latin typeface="Courier New" panose="02070309020205020404" pitchFamily="49" charset="0"/>
                <a:cs typeface="Courier New" panose="02070309020205020404" pitchFamily="49" charset="0"/>
              </a:rPr>
              <a:t>ADD http://plx172:1080/pic.jpg /</a:t>
            </a:r>
            <a:r>
              <a:rPr lang="en-US" sz="1400" b="1" dirty="0" err="1">
                <a:latin typeface="Courier New" panose="02070309020205020404" pitchFamily="49" charset="0"/>
                <a:cs typeface="Courier New" panose="02070309020205020404" pitchFamily="49" charset="0"/>
              </a:rPr>
              <a:t>usr</a:t>
            </a:r>
            <a:r>
              <a:rPr lang="en-US" sz="1400" b="1" dirty="0">
                <a:latin typeface="Courier New" panose="02070309020205020404" pitchFamily="49" charset="0"/>
                <a:cs typeface="Courier New" panose="02070309020205020404" pitchFamily="49" charset="0"/>
              </a:rPr>
              <a:t>/share/pics</a:t>
            </a:r>
          </a:p>
          <a:p>
            <a:pPr lvl="2"/>
            <a:r>
              <a:rPr lang="en-US" sz="1400" dirty="0"/>
              <a:t>will download a picture from plx172 and place it into the image at /</a:t>
            </a:r>
            <a:r>
              <a:rPr lang="en-US" sz="1400" dirty="0" err="1"/>
              <a:t>usr</a:t>
            </a:r>
            <a:r>
              <a:rPr lang="en-US" sz="1400" dirty="0"/>
              <a:t>/share/pics</a:t>
            </a:r>
            <a:endParaRPr lang="en-US" sz="1400" b="1" dirty="0"/>
          </a:p>
        </p:txBody>
      </p:sp>
      <p:sp>
        <p:nvSpPr>
          <p:cNvPr id="10" name="Text Placeholder 1">
            <a:extLst>
              <a:ext uri="{FF2B5EF4-FFF2-40B4-BE49-F238E27FC236}">
                <a16:creationId xmlns:a16="http://schemas.microsoft.com/office/drawing/2014/main" id="{7FF04878-9C84-4C24-8E13-B5A8A00B76CA}"/>
              </a:ext>
            </a:extLst>
          </p:cNvPr>
          <p:cNvSpPr txBox="1">
            <a:spLocks/>
          </p:cNvSpPr>
          <p:nvPr/>
        </p:nvSpPr>
        <p:spPr bwMode="gray">
          <a:xfrm>
            <a:off x="504001" y="1506788"/>
            <a:ext cx="5328000" cy="1967931"/>
          </a:xfrm>
          <a:prstGeom prst="rect">
            <a:avLst/>
          </a:prstGeom>
        </p:spPr>
        <p:txBody>
          <a:bodyPr vert="horz" lIns="36000" tIns="36000" rIns="36000" bIns="36000" rtlCol="0">
            <a:noAutofit/>
          </a:bodyPr>
          <a:lstStyle>
            <a:lvl1pPr marL="0" indent="0" algn="l" defTabSz="1088558" rtl="0" eaLnBrk="1" latinLnBrk="0" hangingPunct="1">
              <a:spcBef>
                <a:spcPts val="1800"/>
              </a:spcBef>
              <a:buClr>
                <a:schemeClr val="accent1"/>
              </a:buClr>
              <a:buSzPct val="80000"/>
              <a:buFontTx/>
              <a:buNone/>
              <a:defRPr sz="2000" b="0" kern="1200">
                <a:solidFill>
                  <a:schemeClr val="tx1"/>
                </a:solidFill>
                <a:latin typeface="+mn-lt"/>
                <a:ea typeface="+mn-ea"/>
                <a:cs typeface="+mn-cs"/>
              </a:defRPr>
            </a:lvl1pPr>
            <a:lvl2pPr marL="179964" indent="-179964" algn="l" defTabSz="1088558" rtl="0" eaLnBrk="1" latinLnBrk="0" hangingPunct="1">
              <a:spcBef>
                <a:spcPts val="600"/>
              </a:spcBef>
              <a:buClr>
                <a:schemeClr val="accent1"/>
              </a:buClr>
              <a:buSzPct val="100000"/>
              <a:buFont typeface="Wingdings" pitchFamily="2" charset="2"/>
              <a:buChar char="§"/>
              <a:defRPr sz="1800" kern="1200">
                <a:solidFill>
                  <a:schemeClr val="tx1"/>
                </a:solidFill>
                <a:latin typeface="+mn-lt"/>
                <a:ea typeface="+mn-ea"/>
                <a:cs typeface="+mn-cs"/>
              </a:defRPr>
            </a:lvl2pPr>
            <a:lvl3pPr marL="358775" indent="-179388" algn="l" defTabSz="1088558" rtl="0" eaLnBrk="1" latinLnBrk="0" hangingPunct="1">
              <a:spcBef>
                <a:spcPts val="300"/>
              </a:spcBef>
              <a:buClr>
                <a:schemeClr val="tx1"/>
              </a:buClr>
              <a:buSzPct val="100000"/>
              <a:buFont typeface="Arial" panose="020B0604020202020204" pitchFamily="34" charset="0"/>
              <a:buChar char="–"/>
              <a:defRPr lang="en-US" sz="1800" kern="1200" noProof="0" dirty="0" smtClean="0">
                <a:solidFill>
                  <a:schemeClr val="tx1"/>
                </a:solidFill>
                <a:latin typeface="+mn-lt"/>
                <a:ea typeface="+mn-ea"/>
                <a:cs typeface="+mn-cs"/>
              </a:defRPr>
            </a:lvl3pPr>
            <a:lvl4pPr marL="539892" indent="-179964" algn="l" defTabSz="1088558" rtl="0" eaLnBrk="1" latinLnBrk="0" hangingPunct="1">
              <a:spcBef>
                <a:spcPts val="300"/>
              </a:spcBef>
              <a:buClr>
                <a:schemeClr val="tx1"/>
              </a:buClr>
              <a:buSzPct val="120000"/>
              <a:buFont typeface="Arial" pitchFamily="34" charset="0"/>
              <a:buChar char="▫"/>
              <a:defRPr sz="1600" kern="1200">
                <a:solidFill>
                  <a:schemeClr val="tx1"/>
                </a:solidFill>
                <a:latin typeface="+mn-lt"/>
                <a:ea typeface="+mn-ea"/>
                <a:cs typeface="+mn-cs"/>
              </a:defRPr>
            </a:lvl4pPr>
            <a:lvl5pPr marL="719856" indent="-179964" algn="l" defTabSz="1088558" rtl="0" eaLnBrk="1" latinLnBrk="0" hangingPunct="1">
              <a:spcBef>
                <a:spcPts val="100"/>
              </a:spcBef>
              <a:buClr>
                <a:schemeClr val="tx1"/>
              </a:buClr>
              <a:buSzPct val="100000"/>
              <a:buFont typeface="Symbol" panose="05050102010706020507" pitchFamily="18" charset="2"/>
              <a:buChar char="-"/>
              <a:defRPr sz="1400" kern="1200" baseline="0">
                <a:solidFill>
                  <a:schemeClr val="tx1"/>
                </a:solidFill>
                <a:latin typeface="+mn-lt"/>
                <a:ea typeface="+mn-ea"/>
                <a:cs typeface="+mn-cs"/>
              </a:defRPr>
            </a:lvl5pPr>
            <a:lvl6pPr marL="2993535"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37814"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8209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2637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9pPr>
          </a:lstStyle>
          <a:p>
            <a:r>
              <a:rPr lang="en-US" b="1" dirty="0"/>
              <a:t>COPY</a:t>
            </a:r>
          </a:p>
          <a:p>
            <a:pPr lvl="1"/>
            <a:r>
              <a:rPr lang="en-US" dirty="0"/>
              <a:t>copies a file from the build-context to the image</a:t>
            </a:r>
          </a:p>
          <a:p>
            <a:pPr lvl="1"/>
            <a:r>
              <a:rPr lang="en-US" dirty="0"/>
              <a:t>no additional magic like the ADD command</a:t>
            </a:r>
          </a:p>
          <a:p>
            <a:pPr lvl="1"/>
            <a:r>
              <a:rPr lang="en-US" dirty="0"/>
              <a:t>does not copy files inside the image</a:t>
            </a:r>
          </a:p>
        </p:txBody>
      </p:sp>
      <p:sp>
        <p:nvSpPr>
          <p:cNvPr id="11" name="Text Placeholder 1">
            <a:extLst>
              <a:ext uri="{FF2B5EF4-FFF2-40B4-BE49-F238E27FC236}">
                <a16:creationId xmlns:a16="http://schemas.microsoft.com/office/drawing/2014/main" id="{E7B3F8B1-DC2C-4A5D-BC35-86664C5B54DE}"/>
              </a:ext>
            </a:extLst>
          </p:cNvPr>
          <p:cNvSpPr txBox="1">
            <a:spLocks/>
          </p:cNvSpPr>
          <p:nvPr/>
        </p:nvSpPr>
        <p:spPr bwMode="gray">
          <a:xfrm>
            <a:off x="504001" y="3735000"/>
            <a:ext cx="5328000" cy="2308749"/>
          </a:xfrm>
          <a:prstGeom prst="rect">
            <a:avLst/>
          </a:prstGeom>
          <a:solidFill>
            <a:srgbClr val="FFF8E7"/>
          </a:solidFill>
        </p:spPr>
        <p:txBody>
          <a:bodyPr vert="horz" lIns="36000" tIns="36000" rIns="36000" bIns="36000" rtlCol="0">
            <a:noAutofit/>
          </a:bodyPr>
          <a:lstStyle>
            <a:lvl1pPr marL="0" indent="0" algn="l" defTabSz="1088558" rtl="0" eaLnBrk="1" latinLnBrk="0" hangingPunct="1">
              <a:spcBef>
                <a:spcPts val="1800"/>
              </a:spcBef>
              <a:buClr>
                <a:schemeClr val="accent1"/>
              </a:buClr>
              <a:buSzPct val="80000"/>
              <a:buFontTx/>
              <a:buNone/>
              <a:defRPr sz="2000" b="0" kern="1200">
                <a:solidFill>
                  <a:schemeClr val="tx1"/>
                </a:solidFill>
                <a:latin typeface="+mn-lt"/>
                <a:ea typeface="+mn-ea"/>
                <a:cs typeface="+mn-cs"/>
              </a:defRPr>
            </a:lvl1pPr>
            <a:lvl2pPr marL="179964" indent="-179964" algn="l" defTabSz="1088558" rtl="0" eaLnBrk="1" latinLnBrk="0" hangingPunct="1">
              <a:spcBef>
                <a:spcPts val="600"/>
              </a:spcBef>
              <a:buClr>
                <a:schemeClr val="accent1"/>
              </a:buClr>
              <a:buSzPct val="100000"/>
              <a:buFont typeface="Wingdings" pitchFamily="2" charset="2"/>
              <a:buChar char="§"/>
              <a:defRPr sz="1800" kern="1200">
                <a:solidFill>
                  <a:schemeClr val="tx1"/>
                </a:solidFill>
                <a:latin typeface="+mn-lt"/>
                <a:ea typeface="+mn-ea"/>
                <a:cs typeface="+mn-cs"/>
              </a:defRPr>
            </a:lvl2pPr>
            <a:lvl3pPr marL="358775" indent="-179388" algn="l" defTabSz="1088558" rtl="0" eaLnBrk="1" latinLnBrk="0" hangingPunct="1">
              <a:spcBef>
                <a:spcPts val="300"/>
              </a:spcBef>
              <a:buClr>
                <a:schemeClr val="tx1"/>
              </a:buClr>
              <a:buSzPct val="100000"/>
              <a:buFont typeface="Arial" panose="020B0604020202020204" pitchFamily="34" charset="0"/>
              <a:buChar char="–"/>
              <a:defRPr lang="en-US" sz="1800" kern="1200" noProof="0" dirty="0" smtClean="0">
                <a:solidFill>
                  <a:schemeClr val="tx1"/>
                </a:solidFill>
                <a:latin typeface="+mn-lt"/>
                <a:ea typeface="+mn-ea"/>
                <a:cs typeface="+mn-cs"/>
              </a:defRPr>
            </a:lvl3pPr>
            <a:lvl4pPr marL="539892" indent="-179964" algn="l" defTabSz="1088558" rtl="0" eaLnBrk="1" latinLnBrk="0" hangingPunct="1">
              <a:spcBef>
                <a:spcPts val="300"/>
              </a:spcBef>
              <a:buClr>
                <a:schemeClr val="tx1"/>
              </a:buClr>
              <a:buSzPct val="120000"/>
              <a:buFont typeface="Arial" pitchFamily="34" charset="0"/>
              <a:buChar char="▫"/>
              <a:defRPr sz="1600" kern="1200">
                <a:solidFill>
                  <a:schemeClr val="tx1"/>
                </a:solidFill>
                <a:latin typeface="+mn-lt"/>
                <a:ea typeface="+mn-ea"/>
                <a:cs typeface="+mn-cs"/>
              </a:defRPr>
            </a:lvl4pPr>
            <a:lvl5pPr marL="719856" indent="-179964" algn="l" defTabSz="1088558" rtl="0" eaLnBrk="1" latinLnBrk="0" hangingPunct="1">
              <a:spcBef>
                <a:spcPts val="100"/>
              </a:spcBef>
              <a:buClr>
                <a:schemeClr val="tx1"/>
              </a:buClr>
              <a:buSzPct val="100000"/>
              <a:buFont typeface="Symbol" panose="05050102010706020507" pitchFamily="18" charset="2"/>
              <a:buChar char="-"/>
              <a:defRPr sz="1400" kern="1200" baseline="0">
                <a:solidFill>
                  <a:schemeClr val="tx1"/>
                </a:solidFill>
                <a:latin typeface="+mn-lt"/>
                <a:ea typeface="+mn-ea"/>
                <a:cs typeface="+mn-cs"/>
              </a:defRPr>
            </a:lvl5pPr>
            <a:lvl6pPr marL="2993535"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37814"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8209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2637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9pPr>
          </a:lstStyle>
          <a:p>
            <a:pPr marL="0" lvl="1" indent="0">
              <a:buNone/>
            </a:pPr>
            <a:r>
              <a:rPr lang="en-US" sz="1400" b="1" dirty="0"/>
              <a:t>Examples:</a:t>
            </a:r>
          </a:p>
          <a:p>
            <a:pPr lvl="1"/>
            <a:r>
              <a:rPr lang="en-US" sz="1400" b="1" dirty="0">
                <a:latin typeface="Courier New" panose="02070309020205020404" pitchFamily="49" charset="0"/>
                <a:cs typeface="Courier New" panose="02070309020205020404" pitchFamily="49" charset="0"/>
              </a:rPr>
              <a:t>COPY </a:t>
            </a:r>
            <a:r>
              <a:rPr lang="en-US" sz="1400" b="1" dirty="0" err="1">
                <a:latin typeface="Courier New" panose="02070309020205020404" pitchFamily="49" charset="0"/>
                <a:cs typeface="Courier New" panose="02070309020205020404" pitchFamily="49" charset="0"/>
              </a:rPr>
              <a:t>default.conf</a:t>
            </a:r>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etc</a:t>
            </a:r>
            <a:r>
              <a:rPr lang="en-US" sz="1400" b="1" dirty="0">
                <a:latin typeface="Courier New" panose="02070309020205020404" pitchFamily="49" charset="0"/>
                <a:cs typeface="Courier New" panose="02070309020205020404" pitchFamily="49" charset="0"/>
              </a:rPr>
              <a:t>/</a:t>
            </a:r>
            <a:r>
              <a:rPr lang="en-US" sz="1400" b="1" dirty="0" err="1">
                <a:latin typeface="Courier New" panose="02070309020205020404" pitchFamily="49" charset="0"/>
                <a:cs typeface="Courier New" panose="02070309020205020404" pitchFamily="49" charset="0"/>
              </a:rPr>
              <a:t>nginx</a:t>
            </a:r>
            <a:r>
              <a:rPr lang="en-US" sz="1400" b="1" dirty="0">
                <a:latin typeface="Courier New" panose="02070309020205020404" pitchFamily="49" charset="0"/>
                <a:cs typeface="Courier New" panose="02070309020205020404" pitchFamily="49" charset="0"/>
              </a:rPr>
              <a:t>/</a:t>
            </a:r>
            <a:r>
              <a:rPr lang="en-US" sz="1400" b="1" dirty="0" err="1">
                <a:latin typeface="Courier New" panose="02070309020205020404" pitchFamily="49" charset="0"/>
                <a:cs typeface="Courier New" panose="02070309020205020404" pitchFamily="49" charset="0"/>
              </a:rPr>
              <a:t>conf.d</a:t>
            </a:r>
            <a:r>
              <a:rPr lang="en-US" sz="1400" b="1" dirty="0">
                <a:latin typeface="Courier New" panose="02070309020205020404" pitchFamily="49" charset="0"/>
                <a:cs typeface="Courier New" panose="02070309020205020404" pitchFamily="49" charset="0"/>
              </a:rPr>
              <a:t>/</a:t>
            </a:r>
          </a:p>
          <a:p>
            <a:pPr lvl="2"/>
            <a:r>
              <a:rPr lang="en-US" sz="1400" dirty="0"/>
              <a:t>will copy the file </a:t>
            </a:r>
            <a:r>
              <a:rPr lang="en-US" sz="1400" dirty="0" err="1"/>
              <a:t>default.conf</a:t>
            </a:r>
            <a:r>
              <a:rPr lang="en-US" sz="1400" dirty="0"/>
              <a:t> into the image at /</a:t>
            </a:r>
            <a:r>
              <a:rPr lang="en-US" sz="1400" dirty="0" err="1"/>
              <a:t>etc</a:t>
            </a:r>
            <a:r>
              <a:rPr lang="en-US" sz="1400" dirty="0"/>
              <a:t>/</a:t>
            </a:r>
            <a:r>
              <a:rPr lang="en-US" sz="1400" dirty="0" err="1"/>
              <a:t>nginx</a:t>
            </a:r>
            <a:r>
              <a:rPr lang="en-US" sz="1400" dirty="0"/>
              <a:t>/</a:t>
            </a:r>
            <a:r>
              <a:rPr lang="en-US" sz="1400" dirty="0" err="1"/>
              <a:t>conf.d</a:t>
            </a:r>
            <a:r>
              <a:rPr lang="en-US" sz="1400" dirty="0"/>
              <a:t>/</a:t>
            </a:r>
            <a:r>
              <a:rPr lang="en-US" sz="1400" dirty="0" err="1"/>
              <a:t>default.conf</a:t>
            </a:r>
            <a:endParaRPr lang="en-US" sz="1400" b="1" dirty="0"/>
          </a:p>
        </p:txBody>
      </p:sp>
    </p:spTree>
    <p:extLst>
      <p:ext uri="{BB962C8B-B14F-4D97-AF65-F5344CB8AC3E}">
        <p14:creationId xmlns:p14="http://schemas.microsoft.com/office/powerpoint/2010/main" val="16305224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504000" y="1506788"/>
            <a:ext cx="5328000" cy="1967931"/>
          </a:xfrm>
        </p:spPr>
        <p:txBody>
          <a:bodyPr lIns="36000" tIns="36000" rIns="36000" bIns="36000"/>
          <a:lstStyle/>
          <a:p>
            <a:r>
              <a:rPr lang="en-US" b="1" dirty="0"/>
              <a:t>RUN</a:t>
            </a:r>
          </a:p>
          <a:p>
            <a:pPr lvl="1"/>
            <a:r>
              <a:rPr lang="en-US" dirty="0"/>
              <a:t>runs the specified command in the image</a:t>
            </a:r>
          </a:p>
          <a:p>
            <a:pPr lvl="1"/>
            <a:r>
              <a:rPr lang="en-US" dirty="0"/>
              <a:t>command binary and shell must be present in the image</a:t>
            </a:r>
          </a:p>
        </p:txBody>
      </p:sp>
      <p:sp>
        <p:nvSpPr>
          <p:cNvPr id="4" name="Title 3"/>
          <p:cNvSpPr>
            <a:spLocks noGrp="1"/>
          </p:cNvSpPr>
          <p:nvPr>
            <p:ph type="title"/>
          </p:nvPr>
        </p:nvSpPr>
        <p:spPr/>
        <p:txBody>
          <a:bodyPr/>
          <a:lstStyle/>
          <a:p>
            <a:r>
              <a:rPr lang="en-US" dirty="0"/>
              <a:t>Dockerfile directives (4)</a:t>
            </a:r>
          </a:p>
        </p:txBody>
      </p:sp>
      <p:sp>
        <p:nvSpPr>
          <p:cNvPr id="7" name="Text Placeholder 1"/>
          <p:cNvSpPr txBox="1">
            <a:spLocks/>
          </p:cNvSpPr>
          <p:nvPr/>
        </p:nvSpPr>
        <p:spPr bwMode="gray">
          <a:xfrm>
            <a:off x="504000" y="3735000"/>
            <a:ext cx="5328000" cy="2308749"/>
          </a:xfrm>
          <a:prstGeom prst="rect">
            <a:avLst/>
          </a:prstGeom>
          <a:solidFill>
            <a:srgbClr val="FFF8E7"/>
          </a:solidFill>
        </p:spPr>
        <p:txBody>
          <a:bodyPr vert="horz" lIns="36000" tIns="36000" rIns="36000" bIns="36000" rtlCol="0">
            <a:noAutofit/>
          </a:bodyPr>
          <a:lstStyle>
            <a:lvl1pPr marL="0" indent="0" algn="l" defTabSz="1088558" rtl="0" eaLnBrk="1" latinLnBrk="0" hangingPunct="1">
              <a:spcBef>
                <a:spcPts val="1800"/>
              </a:spcBef>
              <a:buClr>
                <a:schemeClr val="accent1"/>
              </a:buClr>
              <a:buSzPct val="80000"/>
              <a:buFontTx/>
              <a:buNone/>
              <a:defRPr sz="2000" b="0" kern="1200">
                <a:solidFill>
                  <a:schemeClr val="tx1"/>
                </a:solidFill>
                <a:latin typeface="+mn-lt"/>
                <a:ea typeface="+mn-ea"/>
                <a:cs typeface="+mn-cs"/>
              </a:defRPr>
            </a:lvl1pPr>
            <a:lvl2pPr marL="179964" indent="-179964" algn="l" defTabSz="1088558" rtl="0" eaLnBrk="1" latinLnBrk="0" hangingPunct="1">
              <a:spcBef>
                <a:spcPts val="600"/>
              </a:spcBef>
              <a:buClr>
                <a:schemeClr val="accent1"/>
              </a:buClr>
              <a:buSzPct val="100000"/>
              <a:buFont typeface="Wingdings" pitchFamily="2" charset="2"/>
              <a:buChar char="§"/>
              <a:defRPr sz="1800" kern="1200">
                <a:solidFill>
                  <a:schemeClr val="tx1"/>
                </a:solidFill>
                <a:latin typeface="+mn-lt"/>
                <a:ea typeface="+mn-ea"/>
                <a:cs typeface="+mn-cs"/>
              </a:defRPr>
            </a:lvl2pPr>
            <a:lvl3pPr marL="358775" indent="-179388" algn="l" defTabSz="1088558" rtl="0" eaLnBrk="1" latinLnBrk="0" hangingPunct="1">
              <a:spcBef>
                <a:spcPts val="300"/>
              </a:spcBef>
              <a:buClr>
                <a:schemeClr val="tx1"/>
              </a:buClr>
              <a:buSzPct val="100000"/>
              <a:buFont typeface="Arial" panose="020B0604020202020204" pitchFamily="34" charset="0"/>
              <a:buChar char="–"/>
              <a:defRPr lang="en-US" sz="1800" kern="1200" noProof="0" dirty="0" smtClean="0">
                <a:solidFill>
                  <a:schemeClr val="tx1"/>
                </a:solidFill>
                <a:latin typeface="+mn-lt"/>
                <a:ea typeface="+mn-ea"/>
                <a:cs typeface="+mn-cs"/>
              </a:defRPr>
            </a:lvl3pPr>
            <a:lvl4pPr marL="539892" indent="-179964" algn="l" defTabSz="1088558" rtl="0" eaLnBrk="1" latinLnBrk="0" hangingPunct="1">
              <a:spcBef>
                <a:spcPts val="300"/>
              </a:spcBef>
              <a:buClr>
                <a:schemeClr val="tx1"/>
              </a:buClr>
              <a:buSzPct val="120000"/>
              <a:buFont typeface="Arial" pitchFamily="34" charset="0"/>
              <a:buChar char="▫"/>
              <a:defRPr sz="1600" kern="1200">
                <a:solidFill>
                  <a:schemeClr val="tx1"/>
                </a:solidFill>
                <a:latin typeface="+mn-lt"/>
                <a:ea typeface="+mn-ea"/>
                <a:cs typeface="+mn-cs"/>
              </a:defRPr>
            </a:lvl4pPr>
            <a:lvl5pPr marL="719856" indent="-179964" algn="l" defTabSz="1088558" rtl="0" eaLnBrk="1" latinLnBrk="0" hangingPunct="1">
              <a:spcBef>
                <a:spcPts val="100"/>
              </a:spcBef>
              <a:buClr>
                <a:schemeClr val="tx1"/>
              </a:buClr>
              <a:buSzPct val="100000"/>
              <a:buFont typeface="Symbol" panose="05050102010706020507" pitchFamily="18" charset="2"/>
              <a:buChar char="-"/>
              <a:defRPr sz="1400" kern="1200" baseline="0">
                <a:solidFill>
                  <a:schemeClr val="tx1"/>
                </a:solidFill>
                <a:latin typeface="+mn-lt"/>
                <a:ea typeface="+mn-ea"/>
                <a:cs typeface="+mn-cs"/>
              </a:defRPr>
            </a:lvl5pPr>
            <a:lvl6pPr marL="2993535"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37814"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8209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2637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9pPr>
          </a:lstStyle>
          <a:p>
            <a:pPr marL="0" lvl="1" indent="0">
              <a:buFont typeface="Wingdings" pitchFamily="2" charset="2"/>
              <a:buNone/>
            </a:pPr>
            <a:r>
              <a:rPr lang="en-US" sz="1400" b="1" dirty="0"/>
              <a:t>Examples:</a:t>
            </a:r>
          </a:p>
          <a:p>
            <a:pPr lvl="1"/>
            <a:r>
              <a:rPr lang="en-US" sz="1400" b="1" dirty="0">
                <a:latin typeface="Courier New" panose="02070309020205020404" pitchFamily="49" charset="0"/>
                <a:cs typeface="Courier New" panose="02070309020205020404" pitchFamily="49" charset="0"/>
              </a:rPr>
              <a:t>RUN apt-get update</a:t>
            </a:r>
          </a:p>
          <a:p>
            <a:pPr lvl="2"/>
            <a:r>
              <a:rPr lang="en-US" sz="1400" dirty="0"/>
              <a:t>will run the Debian package manager and build its package cache inside the image</a:t>
            </a:r>
          </a:p>
          <a:p>
            <a:pPr lvl="1"/>
            <a:r>
              <a:rPr lang="en-US" sz="1400" b="1" dirty="0">
                <a:latin typeface="Courier New" panose="02070309020205020404" pitchFamily="49" charset="0"/>
                <a:cs typeface="Courier New" panose="02070309020205020404" pitchFamily="49" charset="0"/>
              </a:rPr>
              <a:t>RUN </a:t>
            </a:r>
            <a:r>
              <a:rPr lang="en-US" sz="1400" b="1" dirty="0" err="1">
                <a:latin typeface="Courier New" panose="02070309020205020404" pitchFamily="49" charset="0"/>
                <a:cs typeface="Courier New" panose="02070309020205020404" pitchFamily="49" charset="0"/>
              </a:rPr>
              <a:t>cp</a:t>
            </a:r>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etc</a:t>
            </a:r>
            <a:r>
              <a:rPr lang="en-US" sz="1400" b="1" dirty="0">
                <a:latin typeface="Courier New" panose="02070309020205020404" pitchFamily="49" charset="0"/>
                <a:cs typeface="Courier New" panose="02070309020205020404" pitchFamily="49" charset="0"/>
              </a:rPr>
              <a:t>/</a:t>
            </a:r>
            <a:r>
              <a:rPr lang="en-US" sz="1400" b="1" dirty="0" err="1">
                <a:latin typeface="Courier New" panose="02070309020205020404" pitchFamily="49" charset="0"/>
                <a:cs typeface="Courier New" panose="02070309020205020404" pitchFamily="49" charset="0"/>
              </a:rPr>
              <a:t>nginx</a:t>
            </a:r>
            <a:r>
              <a:rPr lang="en-US" sz="1400" b="1" dirty="0">
                <a:latin typeface="Courier New" panose="02070309020205020404" pitchFamily="49" charset="0"/>
                <a:cs typeface="Courier New" panose="02070309020205020404" pitchFamily="49" charset="0"/>
              </a:rPr>
              <a:t>/</a:t>
            </a:r>
            <a:r>
              <a:rPr lang="en-US" sz="1400" b="1" dirty="0" err="1">
                <a:latin typeface="Courier New" panose="02070309020205020404" pitchFamily="49" charset="0"/>
                <a:cs typeface="Courier New" panose="02070309020205020404" pitchFamily="49" charset="0"/>
              </a:rPr>
              <a:t>nginx.conf</a:t>
            </a:r>
            <a:r>
              <a:rPr lang="en-US" sz="1400" b="1" dirty="0">
                <a:latin typeface="Courier New" panose="02070309020205020404" pitchFamily="49" charset="0"/>
                <a:cs typeface="Courier New" panose="02070309020205020404" pitchFamily="49" charset="0"/>
              </a:rPr>
              <a:t> /root</a:t>
            </a:r>
          </a:p>
          <a:p>
            <a:pPr lvl="2"/>
            <a:r>
              <a:rPr lang="en-US" sz="1400" dirty="0"/>
              <a:t>will copy the file /</a:t>
            </a:r>
            <a:r>
              <a:rPr lang="en-US" sz="1400" dirty="0" err="1"/>
              <a:t>etc</a:t>
            </a:r>
            <a:r>
              <a:rPr lang="en-US" sz="1400" dirty="0"/>
              <a:t>/</a:t>
            </a:r>
            <a:r>
              <a:rPr lang="en-US" sz="1400" dirty="0" err="1"/>
              <a:t>nginx</a:t>
            </a:r>
            <a:r>
              <a:rPr lang="en-US" sz="1400" dirty="0"/>
              <a:t>/</a:t>
            </a:r>
            <a:r>
              <a:rPr lang="en-US" sz="1400" dirty="0" err="1"/>
              <a:t>nginx.conf</a:t>
            </a:r>
            <a:r>
              <a:rPr lang="en-US" sz="1400" dirty="0"/>
              <a:t> within the image to the directory /root within the image</a:t>
            </a:r>
            <a:endParaRPr lang="en-US" sz="1400" b="1" dirty="0"/>
          </a:p>
        </p:txBody>
      </p:sp>
      <p:sp>
        <p:nvSpPr>
          <p:cNvPr id="8" name="Text Placeholder 1"/>
          <p:cNvSpPr txBox="1">
            <a:spLocks/>
          </p:cNvSpPr>
          <p:nvPr/>
        </p:nvSpPr>
        <p:spPr bwMode="gray">
          <a:xfrm>
            <a:off x="6362477" y="1506788"/>
            <a:ext cx="5328000" cy="1967931"/>
          </a:xfrm>
          <a:prstGeom prst="rect">
            <a:avLst/>
          </a:prstGeom>
        </p:spPr>
        <p:txBody>
          <a:bodyPr vert="horz" lIns="36000" tIns="36000" rIns="36000" bIns="36000" rtlCol="0">
            <a:noAutofit/>
          </a:bodyPr>
          <a:lstStyle>
            <a:lvl1pPr marL="0" indent="0" algn="l" defTabSz="1088558" rtl="0" eaLnBrk="1" latinLnBrk="0" hangingPunct="1">
              <a:spcBef>
                <a:spcPts val="1800"/>
              </a:spcBef>
              <a:buClr>
                <a:schemeClr val="accent1"/>
              </a:buClr>
              <a:buSzPct val="80000"/>
              <a:buFontTx/>
              <a:buNone/>
              <a:defRPr sz="2000" b="0" kern="1200">
                <a:solidFill>
                  <a:schemeClr val="tx1"/>
                </a:solidFill>
                <a:latin typeface="+mn-lt"/>
                <a:ea typeface="+mn-ea"/>
                <a:cs typeface="+mn-cs"/>
              </a:defRPr>
            </a:lvl1pPr>
            <a:lvl2pPr marL="179964" indent="-179964" algn="l" defTabSz="1088558" rtl="0" eaLnBrk="1" latinLnBrk="0" hangingPunct="1">
              <a:spcBef>
                <a:spcPts val="600"/>
              </a:spcBef>
              <a:buClr>
                <a:schemeClr val="accent1"/>
              </a:buClr>
              <a:buSzPct val="100000"/>
              <a:buFont typeface="Wingdings" pitchFamily="2" charset="2"/>
              <a:buChar char="§"/>
              <a:defRPr sz="1800" kern="1200">
                <a:solidFill>
                  <a:schemeClr val="tx1"/>
                </a:solidFill>
                <a:latin typeface="+mn-lt"/>
                <a:ea typeface="+mn-ea"/>
                <a:cs typeface="+mn-cs"/>
              </a:defRPr>
            </a:lvl2pPr>
            <a:lvl3pPr marL="358775" indent="-179388" algn="l" defTabSz="1088558" rtl="0" eaLnBrk="1" latinLnBrk="0" hangingPunct="1">
              <a:spcBef>
                <a:spcPts val="300"/>
              </a:spcBef>
              <a:buClr>
                <a:schemeClr val="tx1"/>
              </a:buClr>
              <a:buSzPct val="100000"/>
              <a:buFont typeface="Arial" panose="020B0604020202020204" pitchFamily="34" charset="0"/>
              <a:buChar char="–"/>
              <a:defRPr lang="en-US" sz="1800" kern="1200" noProof="0" dirty="0" smtClean="0">
                <a:solidFill>
                  <a:schemeClr val="tx1"/>
                </a:solidFill>
                <a:latin typeface="+mn-lt"/>
                <a:ea typeface="+mn-ea"/>
                <a:cs typeface="+mn-cs"/>
              </a:defRPr>
            </a:lvl3pPr>
            <a:lvl4pPr marL="539892" indent="-179964" algn="l" defTabSz="1088558" rtl="0" eaLnBrk="1" latinLnBrk="0" hangingPunct="1">
              <a:spcBef>
                <a:spcPts val="300"/>
              </a:spcBef>
              <a:buClr>
                <a:schemeClr val="tx1"/>
              </a:buClr>
              <a:buSzPct val="120000"/>
              <a:buFont typeface="Arial" pitchFamily="34" charset="0"/>
              <a:buChar char="▫"/>
              <a:defRPr sz="1600" kern="1200">
                <a:solidFill>
                  <a:schemeClr val="tx1"/>
                </a:solidFill>
                <a:latin typeface="+mn-lt"/>
                <a:ea typeface="+mn-ea"/>
                <a:cs typeface="+mn-cs"/>
              </a:defRPr>
            </a:lvl4pPr>
            <a:lvl5pPr marL="719856" indent="-179964" algn="l" defTabSz="1088558" rtl="0" eaLnBrk="1" latinLnBrk="0" hangingPunct="1">
              <a:spcBef>
                <a:spcPts val="100"/>
              </a:spcBef>
              <a:buClr>
                <a:schemeClr val="tx1"/>
              </a:buClr>
              <a:buSzPct val="100000"/>
              <a:buFont typeface="Symbol" panose="05050102010706020507" pitchFamily="18" charset="2"/>
              <a:buChar char="-"/>
              <a:defRPr sz="1400" kern="1200" baseline="0">
                <a:solidFill>
                  <a:schemeClr val="tx1"/>
                </a:solidFill>
                <a:latin typeface="+mn-lt"/>
                <a:ea typeface="+mn-ea"/>
                <a:cs typeface="+mn-cs"/>
              </a:defRPr>
            </a:lvl5pPr>
            <a:lvl6pPr marL="2993535"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37814"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8209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2637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9pPr>
          </a:lstStyle>
          <a:p>
            <a:r>
              <a:rPr lang="en-US" b="1" dirty="0"/>
              <a:t>EXPOSE</a:t>
            </a:r>
          </a:p>
          <a:p>
            <a:pPr lvl="1"/>
            <a:r>
              <a:rPr lang="en-US" dirty="0"/>
              <a:t>exposes a port</a:t>
            </a:r>
          </a:p>
          <a:p>
            <a:pPr lvl="1"/>
            <a:r>
              <a:rPr lang="en-US" dirty="0"/>
              <a:t>exposed ports can be automatically mapped by Docker</a:t>
            </a:r>
            <a:endParaRPr lang="en-US" b="1" dirty="0"/>
          </a:p>
        </p:txBody>
      </p:sp>
      <p:sp>
        <p:nvSpPr>
          <p:cNvPr id="9" name="Text Placeholder 1"/>
          <p:cNvSpPr txBox="1">
            <a:spLocks/>
          </p:cNvSpPr>
          <p:nvPr/>
        </p:nvSpPr>
        <p:spPr bwMode="gray">
          <a:xfrm>
            <a:off x="6362477" y="3735000"/>
            <a:ext cx="5328000" cy="2308749"/>
          </a:xfrm>
          <a:prstGeom prst="rect">
            <a:avLst/>
          </a:prstGeom>
          <a:solidFill>
            <a:srgbClr val="FFF8E7"/>
          </a:solidFill>
        </p:spPr>
        <p:txBody>
          <a:bodyPr vert="horz" lIns="36000" tIns="36000" rIns="36000" bIns="36000" rtlCol="0">
            <a:noAutofit/>
          </a:bodyPr>
          <a:lstStyle>
            <a:lvl1pPr marL="0" indent="0" algn="l" defTabSz="1088558" rtl="0" eaLnBrk="1" latinLnBrk="0" hangingPunct="1">
              <a:spcBef>
                <a:spcPts val="1800"/>
              </a:spcBef>
              <a:buClr>
                <a:schemeClr val="accent1"/>
              </a:buClr>
              <a:buSzPct val="80000"/>
              <a:buFontTx/>
              <a:buNone/>
              <a:defRPr sz="2000" b="0" kern="1200">
                <a:solidFill>
                  <a:schemeClr val="tx1"/>
                </a:solidFill>
                <a:latin typeface="+mn-lt"/>
                <a:ea typeface="+mn-ea"/>
                <a:cs typeface="+mn-cs"/>
              </a:defRPr>
            </a:lvl1pPr>
            <a:lvl2pPr marL="179964" indent="-179964" algn="l" defTabSz="1088558" rtl="0" eaLnBrk="1" latinLnBrk="0" hangingPunct="1">
              <a:spcBef>
                <a:spcPts val="600"/>
              </a:spcBef>
              <a:buClr>
                <a:schemeClr val="accent1"/>
              </a:buClr>
              <a:buSzPct val="100000"/>
              <a:buFont typeface="Wingdings" pitchFamily="2" charset="2"/>
              <a:buChar char="§"/>
              <a:defRPr sz="1800" kern="1200">
                <a:solidFill>
                  <a:schemeClr val="tx1"/>
                </a:solidFill>
                <a:latin typeface="+mn-lt"/>
                <a:ea typeface="+mn-ea"/>
                <a:cs typeface="+mn-cs"/>
              </a:defRPr>
            </a:lvl2pPr>
            <a:lvl3pPr marL="358775" indent="-179388" algn="l" defTabSz="1088558" rtl="0" eaLnBrk="1" latinLnBrk="0" hangingPunct="1">
              <a:spcBef>
                <a:spcPts val="300"/>
              </a:spcBef>
              <a:buClr>
                <a:schemeClr val="tx1"/>
              </a:buClr>
              <a:buSzPct val="100000"/>
              <a:buFont typeface="Arial" panose="020B0604020202020204" pitchFamily="34" charset="0"/>
              <a:buChar char="–"/>
              <a:defRPr lang="en-US" sz="1800" kern="1200" noProof="0" dirty="0" smtClean="0">
                <a:solidFill>
                  <a:schemeClr val="tx1"/>
                </a:solidFill>
                <a:latin typeface="+mn-lt"/>
                <a:ea typeface="+mn-ea"/>
                <a:cs typeface="+mn-cs"/>
              </a:defRPr>
            </a:lvl3pPr>
            <a:lvl4pPr marL="539892" indent="-179964" algn="l" defTabSz="1088558" rtl="0" eaLnBrk="1" latinLnBrk="0" hangingPunct="1">
              <a:spcBef>
                <a:spcPts val="300"/>
              </a:spcBef>
              <a:buClr>
                <a:schemeClr val="tx1"/>
              </a:buClr>
              <a:buSzPct val="120000"/>
              <a:buFont typeface="Arial" pitchFamily="34" charset="0"/>
              <a:buChar char="▫"/>
              <a:defRPr sz="1600" kern="1200">
                <a:solidFill>
                  <a:schemeClr val="tx1"/>
                </a:solidFill>
                <a:latin typeface="+mn-lt"/>
                <a:ea typeface="+mn-ea"/>
                <a:cs typeface="+mn-cs"/>
              </a:defRPr>
            </a:lvl4pPr>
            <a:lvl5pPr marL="719856" indent="-179964" algn="l" defTabSz="1088558" rtl="0" eaLnBrk="1" latinLnBrk="0" hangingPunct="1">
              <a:spcBef>
                <a:spcPts val="100"/>
              </a:spcBef>
              <a:buClr>
                <a:schemeClr val="tx1"/>
              </a:buClr>
              <a:buSzPct val="100000"/>
              <a:buFont typeface="Symbol" panose="05050102010706020507" pitchFamily="18" charset="2"/>
              <a:buChar char="-"/>
              <a:defRPr sz="1400" kern="1200" baseline="0">
                <a:solidFill>
                  <a:schemeClr val="tx1"/>
                </a:solidFill>
                <a:latin typeface="+mn-lt"/>
                <a:ea typeface="+mn-ea"/>
                <a:cs typeface="+mn-cs"/>
              </a:defRPr>
            </a:lvl5pPr>
            <a:lvl6pPr marL="2993535"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37814"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8209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2637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9pPr>
          </a:lstStyle>
          <a:p>
            <a:pPr marL="0" lvl="1" indent="0">
              <a:buNone/>
            </a:pPr>
            <a:r>
              <a:rPr lang="en-US" sz="1400" b="1" dirty="0"/>
              <a:t>Examples:</a:t>
            </a:r>
          </a:p>
          <a:p>
            <a:pPr lvl="1"/>
            <a:r>
              <a:rPr lang="en-US" sz="1400" b="1" dirty="0">
                <a:latin typeface="Courier New" panose="02070309020205020404" pitchFamily="49" charset="0"/>
                <a:cs typeface="Courier New" panose="02070309020205020404" pitchFamily="49" charset="0"/>
              </a:rPr>
              <a:t>EXPOSE 80</a:t>
            </a:r>
          </a:p>
          <a:p>
            <a:pPr lvl="2"/>
            <a:r>
              <a:rPr lang="en-US" sz="1400" dirty="0"/>
              <a:t>will expose port 80 so that </a:t>
            </a:r>
            <a:r>
              <a:rPr lang="en-US" sz="1400" i="1" dirty="0"/>
              <a:t>“docker run -P” </a:t>
            </a:r>
            <a:r>
              <a:rPr lang="en-US" sz="1400" dirty="0"/>
              <a:t>can automatically map it to a port on the host</a:t>
            </a:r>
            <a:endParaRPr lang="en-US" sz="1400" b="1" dirty="0"/>
          </a:p>
        </p:txBody>
      </p:sp>
    </p:spTree>
    <p:extLst>
      <p:ext uri="{BB962C8B-B14F-4D97-AF65-F5344CB8AC3E}">
        <p14:creationId xmlns:p14="http://schemas.microsoft.com/office/powerpoint/2010/main" val="9902474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504000" y="1506788"/>
            <a:ext cx="5328000" cy="2074611"/>
          </a:xfrm>
        </p:spPr>
        <p:txBody>
          <a:bodyPr lIns="36000" tIns="36000" rIns="36000" bIns="36000"/>
          <a:lstStyle/>
          <a:p>
            <a:r>
              <a:rPr lang="en-US" b="1" dirty="0"/>
              <a:t>CMD</a:t>
            </a:r>
          </a:p>
          <a:p>
            <a:pPr lvl="1"/>
            <a:r>
              <a:rPr lang="en-US" dirty="0"/>
              <a:t>specifies the command to run when a container is created from the image</a:t>
            </a:r>
          </a:p>
          <a:p>
            <a:pPr lvl="1"/>
            <a:r>
              <a:rPr lang="en-US" dirty="0"/>
              <a:t>all but the last CMD directive are ignored</a:t>
            </a:r>
          </a:p>
          <a:p>
            <a:pPr lvl="1"/>
            <a:r>
              <a:rPr lang="en-US" dirty="0"/>
              <a:t>can be overridden upon container instantiation</a:t>
            </a:r>
          </a:p>
        </p:txBody>
      </p:sp>
      <p:sp>
        <p:nvSpPr>
          <p:cNvPr id="4" name="Title 3"/>
          <p:cNvSpPr>
            <a:spLocks noGrp="1"/>
          </p:cNvSpPr>
          <p:nvPr>
            <p:ph type="title"/>
          </p:nvPr>
        </p:nvSpPr>
        <p:spPr/>
        <p:txBody>
          <a:bodyPr/>
          <a:lstStyle/>
          <a:p>
            <a:r>
              <a:rPr lang="en-US" dirty="0"/>
              <a:t>Dockerfile directives (5)</a:t>
            </a:r>
          </a:p>
        </p:txBody>
      </p:sp>
      <p:sp>
        <p:nvSpPr>
          <p:cNvPr id="7" name="Text Placeholder 1"/>
          <p:cNvSpPr txBox="1">
            <a:spLocks/>
          </p:cNvSpPr>
          <p:nvPr/>
        </p:nvSpPr>
        <p:spPr bwMode="gray">
          <a:xfrm>
            <a:off x="504000" y="3735000"/>
            <a:ext cx="5328000" cy="2308749"/>
          </a:xfrm>
          <a:prstGeom prst="rect">
            <a:avLst/>
          </a:prstGeom>
          <a:solidFill>
            <a:srgbClr val="FFF8E7"/>
          </a:solidFill>
        </p:spPr>
        <p:txBody>
          <a:bodyPr vert="horz" lIns="36000" tIns="36000" rIns="36000" bIns="36000" rtlCol="0">
            <a:noAutofit/>
          </a:bodyPr>
          <a:lstStyle>
            <a:lvl1pPr marL="0" indent="0" algn="l" defTabSz="1088558" rtl="0" eaLnBrk="1" latinLnBrk="0" hangingPunct="1">
              <a:spcBef>
                <a:spcPts val="1800"/>
              </a:spcBef>
              <a:buClr>
                <a:schemeClr val="accent1"/>
              </a:buClr>
              <a:buSzPct val="80000"/>
              <a:buFontTx/>
              <a:buNone/>
              <a:defRPr sz="2000" b="0" kern="1200">
                <a:solidFill>
                  <a:schemeClr val="tx1"/>
                </a:solidFill>
                <a:latin typeface="+mn-lt"/>
                <a:ea typeface="+mn-ea"/>
                <a:cs typeface="+mn-cs"/>
              </a:defRPr>
            </a:lvl1pPr>
            <a:lvl2pPr marL="179964" indent="-179964" algn="l" defTabSz="1088558" rtl="0" eaLnBrk="1" latinLnBrk="0" hangingPunct="1">
              <a:spcBef>
                <a:spcPts val="600"/>
              </a:spcBef>
              <a:buClr>
                <a:schemeClr val="accent1"/>
              </a:buClr>
              <a:buSzPct val="100000"/>
              <a:buFont typeface="Wingdings" pitchFamily="2" charset="2"/>
              <a:buChar char="§"/>
              <a:defRPr sz="1800" kern="1200">
                <a:solidFill>
                  <a:schemeClr val="tx1"/>
                </a:solidFill>
                <a:latin typeface="+mn-lt"/>
                <a:ea typeface="+mn-ea"/>
                <a:cs typeface="+mn-cs"/>
              </a:defRPr>
            </a:lvl2pPr>
            <a:lvl3pPr marL="358775" indent="-179388" algn="l" defTabSz="1088558" rtl="0" eaLnBrk="1" latinLnBrk="0" hangingPunct="1">
              <a:spcBef>
                <a:spcPts val="300"/>
              </a:spcBef>
              <a:buClr>
                <a:schemeClr val="tx1"/>
              </a:buClr>
              <a:buSzPct val="100000"/>
              <a:buFont typeface="Arial" panose="020B0604020202020204" pitchFamily="34" charset="0"/>
              <a:buChar char="–"/>
              <a:defRPr lang="en-US" sz="1800" kern="1200" noProof="0" dirty="0" smtClean="0">
                <a:solidFill>
                  <a:schemeClr val="tx1"/>
                </a:solidFill>
                <a:latin typeface="+mn-lt"/>
                <a:ea typeface="+mn-ea"/>
                <a:cs typeface="+mn-cs"/>
              </a:defRPr>
            </a:lvl3pPr>
            <a:lvl4pPr marL="539892" indent="-179964" algn="l" defTabSz="1088558" rtl="0" eaLnBrk="1" latinLnBrk="0" hangingPunct="1">
              <a:spcBef>
                <a:spcPts val="300"/>
              </a:spcBef>
              <a:buClr>
                <a:schemeClr val="tx1"/>
              </a:buClr>
              <a:buSzPct val="120000"/>
              <a:buFont typeface="Arial" pitchFamily="34" charset="0"/>
              <a:buChar char="▫"/>
              <a:defRPr sz="1600" kern="1200">
                <a:solidFill>
                  <a:schemeClr val="tx1"/>
                </a:solidFill>
                <a:latin typeface="+mn-lt"/>
                <a:ea typeface="+mn-ea"/>
                <a:cs typeface="+mn-cs"/>
              </a:defRPr>
            </a:lvl4pPr>
            <a:lvl5pPr marL="719856" indent="-179964" algn="l" defTabSz="1088558" rtl="0" eaLnBrk="1" latinLnBrk="0" hangingPunct="1">
              <a:spcBef>
                <a:spcPts val="100"/>
              </a:spcBef>
              <a:buClr>
                <a:schemeClr val="tx1"/>
              </a:buClr>
              <a:buSzPct val="100000"/>
              <a:buFont typeface="Symbol" panose="05050102010706020507" pitchFamily="18" charset="2"/>
              <a:buChar char="-"/>
              <a:defRPr sz="1400" kern="1200" baseline="0">
                <a:solidFill>
                  <a:schemeClr val="tx1"/>
                </a:solidFill>
                <a:latin typeface="+mn-lt"/>
                <a:ea typeface="+mn-ea"/>
                <a:cs typeface="+mn-cs"/>
              </a:defRPr>
            </a:lvl5pPr>
            <a:lvl6pPr marL="2993535"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37814"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8209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2637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9pPr>
          </a:lstStyle>
          <a:p>
            <a:pPr marL="0" lvl="1" indent="0">
              <a:buFont typeface="Wingdings" pitchFamily="2" charset="2"/>
              <a:buNone/>
            </a:pPr>
            <a:r>
              <a:rPr lang="en-US" sz="1400" b="1" dirty="0"/>
              <a:t>Examples:</a:t>
            </a:r>
          </a:p>
          <a:p>
            <a:pPr lvl="1"/>
            <a:r>
              <a:rPr lang="en-US" sz="1400" b="1" dirty="0">
                <a:latin typeface="Courier New" panose="02070309020205020404" pitchFamily="49" charset="0"/>
                <a:cs typeface="Courier New" panose="02070309020205020404" pitchFamily="49" charset="0"/>
              </a:rPr>
              <a:t>CMD /bin/</a:t>
            </a:r>
            <a:r>
              <a:rPr lang="en-US" sz="1400" b="1" dirty="0" err="1">
                <a:latin typeface="Courier New" panose="02070309020205020404" pitchFamily="49" charset="0"/>
                <a:cs typeface="Courier New" panose="02070309020205020404" pitchFamily="49" charset="0"/>
              </a:rPr>
              <a:t>helloworld</a:t>
            </a:r>
            <a:endParaRPr lang="en-US" sz="1400" b="1" dirty="0">
              <a:latin typeface="Courier New" panose="02070309020205020404" pitchFamily="49" charset="0"/>
              <a:cs typeface="Courier New" panose="02070309020205020404" pitchFamily="49" charset="0"/>
            </a:endParaRPr>
          </a:p>
          <a:p>
            <a:pPr lvl="2"/>
            <a:r>
              <a:rPr lang="en-US" sz="1400" dirty="0"/>
              <a:t>will run a hello-world program when the container is started. This form is executed in a shell</a:t>
            </a:r>
          </a:p>
          <a:p>
            <a:pPr lvl="1"/>
            <a:r>
              <a:rPr lang="en-US" sz="1400" b="1" dirty="0">
                <a:latin typeface="Courier New" panose="02070309020205020404" pitchFamily="49" charset="0"/>
                <a:cs typeface="Courier New" panose="02070309020205020404" pitchFamily="49" charset="0"/>
              </a:rPr>
              <a:t>CMD ["</a:t>
            </a:r>
            <a:r>
              <a:rPr lang="en-US" sz="1400" b="1" dirty="0" err="1">
                <a:latin typeface="Courier New" panose="02070309020205020404" pitchFamily="49" charset="0"/>
                <a:cs typeface="Courier New" panose="02070309020205020404" pitchFamily="49" charset="0"/>
              </a:rPr>
              <a:t>nginx</a:t>
            </a:r>
            <a:r>
              <a:rPr lang="en-US" sz="1400" b="1" dirty="0">
                <a:latin typeface="Courier New" panose="02070309020205020404" pitchFamily="49" charset="0"/>
                <a:cs typeface="Courier New" panose="02070309020205020404" pitchFamily="49" charset="0"/>
              </a:rPr>
              <a:t>", "-c", "daemon off;"]</a:t>
            </a:r>
          </a:p>
          <a:p>
            <a:pPr lvl="2"/>
            <a:r>
              <a:rPr lang="en-US" sz="1400" dirty="0"/>
              <a:t>will run the </a:t>
            </a:r>
            <a:r>
              <a:rPr lang="en-US" sz="1400" dirty="0" err="1"/>
              <a:t>nginx</a:t>
            </a:r>
            <a:r>
              <a:rPr lang="en-US" sz="1400" dirty="0"/>
              <a:t> binary with the arguments </a:t>
            </a:r>
            <a:r>
              <a:rPr lang="en-US" sz="1400" i="1" dirty="0"/>
              <a:t>“-c”</a:t>
            </a:r>
            <a:r>
              <a:rPr lang="en-US" sz="1400" dirty="0"/>
              <a:t> and </a:t>
            </a:r>
            <a:r>
              <a:rPr lang="en-US" sz="1400" i="1" dirty="0"/>
              <a:t>“daemon off;” </a:t>
            </a:r>
            <a:r>
              <a:rPr lang="en-US" sz="1400" dirty="0"/>
              <a:t>This form is directly executed via a system call (without shell)</a:t>
            </a:r>
            <a:endParaRPr lang="en-US" sz="1400" b="1" dirty="0"/>
          </a:p>
        </p:txBody>
      </p:sp>
      <p:sp>
        <p:nvSpPr>
          <p:cNvPr id="8" name="Text Placeholder 1"/>
          <p:cNvSpPr txBox="1">
            <a:spLocks/>
          </p:cNvSpPr>
          <p:nvPr/>
        </p:nvSpPr>
        <p:spPr bwMode="gray">
          <a:xfrm>
            <a:off x="6362477" y="1506788"/>
            <a:ext cx="5328000" cy="1967931"/>
          </a:xfrm>
          <a:prstGeom prst="rect">
            <a:avLst/>
          </a:prstGeom>
        </p:spPr>
        <p:txBody>
          <a:bodyPr vert="horz" lIns="36000" tIns="36000" rIns="36000" bIns="36000" rtlCol="0">
            <a:noAutofit/>
          </a:bodyPr>
          <a:lstStyle>
            <a:lvl1pPr marL="0" indent="0" algn="l" defTabSz="1088558" rtl="0" eaLnBrk="1" latinLnBrk="0" hangingPunct="1">
              <a:spcBef>
                <a:spcPts val="1800"/>
              </a:spcBef>
              <a:buClr>
                <a:schemeClr val="accent1"/>
              </a:buClr>
              <a:buSzPct val="80000"/>
              <a:buFontTx/>
              <a:buNone/>
              <a:defRPr sz="2000" b="0" kern="1200">
                <a:solidFill>
                  <a:schemeClr val="tx1"/>
                </a:solidFill>
                <a:latin typeface="+mn-lt"/>
                <a:ea typeface="+mn-ea"/>
                <a:cs typeface="+mn-cs"/>
              </a:defRPr>
            </a:lvl1pPr>
            <a:lvl2pPr marL="179964" indent="-179964" algn="l" defTabSz="1088558" rtl="0" eaLnBrk="1" latinLnBrk="0" hangingPunct="1">
              <a:spcBef>
                <a:spcPts val="600"/>
              </a:spcBef>
              <a:buClr>
                <a:schemeClr val="accent1"/>
              </a:buClr>
              <a:buSzPct val="100000"/>
              <a:buFont typeface="Wingdings" pitchFamily="2" charset="2"/>
              <a:buChar char="§"/>
              <a:defRPr sz="1800" kern="1200">
                <a:solidFill>
                  <a:schemeClr val="tx1"/>
                </a:solidFill>
                <a:latin typeface="+mn-lt"/>
                <a:ea typeface="+mn-ea"/>
                <a:cs typeface="+mn-cs"/>
              </a:defRPr>
            </a:lvl2pPr>
            <a:lvl3pPr marL="358775" indent="-179388" algn="l" defTabSz="1088558" rtl="0" eaLnBrk="1" latinLnBrk="0" hangingPunct="1">
              <a:spcBef>
                <a:spcPts val="300"/>
              </a:spcBef>
              <a:buClr>
                <a:schemeClr val="tx1"/>
              </a:buClr>
              <a:buSzPct val="100000"/>
              <a:buFont typeface="Arial" panose="020B0604020202020204" pitchFamily="34" charset="0"/>
              <a:buChar char="–"/>
              <a:defRPr lang="en-US" sz="1800" kern="1200" noProof="0" dirty="0" smtClean="0">
                <a:solidFill>
                  <a:schemeClr val="tx1"/>
                </a:solidFill>
                <a:latin typeface="+mn-lt"/>
                <a:ea typeface="+mn-ea"/>
                <a:cs typeface="+mn-cs"/>
              </a:defRPr>
            </a:lvl3pPr>
            <a:lvl4pPr marL="539892" indent="-179964" algn="l" defTabSz="1088558" rtl="0" eaLnBrk="1" latinLnBrk="0" hangingPunct="1">
              <a:spcBef>
                <a:spcPts val="300"/>
              </a:spcBef>
              <a:buClr>
                <a:schemeClr val="tx1"/>
              </a:buClr>
              <a:buSzPct val="120000"/>
              <a:buFont typeface="Arial" pitchFamily="34" charset="0"/>
              <a:buChar char="▫"/>
              <a:defRPr sz="1600" kern="1200">
                <a:solidFill>
                  <a:schemeClr val="tx1"/>
                </a:solidFill>
                <a:latin typeface="+mn-lt"/>
                <a:ea typeface="+mn-ea"/>
                <a:cs typeface="+mn-cs"/>
              </a:defRPr>
            </a:lvl4pPr>
            <a:lvl5pPr marL="719856" indent="-179964" algn="l" defTabSz="1088558" rtl="0" eaLnBrk="1" latinLnBrk="0" hangingPunct="1">
              <a:spcBef>
                <a:spcPts val="100"/>
              </a:spcBef>
              <a:buClr>
                <a:schemeClr val="tx1"/>
              </a:buClr>
              <a:buSzPct val="100000"/>
              <a:buFont typeface="Symbol" panose="05050102010706020507" pitchFamily="18" charset="2"/>
              <a:buChar char="-"/>
              <a:defRPr sz="1400" kern="1200" baseline="0">
                <a:solidFill>
                  <a:schemeClr val="tx1"/>
                </a:solidFill>
                <a:latin typeface="+mn-lt"/>
                <a:ea typeface="+mn-ea"/>
                <a:cs typeface="+mn-cs"/>
              </a:defRPr>
            </a:lvl5pPr>
            <a:lvl6pPr marL="2993535"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37814"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8209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2637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9pPr>
          </a:lstStyle>
          <a:p>
            <a:r>
              <a:rPr lang="en-US" b="1" dirty="0"/>
              <a:t>ENTRYPOINT</a:t>
            </a:r>
          </a:p>
          <a:p>
            <a:pPr lvl="1"/>
            <a:r>
              <a:rPr lang="en-US" dirty="0"/>
              <a:t>sets the program to be directly run when a container is created</a:t>
            </a:r>
          </a:p>
          <a:p>
            <a:pPr lvl="1"/>
            <a:r>
              <a:rPr lang="en-US" dirty="0"/>
              <a:t>can be overridden with the option “--</a:t>
            </a:r>
            <a:r>
              <a:rPr lang="en-US" dirty="0" err="1"/>
              <a:t>entrypoint</a:t>
            </a:r>
            <a:r>
              <a:rPr lang="en-US" dirty="0"/>
              <a:t>”.</a:t>
            </a:r>
          </a:p>
        </p:txBody>
      </p:sp>
      <p:sp>
        <p:nvSpPr>
          <p:cNvPr id="9" name="Text Placeholder 1"/>
          <p:cNvSpPr txBox="1">
            <a:spLocks/>
          </p:cNvSpPr>
          <p:nvPr/>
        </p:nvSpPr>
        <p:spPr bwMode="gray">
          <a:xfrm>
            <a:off x="6362477" y="3735000"/>
            <a:ext cx="5328000" cy="2308749"/>
          </a:xfrm>
          <a:prstGeom prst="rect">
            <a:avLst/>
          </a:prstGeom>
          <a:solidFill>
            <a:srgbClr val="FFF8E7"/>
          </a:solidFill>
        </p:spPr>
        <p:txBody>
          <a:bodyPr vert="horz" lIns="36000" tIns="36000" rIns="36000" bIns="36000" rtlCol="0">
            <a:noAutofit/>
          </a:bodyPr>
          <a:lstStyle>
            <a:lvl1pPr marL="0" indent="0" algn="l" defTabSz="1088558" rtl="0" eaLnBrk="1" latinLnBrk="0" hangingPunct="1">
              <a:spcBef>
                <a:spcPts val="1800"/>
              </a:spcBef>
              <a:buClr>
                <a:schemeClr val="accent1"/>
              </a:buClr>
              <a:buSzPct val="80000"/>
              <a:buFontTx/>
              <a:buNone/>
              <a:defRPr sz="2000" b="0" kern="1200">
                <a:solidFill>
                  <a:schemeClr val="tx1"/>
                </a:solidFill>
                <a:latin typeface="+mn-lt"/>
                <a:ea typeface="+mn-ea"/>
                <a:cs typeface="+mn-cs"/>
              </a:defRPr>
            </a:lvl1pPr>
            <a:lvl2pPr marL="179964" indent="-179964" algn="l" defTabSz="1088558" rtl="0" eaLnBrk="1" latinLnBrk="0" hangingPunct="1">
              <a:spcBef>
                <a:spcPts val="600"/>
              </a:spcBef>
              <a:buClr>
                <a:schemeClr val="accent1"/>
              </a:buClr>
              <a:buSzPct val="100000"/>
              <a:buFont typeface="Wingdings" pitchFamily="2" charset="2"/>
              <a:buChar char="§"/>
              <a:defRPr sz="1800" kern="1200">
                <a:solidFill>
                  <a:schemeClr val="tx1"/>
                </a:solidFill>
                <a:latin typeface="+mn-lt"/>
                <a:ea typeface="+mn-ea"/>
                <a:cs typeface="+mn-cs"/>
              </a:defRPr>
            </a:lvl2pPr>
            <a:lvl3pPr marL="358775" indent="-179388" algn="l" defTabSz="1088558" rtl="0" eaLnBrk="1" latinLnBrk="0" hangingPunct="1">
              <a:spcBef>
                <a:spcPts val="300"/>
              </a:spcBef>
              <a:buClr>
                <a:schemeClr val="tx1"/>
              </a:buClr>
              <a:buSzPct val="100000"/>
              <a:buFont typeface="Arial" panose="020B0604020202020204" pitchFamily="34" charset="0"/>
              <a:buChar char="–"/>
              <a:defRPr lang="en-US" sz="1800" kern="1200" noProof="0" dirty="0" smtClean="0">
                <a:solidFill>
                  <a:schemeClr val="tx1"/>
                </a:solidFill>
                <a:latin typeface="+mn-lt"/>
                <a:ea typeface="+mn-ea"/>
                <a:cs typeface="+mn-cs"/>
              </a:defRPr>
            </a:lvl3pPr>
            <a:lvl4pPr marL="539892" indent="-179964" algn="l" defTabSz="1088558" rtl="0" eaLnBrk="1" latinLnBrk="0" hangingPunct="1">
              <a:spcBef>
                <a:spcPts val="300"/>
              </a:spcBef>
              <a:buClr>
                <a:schemeClr val="tx1"/>
              </a:buClr>
              <a:buSzPct val="120000"/>
              <a:buFont typeface="Arial" pitchFamily="34" charset="0"/>
              <a:buChar char="▫"/>
              <a:defRPr sz="1600" kern="1200">
                <a:solidFill>
                  <a:schemeClr val="tx1"/>
                </a:solidFill>
                <a:latin typeface="+mn-lt"/>
                <a:ea typeface="+mn-ea"/>
                <a:cs typeface="+mn-cs"/>
              </a:defRPr>
            </a:lvl4pPr>
            <a:lvl5pPr marL="719856" indent="-179964" algn="l" defTabSz="1088558" rtl="0" eaLnBrk="1" latinLnBrk="0" hangingPunct="1">
              <a:spcBef>
                <a:spcPts val="100"/>
              </a:spcBef>
              <a:buClr>
                <a:schemeClr val="tx1"/>
              </a:buClr>
              <a:buSzPct val="100000"/>
              <a:buFont typeface="Symbol" panose="05050102010706020507" pitchFamily="18" charset="2"/>
              <a:buChar char="-"/>
              <a:defRPr sz="1400" kern="1200" baseline="0">
                <a:solidFill>
                  <a:schemeClr val="tx1"/>
                </a:solidFill>
                <a:latin typeface="+mn-lt"/>
                <a:ea typeface="+mn-ea"/>
                <a:cs typeface="+mn-cs"/>
              </a:defRPr>
            </a:lvl5pPr>
            <a:lvl6pPr marL="2993535"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37814"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8209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2637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9pPr>
          </a:lstStyle>
          <a:p>
            <a:pPr marL="0" lvl="1" indent="0">
              <a:buNone/>
            </a:pPr>
            <a:r>
              <a:rPr lang="en-US" sz="1400" b="1" dirty="0"/>
              <a:t>Examples:</a:t>
            </a:r>
          </a:p>
          <a:p>
            <a:pPr lvl="1"/>
            <a:r>
              <a:rPr lang="en-US" sz="1400" b="1" dirty="0">
                <a:latin typeface="Courier New" panose="02070309020205020404" pitchFamily="49" charset="0"/>
                <a:cs typeface="Courier New" panose="02070309020205020404" pitchFamily="49" charset="0"/>
              </a:rPr>
              <a:t>ENTRYPOINT [ "/</a:t>
            </a:r>
            <a:r>
              <a:rPr lang="en-US" sz="1400" b="1" dirty="0" err="1">
                <a:latin typeface="Courier New" panose="02070309020205020404" pitchFamily="49" charset="0"/>
                <a:cs typeface="Courier New" panose="02070309020205020404" pitchFamily="49" charset="0"/>
              </a:rPr>
              <a:t>usr</a:t>
            </a:r>
            <a:r>
              <a:rPr lang="en-US" sz="1400" b="1" dirty="0">
                <a:latin typeface="Courier New" panose="02070309020205020404" pitchFamily="49" charset="0"/>
                <a:cs typeface="Courier New" panose="02070309020205020404" pitchFamily="49" charset="0"/>
              </a:rPr>
              <a:t>/bin/</a:t>
            </a:r>
            <a:r>
              <a:rPr lang="en-US" sz="1400" b="1" dirty="0" err="1">
                <a:latin typeface="Courier New" panose="02070309020205020404" pitchFamily="49" charset="0"/>
                <a:cs typeface="Courier New" panose="02070309020205020404" pitchFamily="49" charset="0"/>
              </a:rPr>
              <a:t>nginx</a:t>
            </a:r>
            <a:r>
              <a:rPr lang="en-US" sz="1400" b="1" dirty="0">
                <a:latin typeface="Courier New" panose="02070309020205020404" pitchFamily="49" charset="0"/>
                <a:cs typeface="Courier New" panose="02070309020205020404" pitchFamily="49" charset="0"/>
              </a:rPr>
              <a:t>" ]</a:t>
            </a:r>
          </a:p>
          <a:p>
            <a:pPr lvl="2"/>
            <a:r>
              <a:rPr lang="en-US" sz="1400" dirty="0"/>
              <a:t>starts </a:t>
            </a:r>
            <a:r>
              <a:rPr lang="en-US" sz="1400" dirty="0" err="1"/>
              <a:t>nginx</a:t>
            </a:r>
            <a:r>
              <a:rPr lang="en-US" sz="1400" dirty="0"/>
              <a:t> directly without using a shell to start it. (Note the brackets)</a:t>
            </a:r>
          </a:p>
          <a:p>
            <a:pPr lvl="2"/>
            <a:endParaRPr lang="en-US" sz="1400" b="1" dirty="0"/>
          </a:p>
        </p:txBody>
      </p:sp>
    </p:spTree>
    <p:extLst>
      <p:ext uri="{BB962C8B-B14F-4D97-AF65-F5344CB8AC3E}">
        <p14:creationId xmlns:p14="http://schemas.microsoft.com/office/powerpoint/2010/main" val="12294608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504000" y="1506788"/>
            <a:ext cx="5328000" cy="2074611"/>
          </a:xfrm>
        </p:spPr>
        <p:txBody>
          <a:bodyPr lIns="36000" tIns="36000" rIns="36000" bIns="36000"/>
          <a:lstStyle/>
          <a:p>
            <a:r>
              <a:rPr lang="en-US" b="1" dirty="0"/>
              <a:t>USER</a:t>
            </a:r>
          </a:p>
          <a:p>
            <a:pPr lvl="1"/>
            <a:r>
              <a:rPr lang="en-US" dirty="0"/>
              <a:t>Set the active user &amp; group for following commands</a:t>
            </a:r>
          </a:p>
          <a:p>
            <a:pPr lvl="1"/>
            <a:r>
              <a:rPr lang="en-US" dirty="0"/>
              <a:t>Specified user is valid for RUN as well as CMD &amp; </a:t>
            </a:r>
            <a:r>
              <a:rPr lang="en-US" dirty="0" err="1"/>
              <a:t>Entrypoint</a:t>
            </a:r>
            <a:endParaRPr lang="en-US" dirty="0"/>
          </a:p>
          <a:p>
            <a:pPr lvl="1"/>
            <a:r>
              <a:rPr lang="en-US" dirty="0"/>
              <a:t>Prerequisite: the target user / group has to exist</a:t>
            </a:r>
          </a:p>
        </p:txBody>
      </p:sp>
      <p:sp>
        <p:nvSpPr>
          <p:cNvPr id="4" name="Title 3"/>
          <p:cNvSpPr>
            <a:spLocks noGrp="1"/>
          </p:cNvSpPr>
          <p:nvPr>
            <p:ph type="title"/>
          </p:nvPr>
        </p:nvSpPr>
        <p:spPr/>
        <p:txBody>
          <a:bodyPr/>
          <a:lstStyle/>
          <a:p>
            <a:r>
              <a:rPr lang="en-US" dirty="0"/>
              <a:t>Dockerfile directives (6)</a:t>
            </a:r>
          </a:p>
        </p:txBody>
      </p:sp>
      <p:sp>
        <p:nvSpPr>
          <p:cNvPr id="7" name="Text Placeholder 1"/>
          <p:cNvSpPr txBox="1">
            <a:spLocks/>
          </p:cNvSpPr>
          <p:nvPr/>
        </p:nvSpPr>
        <p:spPr bwMode="gray">
          <a:xfrm>
            <a:off x="504000" y="3735000"/>
            <a:ext cx="5328000" cy="2308749"/>
          </a:xfrm>
          <a:prstGeom prst="rect">
            <a:avLst/>
          </a:prstGeom>
          <a:solidFill>
            <a:srgbClr val="FFF8E7"/>
          </a:solidFill>
        </p:spPr>
        <p:txBody>
          <a:bodyPr vert="horz" lIns="36000" tIns="36000" rIns="36000" bIns="36000" rtlCol="0">
            <a:noAutofit/>
          </a:bodyPr>
          <a:lstStyle>
            <a:lvl1pPr marL="0" indent="0" algn="l" defTabSz="1088558" rtl="0" eaLnBrk="1" latinLnBrk="0" hangingPunct="1">
              <a:spcBef>
                <a:spcPts val="1800"/>
              </a:spcBef>
              <a:buClr>
                <a:schemeClr val="accent1"/>
              </a:buClr>
              <a:buSzPct val="80000"/>
              <a:buFontTx/>
              <a:buNone/>
              <a:defRPr sz="2000" b="0" kern="1200">
                <a:solidFill>
                  <a:schemeClr val="tx1"/>
                </a:solidFill>
                <a:latin typeface="+mn-lt"/>
                <a:ea typeface="+mn-ea"/>
                <a:cs typeface="+mn-cs"/>
              </a:defRPr>
            </a:lvl1pPr>
            <a:lvl2pPr marL="179964" indent="-179964" algn="l" defTabSz="1088558" rtl="0" eaLnBrk="1" latinLnBrk="0" hangingPunct="1">
              <a:spcBef>
                <a:spcPts val="600"/>
              </a:spcBef>
              <a:buClr>
                <a:schemeClr val="accent1"/>
              </a:buClr>
              <a:buSzPct val="100000"/>
              <a:buFont typeface="Wingdings" pitchFamily="2" charset="2"/>
              <a:buChar char="§"/>
              <a:defRPr sz="1800" kern="1200">
                <a:solidFill>
                  <a:schemeClr val="tx1"/>
                </a:solidFill>
                <a:latin typeface="+mn-lt"/>
                <a:ea typeface="+mn-ea"/>
                <a:cs typeface="+mn-cs"/>
              </a:defRPr>
            </a:lvl2pPr>
            <a:lvl3pPr marL="358775" indent="-179388" algn="l" defTabSz="1088558" rtl="0" eaLnBrk="1" latinLnBrk="0" hangingPunct="1">
              <a:spcBef>
                <a:spcPts val="300"/>
              </a:spcBef>
              <a:buClr>
                <a:schemeClr val="tx1"/>
              </a:buClr>
              <a:buSzPct val="100000"/>
              <a:buFont typeface="Arial" panose="020B0604020202020204" pitchFamily="34" charset="0"/>
              <a:buChar char="–"/>
              <a:defRPr lang="en-US" sz="1800" kern="1200" noProof="0" dirty="0" smtClean="0">
                <a:solidFill>
                  <a:schemeClr val="tx1"/>
                </a:solidFill>
                <a:latin typeface="+mn-lt"/>
                <a:ea typeface="+mn-ea"/>
                <a:cs typeface="+mn-cs"/>
              </a:defRPr>
            </a:lvl3pPr>
            <a:lvl4pPr marL="539892" indent="-179964" algn="l" defTabSz="1088558" rtl="0" eaLnBrk="1" latinLnBrk="0" hangingPunct="1">
              <a:spcBef>
                <a:spcPts val="300"/>
              </a:spcBef>
              <a:buClr>
                <a:schemeClr val="tx1"/>
              </a:buClr>
              <a:buSzPct val="120000"/>
              <a:buFont typeface="Arial" pitchFamily="34" charset="0"/>
              <a:buChar char="▫"/>
              <a:defRPr sz="1600" kern="1200">
                <a:solidFill>
                  <a:schemeClr val="tx1"/>
                </a:solidFill>
                <a:latin typeface="+mn-lt"/>
                <a:ea typeface="+mn-ea"/>
                <a:cs typeface="+mn-cs"/>
              </a:defRPr>
            </a:lvl4pPr>
            <a:lvl5pPr marL="719856" indent="-179964" algn="l" defTabSz="1088558" rtl="0" eaLnBrk="1" latinLnBrk="0" hangingPunct="1">
              <a:spcBef>
                <a:spcPts val="100"/>
              </a:spcBef>
              <a:buClr>
                <a:schemeClr val="tx1"/>
              </a:buClr>
              <a:buSzPct val="100000"/>
              <a:buFont typeface="Symbol" panose="05050102010706020507" pitchFamily="18" charset="2"/>
              <a:buChar char="-"/>
              <a:defRPr sz="1400" kern="1200" baseline="0">
                <a:solidFill>
                  <a:schemeClr val="tx1"/>
                </a:solidFill>
                <a:latin typeface="+mn-lt"/>
                <a:ea typeface="+mn-ea"/>
                <a:cs typeface="+mn-cs"/>
              </a:defRPr>
            </a:lvl5pPr>
            <a:lvl6pPr marL="2993535"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37814"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8209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2637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9pPr>
          </a:lstStyle>
          <a:p>
            <a:pPr marL="0" lvl="1" indent="0">
              <a:buFont typeface="Wingdings" pitchFamily="2" charset="2"/>
              <a:buNone/>
            </a:pPr>
            <a:r>
              <a:rPr lang="en-US" sz="1400" b="1" dirty="0"/>
              <a:t>Examples:</a:t>
            </a:r>
          </a:p>
          <a:p>
            <a:pPr lvl="1"/>
            <a:r>
              <a:rPr lang="en-US" sz="1400" b="1" dirty="0">
                <a:latin typeface="Courier New" panose="02070309020205020404" pitchFamily="49" charset="0"/>
                <a:cs typeface="Courier New" panose="02070309020205020404" pitchFamily="49" charset="0"/>
              </a:rPr>
              <a:t>RUN </a:t>
            </a:r>
            <a:r>
              <a:rPr lang="en-US" sz="1400" b="1" dirty="0" err="1">
                <a:latin typeface="Courier New" panose="02070309020205020404" pitchFamily="49" charset="0"/>
                <a:cs typeface="Courier New" panose="02070309020205020404" pitchFamily="49" charset="0"/>
              </a:rPr>
              <a:t>adduser</a:t>
            </a:r>
            <a:r>
              <a:rPr lang="en-US" sz="1400" b="1" dirty="0">
                <a:latin typeface="Courier New" panose="02070309020205020404" pitchFamily="49" charset="0"/>
                <a:cs typeface="Courier New" panose="02070309020205020404" pitchFamily="49" charset="0"/>
              </a:rPr>
              <a:t> -D -s /</a:t>
            </a:r>
            <a:r>
              <a:rPr lang="en-US" sz="1400" b="1" dirty="0" err="1">
                <a:latin typeface="Courier New" panose="02070309020205020404" pitchFamily="49" charset="0"/>
                <a:cs typeface="Courier New" panose="02070309020205020404" pitchFamily="49" charset="0"/>
              </a:rPr>
              <a:t>sbin</a:t>
            </a:r>
            <a:r>
              <a:rPr lang="en-US" sz="1400" b="1" dirty="0">
                <a:latin typeface="Courier New" panose="02070309020205020404" pitchFamily="49" charset="0"/>
                <a:cs typeface="Courier New" panose="02070309020205020404" pitchFamily="49" charset="0"/>
              </a:rPr>
              <a:t>/</a:t>
            </a:r>
            <a:r>
              <a:rPr lang="en-US" sz="1400" b="1" dirty="0" err="1">
                <a:latin typeface="Courier New" panose="02070309020205020404" pitchFamily="49" charset="0"/>
                <a:cs typeface="Courier New" panose="02070309020205020404" pitchFamily="49" charset="0"/>
              </a:rPr>
              <a:t>nologin</a:t>
            </a:r>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nginx</a:t>
            </a:r>
            <a:endParaRPr lang="en-US" sz="1400" b="1" dirty="0">
              <a:latin typeface="Courier New" panose="02070309020205020404" pitchFamily="49" charset="0"/>
              <a:cs typeface="Courier New" panose="02070309020205020404" pitchFamily="49" charset="0"/>
            </a:endParaRPr>
          </a:p>
          <a:p>
            <a:pPr lvl="2"/>
            <a:r>
              <a:rPr lang="en-US" sz="1400" dirty="0"/>
              <a:t>will create a new user with name “</a:t>
            </a:r>
            <a:r>
              <a:rPr lang="en-US" sz="1400" dirty="0" err="1"/>
              <a:t>nginx</a:t>
            </a:r>
            <a:r>
              <a:rPr lang="en-US" sz="1400" dirty="0"/>
              <a:t>”</a:t>
            </a:r>
          </a:p>
          <a:p>
            <a:pPr lvl="1"/>
            <a:r>
              <a:rPr lang="en-US" sz="1400" b="1" dirty="0">
                <a:latin typeface="Courier New" panose="02070309020205020404" pitchFamily="49" charset="0"/>
                <a:cs typeface="Courier New" panose="02070309020205020404" pitchFamily="49" charset="0"/>
              </a:rPr>
              <a:t>USER </a:t>
            </a:r>
            <a:r>
              <a:rPr lang="en-US" sz="1400" b="1" dirty="0" err="1">
                <a:latin typeface="Courier New" panose="02070309020205020404" pitchFamily="49" charset="0"/>
                <a:cs typeface="Courier New" panose="02070309020205020404" pitchFamily="49" charset="0"/>
              </a:rPr>
              <a:t>nginx</a:t>
            </a:r>
            <a:endParaRPr lang="en-US" sz="1400" b="1" dirty="0">
              <a:latin typeface="Courier New" panose="02070309020205020404" pitchFamily="49" charset="0"/>
              <a:cs typeface="Courier New" panose="02070309020205020404" pitchFamily="49" charset="0"/>
            </a:endParaRPr>
          </a:p>
          <a:p>
            <a:pPr lvl="2"/>
            <a:r>
              <a:rPr lang="en-US" sz="1400" dirty="0"/>
              <a:t>will switch from current user to “</a:t>
            </a:r>
            <a:r>
              <a:rPr lang="en-US" sz="1400" dirty="0" err="1"/>
              <a:t>nginx</a:t>
            </a:r>
            <a:r>
              <a:rPr lang="en-US" sz="1400" dirty="0"/>
              <a:t>”. Valid for all following commands such as RUN but also when starting a new container later</a:t>
            </a:r>
            <a:endParaRPr lang="en-US" sz="1400" b="1" dirty="0"/>
          </a:p>
        </p:txBody>
      </p:sp>
    </p:spTree>
    <p:extLst>
      <p:ext uri="{BB962C8B-B14F-4D97-AF65-F5344CB8AC3E}">
        <p14:creationId xmlns:p14="http://schemas.microsoft.com/office/powerpoint/2010/main" val="21366885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6182DB24-448C-4A97-AAD6-09FD3A8DED89}"/>
              </a:ext>
            </a:extLst>
          </p:cNvPr>
          <p:cNvSpPr/>
          <p:nvPr/>
        </p:nvSpPr>
        <p:spPr bwMode="gray">
          <a:xfrm>
            <a:off x="2254258" y="3636276"/>
            <a:ext cx="7685962" cy="2432649"/>
          </a:xfrm>
          <a:prstGeom prst="rect">
            <a:avLst/>
          </a:prstGeom>
          <a:ln>
            <a:headEnd/>
            <a:tailEnd/>
          </a:ln>
        </p:spPr>
        <p:style>
          <a:lnRef idx="2">
            <a:schemeClr val="accent2">
              <a:shade val="50000"/>
            </a:schemeClr>
          </a:lnRef>
          <a:fillRef idx="1">
            <a:schemeClr val="accent2"/>
          </a:fillRef>
          <a:effectRef idx="0">
            <a:schemeClr val="accent2"/>
          </a:effectRef>
          <a:fontRef idx="minor">
            <a:schemeClr val="lt1"/>
          </a:fontRef>
        </p:style>
        <p:txBody>
          <a:bodyPr lIns="90000" tIns="72000" rIns="90000" bIns="72000" rtlCol="0" anchor="b"/>
          <a:lstStyle/>
          <a:p>
            <a:r>
              <a:rPr lang="en-US" sz="1800" dirty="0"/>
              <a:t>$: </a:t>
            </a:r>
            <a:r>
              <a:rPr lang="en-US" sz="1800" dirty="0" err="1"/>
              <a:t>ps</a:t>
            </a:r>
            <a:r>
              <a:rPr lang="en-US" sz="1800" dirty="0"/>
              <a:t> </a:t>
            </a:r>
            <a:r>
              <a:rPr lang="en-US" sz="1800" dirty="0" err="1"/>
              <a:t>aufx</a:t>
            </a:r>
            <a:endParaRPr lang="en-US" sz="1800" dirty="0"/>
          </a:p>
          <a:p>
            <a:r>
              <a:rPr lang="en-US" sz="1800" dirty="0"/>
              <a:t>…</a:t>
            </a:r>
          </a:p>
          <a:p>
            <a:r>
              <a:rPr lang="en-US" sz="1800" dirty="0"/>
              <a:t>root      /</a:t>
            </a:r>
            <a:r>
              <a:rPr lang="en-US" sz="1800" dirty="0" err="1"/>
              <a:t>usr</a:t>
            </a:r>
            <a:r>
              <a:rPr lang="en-US" sz="1800" dirty="0"/>
              <a:t>/bin/</a:t>
            </a:r>
            <a:r>
              <a:rPr lang="en-US" sz="1800" dirty="0" err="1"/>
              <a:t>containerd</a:t>
            </a:r>
            <a:endParaRPr lang="en-US" sz="1800" dirty="0"/>
          </a:p>
          <a:p>
            <a:r>
              <a:rPr lang="en-US" sz="1800" dirty="0"/>
              <a:t>root      \_ </a:t>
            </a:r>
            <a:r>
              <a:rPr lang="en-US" sz="1800" dirty="0" err="1"/>
              <a:t>containerd</a:t>
            </a:r>
            <a:r>
              <a:rPr lang="en-US" sz="1800" dirty="0"/>
              <a:t>-shim -namespace </a:t>
            </a:r>
            <a:r>
              <a:rPr lang="en-US" sz="1800" dirty="0" err="1"/>
              <a:t>moby</a:t>
            </a:r>
            <a:endParaRPr lang="en-US" sz="1800" dirty="0"/>
          </a:p>
          <a:p>
            <a:r>
              <a:rPr lang="en-US" sz="1800" dirty="0">
                <a:highlight>
                  <a:srgbClr val="000000"/>
                </a:highlight>
              </a:rPr>
              <a:t>root</a:t>
            </a:r>
            <a:r>
              <a:rPr lang="en-US" sz="1800" dirty="0"/>
              <a:t>         \_ /bin/</a:t>
            </a:r>
            <a:r>
              <a:rPr lang="en-US" sz="1800" dirty="0" err="1"/>
              <a:t>sh</a:t>
            </a:r>
            <a:endParaRPr lang="en-US" sz="1800" dirty="0"/>
          </a:p>
          <a:p>
            <a:r>
              <a:rPr lang="en-US" sz="1800" dirty="0">
                <a:highlight>
                  <a:srgbClr val="000000"/>
                </a:highlight>
              </a:rPr>
              <a:t>root</a:t>
            </a:r>
            <a:r>
              <a:rPr lang="en-US" sz="1800" dirty="0"/>
              <a:t>            \_ </a:t>
            </a:r>
            <a:r>
              <a:rPr lang="en-US" sz="1800" dirty="0" err="1"/>
              <a:t>whoami</a:t>
            </a:r>
            <a:endParaRPr lang="en-US" sz="1800" dirty="0"/>
          </a:p>
        </p:txBody>
      </p:sp>
      <p:sp>
        <p:nvSpPr>
          <p:cNvPr id="4" name="Title 3">
            <a:extLst>
              <a:ext uri="{FF2B5EF4-FFF2-40B4-BE49-F238E27FC236}">
                <a16:creationId xmlns:a16="http://schemas.microsoft.com/office/drawing/2014/main" id="{E919ED96-B3DB-41D2-8911-BCECE8B5D093}"/>
              </a:ext>
            </a:extLst>
          </p:cNvPr>
          <p:cNvSpPr>
            <a:spLocks noGrp="1"/>
          </p:cNvSpPr>
          <p:nvPr>
            <p:ph type="title"/>
          </p:nvPr>
        </p:nvSpPr>
        <p:spPr/>
        <p:txBody>
          <a:bodyPr/>
          <a:lstStyle/>
          <a:p>
            <a:r>
              <a:rPr lang="en-US" dirty="0"/>
              <a:t>Running a container as root</a:t>
            </a:r>
          </a:p>
        </p:txBody>
      </p:sp>
      <p:grpSp>
        <p:nvGrpSpPr>
          <p:cNvPr id="9" name="Group 8">
            <a:extLst>
              <a:ext uri="{FF2B5EF4-FFF2-40B4-BE49-F238E27FC236}">
                <a16:creationId xmlns:a16="http://schemas.microsoft.com/office/drawing/2014/main" id="{E22300D6-E373-4C62-8F36-D0EA4C619A54}"/>
              </a:ext>
            </a:extLst>
          </p:cNvPr>
          <p:cNvGrpSpPr/>
          <p:nvPr/>
        </p:nvGrpSpPr>
        <p:grpSpPr>
          <a:xfrm>
            <a:off x="4004515" y="1971378"/>
            <a:ext cx="4185448" cy="2648309"/>
            <a:chOff x="3535193" y="2104845"/>
            <a:chExt cx="4185448" cy="2648309"/>
          </a:xfrm>
        </p:grpSpPr>
        <p:sp>
          <p:nvSpPr>
            <p:cNvPr id="8" name="Rectangle 7">
              <a:extLst>
                <a:ext uri="{FF2B5EF4-FFF2-40B4-BE49-F238E27FC236}">
                  <a16:creationId xmlns:a16="http://schemas.microsoft.com/office/drawing/2014/main" id="{0FB3DD71-76C7-4B99-AE8A-F0A125E0E65F}"/>
                </a:ext>
              </a:extLst>
            </p:cNvPr>
            <p:cNvSpPr/>
            <p:nvPr/>
          </p:nvSpPr>
          <p:spPr bwMode="gray">
            <a:xfrm>
              <a:off x="3535193" y="2104845"/>
              <a:ext cx="4185448" cy="2648309"/>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lIns="90000" tIns="72000" rIns="90000" bIns="72000" rtlCol="0" anchor="t"/>
            <a:lstStyle/>
            <a:p>
              <a:pPr defTabSz="914400" fontAlgn="base">
                <a:spcBef>
                  <a:spcPct val="50000"/>
                </a:spcBef>
                <a:spcAft>
                  <a:spcPct val="0"/>
                </a:spcAft>
                <a:buClr>
                  <a:srgbClr val="F0AB00"/>
                </a:buClr>
                <a:buSzPct val="80000"/>
              </a:pPr>
              <a:r>
                <a:rPr lang="en-US" sz="1800" kern="0" dirty="0">
                  <a:ea typeface="Arial Unicode MS" pitchFamily="34" charset="-128"/>
                  <a:cs typeface="Arial Unicode MS" pitchFamily="34" charset="-128"/>
                </a:rPr>
                <a:t># </a:t>
              </a:r>
              <a:r>
                <a:rPr lang="en-US" sz="1800" kern="0" dirty="0" err="1">
                  <a:ea typeface="Arial Unicode MS" pitchFamily="34" charset="-128"/>
                  <a:cs typeface="Arial Unicode MS" pitchFamily="34" charset="-128"/>
                </a:rPr>
                <a:t>whoami</a:t>
              </a:r>
              <a:endParaRPr lang="en-US" sz="1800" kern="0" dirty="0">
                <a:ea typeface="Arial Unicode MS" pitchFamily="34" charset="-128"/>
                <a:cs typeface="Arial Unicode MS" pitchFamily="34" charset="-128"/>
              </a:endParaRPr>
            </a:p>
            <a:p>
              <a:pPr defTabSz="914400" fontAlgn="base">
                <a:spcBef>
                  <a:spcPct val="50000"/>
                </a:spcBef>
                <a:spcAft>
                  <a:spcPct val="0"/>
                </a:spcAft>
                <a:buClr>
                  <a:srgbClr val="F0AB00"/>
                </a:buClr>
                <a:buSzPct val="80000"/>
              </a:pPr>
              <a:r>
                <a:rPr lang="en-US" sz="1800" kern="0" dirty="0">
                  <a:ea typeface="Arial Unicode MS" pitchFamily="34" charset="-128"/>
                  <a:cs typeface="Arial Unicode MS" pitchFamily="34" charset="-128"/>
                </a:rPr>
                <a:t>&gt;&gt; root</a:t>
              </a:r>
            </a:p>
            <a:p>
              <a:pPr defTabSz="914400" fontAlgn="base">
                <a:spcBef>
                  <a:spcPct val="50000"/>
                </a:spcBef>
                <a:spcAft>
                  <a:spcPct val="0"/>
                </a:spcAft>
                <a:buClr>
                  <a:srgbClr val="F0AB00"/>
                </a:buClr>
                <a:buSzPct val="80000"/>
              </a:pPr>
              <a:r>
                <a:rPr lang="en-US" sz="1800" kern="0" dirty="0">
                  <a:ea typeface="Arial Unicode MS" pitchFamily="34" charset="-128"/>
                  <a:cs typeface="Arial Unicode MS" pitchFamily="34" charset="-128"/>
                </a:rPr>
                <a:t># id root</a:t>
              </a:r>
            </a:p>
            <a:p>
              <a:pPr defTabSz="914400" fontAlgn="base">
                <a:spcBef>
                  <a:spcPct val="50000"/>
                </a:spcBef>
                <a:spcAft>
                  <a:spcPct val="0"/>
                </a:spcAft>
                <a:buClr>
                  <a:srgbClr val="F0AB00"/>
                </a:buClr>
                <a:buSzPct val="80000"/>
              </a:pPr>
              <a:r>
                <a:rPr lang="en-US" sz="1800" kern="0" dirty="0">
                  <a:ea typeface="Arial Unicode MS" pitchFamily="34" charset="-128"/>
                  <a:cs typeface="Arial Unicode MS" pitchFamily="34" charset="-128"/>
                </a:rPr>
                <a:t>&gt;&gt; </a:t>
              </a:r>
              <a:r>
                <a:rPr lang="nl-NL" sz="1800" kern="0" dirty="0" err="1">
                  <a:ea typeface="Arial Unicode MS" pitchFamily="34" charset="-128"/>
                  <a:cs typeface="Arial Unicode MS" pitchFamily="34" charset="-128"/>
                </a:rPr>
                <a:t>uid</a:t>
              </a:r>
              <a:r>
                <a:rPr lang="nl-NL" sz="1800" kern="0" dirty="0">
                  <a:ea typeface="Arial Unicode MS" pitchFamily="34" charset="-128"/>
                  <a:cs typeface="Arial Unicode MS" pitchFamily="34" charset="-128"/>
                </a:rPr>
                <a:t>=0(root) </a:t>
              </a:r>
              <a:r>
                <a:rPr lang="nl-NL" sz="1800" kern="0" dirty="0" err="1">
                  <a:ea typeface="Arial Unicode MS" pitchFamily="34" charset="-128"/>
                  <a:cs typeface="Arial Unicode MS" pitchFamily="34" charset="-128"/>
                </a:rPr>
                <a:t>gid</a:t>
              </a:r>
              <a:r>
                <a:rPr lang="nl-NL" sz="1800" kern="0" dirty="0">
                  <a:ea typeface="Arial Unicode MS" pitchFamily="34" charset="-128"/>
                  <a:cs typeface="Arial Unicode MS" pitchFamily="34" charset="-128"/>
                </a:rPr>
                <a:t>=0(root)</a:t>
              </a:r>
            </a:p>
            <a:p>
              <a:pPr defTabSz="914400" fontAlgn="base">
                <a:spcBef>
                  <a:spcPct val="50000"/>
                </a:spcBef>
                <a:spcAft>
                  <a:spcPct val="0"/>
                </a:spcAft>
                <a:buClr>
                  <a:srgbClr val="F0AB00"/>
                </a:buClr>
                <a:buSzPct val="80000"/>
              </a:pPr>
              <a:endParaRPr lang="nl-NL" sz="1800" kern="0" dirty="0">
                <a:ea typeface="Arial Unicode MS" pitchFamily="34" charset="-128"/>
                <a:cs typeface="Arial Unicode MS" pitchFamily="34" charset="-128"/>
              </a:endParaRPr>
            </a:p>
            <a:p>
              <a:pPr defTabSz="914400" fontAlgn="base">
                <a:spcBef>
                  <a:spcPct val="50000"/>
                </a:spcBef>
                <a:spcAft>
                  <a:spcPct val="0"/>
                </a:spcAft>
                <a:buClr>
                  <a:srgbClr val="F0AB00"/>
                </a:buClr>
                <a:buSzPct val="80000"/>
              </a:pPr>
              <a:r>
                <a:rPr lang="nl-NL" sz="1800" kern="0" dirty="0">
                  <a:ea typeface="Arial Unicode MS" pitchFamily="34" charset="-128"/>
                  <a:cs typeface="Arial Unicode MS" pitchFamily="34" charset="-128"/>
                </a:rPr>
                <a:t># </a:t>
              </a:r>
              <a:r>
                <a:rPr lang="nl-NL" sz="1800" kern="0" dirty="0" err="1">
                  <a:ea typeface="Arial Unicode MS" pitchFamily="34" charset="-128"/>
                  <a:cs typeface="Arial Unicode MS" pitchFamily="34" charset="-128"/>
                </a:rPr>
                <a:t>touch</a:t>
              </a:r>
              <a:r>
                <a:rPr lang="nl-NL" sz="1800" kern="0" dirty="0">
                  <a:ea typeface="Arial Unicode MS" pitchFamily="34" charset="-128"/>
                  <a:cs typeface="Arial Unicode MS" pitchFamily="34" charset="-128"/>
                </a:rPr>
                <a:t> /</a:t>
              </a:r>
              <a:r>
                <a:rPr lang="nl-NL" sz="1800" kern="0" dirty="0" err="1">
                  <a:ea typeface="Arial Unicode MS" pitchFamily="34" charset="-128"/>
                  <a:cs typeface="Arial Unicode MS" pitchFamily="34" charset="-128"/>
                </a:rPr>
                <a:t>hostfs</a:t>
              </a:r>
              <a:r>
                <a:rPr lang="nl-NL" sz="1800" kern="0" dirty="0">
                  <a:ea typeface="Arial Unicode MS" pitchFamily="34" charset="-128"/>
                  <a:cs typeface="Arial Unicode MS" pitchFamily="34" charset="-128"/>
                </a:rPr>
                <a:t>/test</a:t>
              </a:r>
            </a:p>
          </p:txBody>
        </p:sp>
        <p:pic>
          <p:nvPicPr>
            <p:cNvPr id="7" name="Picture 6">
              <a:extLst>
                <a:ext uri="{FF2B5EF4-FFF2-40B4-BE49-F238E27FC236}">
                  <a16:creationId xmlns:a16="http://schemas.microsoft.com/office/drawing/2014/main" id="{D935FCAE-5D10-4AB7-A914-78CE7698CC34}"/>
                </a:ext>
              </a:extLst>
            </p:cNvPr>
            <p:cNvPicPr>
              <a:picLocks noChangeAspect="1"/>
            </p:cNvPicPr>
            <p:nvPr/>
          </p:nvPicPr>
          <p:blipFill>
            <a:blip r:embed="rId3"/>
            <a:stretch>
              <a:fillRect/>
            </a:stretch>
          </p:blipFill>
          <p:spPr>
            <a:xfrm>
              <a:off x="6332157" y="2104845"/>
              <a:ext cx="1388484" cy="1039240"/>
            </a:xfrm>
            <a:prstGeom prst="rect">
              <a:avLst/>
            </a:prstGeom>
          </p:spPr>
        </p:pic>
      </p:grpSp>
      <p:sp>
        <p:nvSpPr>
          <p:cNvPr id="11" name="Speech Bubble: Rectangle 10">
            <a:extLst>
              <a:ext uri="{FF2B5EF4-FFF2-40B4-BE49-F238E27FC236}">
                <a16:creationId xmlns:a16="http://schemas.microsoft.com/office/drawing/2014/main" id="{4F5EF3FC-9009-4B36-841D-7C1FC9B2F8EC}"/>
              </a:ext>
            </a:extLst>
          </p:cNvPr>
          <p:cNvSpPr/>
          <p:nvPr/>
        </p:nvSpPr>
        <p:spPr bwMode="gray">
          <a:xfrm>
            <a:off x="447122" y="1347726"/>
            <a:ext cx="3303917" cy="1080366"/>
          </a:xfrm>
          <a:prstGeom prst="wedgeRectCallout">
            <a:avLst>
              <a:gd name="adj1" fmla="val 52129"/>
              <a:gd name="adj2" fmla="val 153526"/>
            </a:avLst>
          </a:prstGeom>
          <a:ln>
            <a:headEnd/>
            <a:tailEnd/>
          </a:ln>
        </p:spPr>
        <p:style>
          <a:lnRef idx="2">
            <a:schemeClr val="accent5"/>
          </a:lnRef>
          <a:fillRef idx="1">
            <a:schemeClr val="lt1"/>
          </a:fillRef>
          <a:effectRef idx="0">
            <a:schemeClr val="accent5"/>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800" kern="0" dirty="0">
                <a:ea typeface="Arial Unicode MS" pitchFamily="34" charset="-128"/>
                <a:cs typeface="Arial Unicode MS" pitchFamily="34" charset="-128"/>
              </a:rPr>
              <a:t>user “root” within the container is the same as outside</a:t>
            </a:r>
            <a:endParaRPr kumimoji="0" lang="en-US" sz="1800" b="0" i="0" u="none" strike="noStrike" kern="0" cap="none" spc="0" normalizeH="0" baseline="0" noProof="0" dirty="0" err="1">
              <a:ln>
                <a:noFill/>
              </a:ln>
              <a:effectLst/>
              <a:uLnTx/>
              <a:uFillTx/>
              <a:ea typeface="Arial Unicode MS" pitchFamily="34" charset="-128"/>
              <a:cs typeface="Arial Unicode MS" pitchFamily="34" charset="-128"/>
            </a:endParaRPr>
          </a:p>
        </p:txBody>
      </p:sp>
      <p:pic>
        <p:nvPicPr>
          <p:cNvPr id="14" name="Graphic 13" descr="Document">
            <a:extLst>
              <a:ext uri="{FF2B5EF4-FFF2-40B4-BE49-F238E27FC236}">
                <a16:creationId xmlns:a16="http://schemas.microsoft.com/office/drawing/2014/main" id="{D9CA7C90-46C6-4ABB-9D79-A3C22FE1CC76}"/>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420267" y="4207775"/>
            <a:ext cx="1289649" cy="1289649"/>
          </a:xfrm>
          <a:prstGeom prst="rect">
            <a:avLst/>
          </a:prstGeom>
        </p:spPr>
      </p:pic>
      <p:cxnSp>
        <p:nvCxnSpPr>
          <p:cNvPr id="16" name="Connector: Elbow 15">
            <a:extLst>
              <a:ext uri="{FF2B5EF4-FFF2-40B4-BE49-F238E27FC236}">
                <a16:creationId xmlns:a16="http://schemas.microsoft.com/office/drawing/2014/main" id="{F299C690-16C6-4F3E-A7C8-FF0693EBD976}"/>
              </a:ext>
            </a:extLst>
          </p:cNvPr>
          <p:cNvCxnSpPr>
            <a:cxnSpLocks/>
          </p:cNvCxnSpPr>
          <p:nvPr/>
        </p:nvCxnSpPr>
        <p:spPr>
          <a:xfrm>
            <a:off x="6193766" y="4218802"/>
            <a:ext cx="2226501" cy="633797"/>
          </a:xfrm>
          <a:prstGeom prst="bentConnector3">
            <a:avLst>
              <a:gd name="adj1" fmla="val 50000"/>
            </a:avLst>
          </a:prstGeom>
          <a:ln w="57150">
            <a:solidFill>
              <a:schemeClr val="bg1">
                <a:lumMod val="95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20" name="Speech Bubble: Rectangle 19">
            <a:extLst>
              <a:ext uri="{FF2B5EF4-FFF2-40B4-BE49-F238E27FC236}">
                <a16:creationId xmlns:a16="http://schemas.microsoft.com/office/drawing/2014/main" id="{1C72EB46-CA27-4D06-B55B-08F2C425897C}"/>
              </a:ext>
            </a:extLst>
          </p:cNvPr>
          <p:cNvSpPr/>
          <p:nvPr/>
        </p:nvSpPr>
        <p:spPr bwMode="gray">
          <a:xfrm>
            <a:off x="8443439" y="1347726"/>
            <a:ext cx="3303917" cy="1080366"/>
          </a:xfrm>
          <a:prstGeom prst="wedgeRectCallout">
            <a:avLst>
              <a:gd name="adj1" fmla="val -43693"/>
              <a:gd name="adj2" fmla="val 205427"/>
            </a:avLst>
          </a:prstGeom>
          <a:ln>
            <a:headEnd/>
            <a:tailEnd/>
          </a:ln>
        </p:spPr>
        <p:style>
          <a:lnRef idx="2">
            <a:schemeClr val="accent5"/>
          </a:lnRef>
          <a:fillRef idx="1">
            <a:schemeClr val="lt1"/>
          </a:fillRef>
          <a:effectRef idx="0">
            <a:schemeClr val="accent5"/>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800" kern="0" dirty="0">
                <a:ea typeface="Arial Unicode MS" pitchFamily="34" charset="-128"/>
                <a:cs typeface="Arial Unicode MS" pitchFamily="34" charset="-128"/>
              </a:rPr>
              <a:t>Via volumes files owned by “root” can be created or modified on the host</a:t>
            </a:r>
            <a:endParaRPr kumimoji="0" lang="en-US" sz="1800" b="0" i="0" u="none" strike="noStrike" kern="0" cap="none" spc="0" normalizeH="0" baseline="0" noProof="0" dirty="0" err="1">
              <a:ln>
                <a:noFill/>
              </a:ln>
              <a:effectLst/>
              <a:uLnTx/>
              <a:uFillTx/>
              <a:ea typeface="Arial Unicode MS" pitchFamily="34" charset="-128"/>
              <a:cs typeface="Arial Unicode MS" pitchFamily="34" charset="-128"/>
            </a:endParaRPr>
          </a:p>
        </p:txBody>
      </p:sp>
    </p:spTree>
    <p:extLst>
      <p:ext uri="{BB962C8B-B14F-4D97-AF65-F5344CB8AC3E}">
        <p14:creationId xmlns:p14="http://schemas.microsoft.com/office/powerpoint/2010/main" val="24391807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6182DB24-448C-4A97-AAD6-09FD3A8DED89}"/>
              </a:ext>
            </a:extLst>
          </p:cNvPr>
          <p:cNvSpPr/>
          <p:nvPr/>
        </p:nvSpPr>
        <p:spPr bwMode="gray">
          <a:xfrm>
            <a:off x="2254258" y="3636276"/>
            <a:ext cx="7685962" cy="2432649"/>
          </a:xfrm>
          <a:prstGeom prst="rect">
            <a:avLst/>
          </a:prstGeom>
          <a:ln>
            <a:headEnd/>
            <a:tailEnd/>
          </a:ln>
        </p:spPr>
        <p:style>
          <a:lnRef idx="2">
            <a:schemeClr val="accent2">
              <a:shade val="50000"/>
            </a:schemeClr>
          </a:lnRef>
          <a:fillRef idx="1">
            <a:schemeClr val="accent2"/>
          </a:fillRef>
          <a:effectRef idx="0">
            <a:schemeClr val="accent2"/>
          </a:effectRef>
          <a:fontRef idx="minor">
            <a:schemeClr val="lt1"/>
          </a:fontRef>
        </p:style>
        <p:txBody>
          <a:bodyPr lIns="90000" tIns="72000" rIns="90000" bIns="72000" rtlCol="0" anchor="b"/>
          <a:lstStyle/>
          <a:p>
            <a:r>
              <a:rPr lang="en-US" sz="1800" dirty="0"/>
              <a:t>$: </a:t>
            </a:r>
            <a:r>
              <a:rPr lang="en-US" sz="1800" dirty="0" err="1"/>
              <a:t>ps</a:t>
            </a:r>
            <a:r>
              <a:rPr lang="en-US" sz="1800" dirty="0"/>
              <a:t> </a:t>
            </a:r>
            <a:r>
              <a:rPr lang="en-US" sz="1800" dirty="0" err="1"/>
              <a:t>aufx</a:t>
            </a:r>
            <a:endParaRPr lang="en-US" sz="1800" dirty="0"/>
          </a:p>
          <a:p>
            <a:r>
              <a:rPr lang="en-US" sz="1800" dirty="0"/>
              <a:t>…</a:t>
            </a:r>
          </a:p>
          <a:p>
            <a:r>
              <a:rPr lang="en-US" sz="1800" dirty="0"/>
              <a:t>root      /</a:t>
            </a:r>
            <a:r>
              <a:rPr lang="en-US" sz="1800" dirty="0" err="1"/>
              <a:t>usr</a:t>
            </a:r>
            <a:r>
              <a:rPr lang="en-US" sz="1800" dirty="0"/>
              <a:t>/bin/</a:t>
            </a:r>
            <a:r>
              <a:rPr lang="en-US" sz="1800" dirty="0" err="1"/>
              <a:t>containerd</a:t>
            </a:r>
            <a:endParaRPr lang="en-US" sz="1800" dirty="0"/>
          </a:p>
          <a:p>
            <a:r>
              <a:rPr lang="en-US" sz="1800" dirty="0"/>
              <a:t>root      \_ </a:t>
            </a:r>
            <a:r>
              <a:rPr lang="en-US" sz="1800" dirty="0" err="1"/>
              <a:t>containerd</a:t>
            </a:r>
            <a:r>
              <a:rPr lang="en-US" sz="1800" dirty="0"/>
              <a:t>-shim -namespace </a:t>
            </a:r>
            <a:r>
              <a:rPr lang="en-US" sz="1800" dirty="0" err="1"/>
              <a:t>moby</a:t>
            </a:r>
            <a:endParaRPr lang="en-US" sz="1800" dirty="0"/>
          </a:p>
          <a:p>
            <a:r>
              <a:rPr lang="en-US" sz="1800" dirty="0">
                <a:highlight>
                  <a:srgbClr val="000000"/>
                </a:highlight>
              </a:rPr>
              <a:t>1001</a:t>
            </a:r>
            <a:r>
              <a:rPr lang="en-US" sz="1800" dirty="0"/>
              <a:t>       \_ /bin/</a:t>
            </a:r>
            <a:r>
              <a:rPr lang="en-US" sz="1800" dirty="0" err="1"/>
              <a:t>sh</a:t>
            </a:r>
            <a:endParaRPr lang="en-US" sz="1800" dirty="0"/>
          </a:p>
          <a:p>
            <a:r>
              <a:rPr lang="en-US" sz="1800" dirty="0">
                <a:highlight>
                  <a:srgbClr val="000000"/>
                </a:highlight>
              </a:rPr>
              <a:t>1001</a:t>
            </a:r>
            <a:r>
              <a:rPr lang="en-US" sz="1800" dirty="0"/>
              <a:t>          \_ </a:t>
            </a:r>
            <a:r>
              <a:rPr lang="en-US" sz="1800" dirty="0" err="1"/>
              <a:t>whoami</a:t>
            </a:r>
            <a:endParaRPr lang="en-US" sz="1800" dirty="0"/>
          </a:p>
        </p:txBody>
      </p:sp>
      <p:sp>
        <p:nvSpPr>
          <p:cNvPr id="4" name="Title 3">
            <a:extLst>
              <a:ext uri="{FF2B5EF4-FFF2-40B4-BE49-F238E27FC236}">
                <a16:creationId xmlns:a16="http://schemas.microsoft.com/office/drawing/2014/main" id="{E919ED96-B3DB-41D2-8911-BCECE8B5D093}"/>
              </a:ext>
            </a:extLst>
          </p:cNvPr>
          <p:cNvSpPr>
            <a:spLocks noGrp="1"/>
          </p:cNvSpPr>
          <p:nvPr>
            <p:ph type="title"/>
          </p:nvPr>
        </p:nvSpPr>
        <p:spPr/>
        <p:txBody>
          <a:bodyPr/>
          <a:lstStyle/>
          <a:p>
            <a:r>
              <a:rPr lang="en-US" dirty="0"/>
              <a:t>USER – non-root is best practice!</a:t>
            </a:r>
          </a:p>
        </p:txBody>
      </p:sp>
      <p:grpSp>
        <p:nvGrpSpPr>
          <p:cNvPr id="9" name="Group 8">
            <a:extLst>
              <a:ext uri="{FF2B5EF4-FFF2-40B4-BE49-F238E27FC236}">
                <a16:creationId xmlns:a16="http://schemas.microsoft.com/office/drawing/2014/main" id="{E22300D6-E373-4C62-8F36-D0EA4C619A54}"/>
              </a:ext>
            </a:extLst>
          </p:cNvPr>
          <p:cNvGrpSpPr/>
          <p:nvPr/>
        </p:nvGrpSpPr>
        <p:grpSpPr>
          <a:xfrm>
            <a:off x="4004515" y="1777042"/>
            <a:ext cx="4185448" cy="2842645"/>
            <a:chOff x="3535193" y="1910509"/>
            <a:chExt cx="4185448" cy="2842645"/>
          </a:xfrm>
        </p:grpSpPr>
        <p:sp>
          <p:nvSpPr>
            <p:cNvPr id="8" name="Rectangle 7">
              <a:extLst>
                <a:ext uri="{FF2B5EF4-FFF2-40B4-BE49-F238E27FC236}">
                  <a16:creationId xmlns:a16="http://schemas.microsoft.com/office/drawing/2014/main" id="{0FB3DD71-76C7-4B99-AE8A-F0A125E0E65F}"/>
                </a:ext>
              </a:extLst>
            </p:cNvPr>
            <p:cNvSpPr/>
            <p:nvPr/>
          </p:nvSpPr>
          <p:spPr bwMode="gray">
            <a:xfrm>
              <a:off x="3535193" y="1910509"/>
              <a:ext cx="4185448" cy="2842645"/>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lIns="90000" tIns="72000" rIns="90000" bIns="72000" rtlCol="0" anchor="t"/>
            <a:lstStyle/>
            <a:p>
              <a:pPr defTabSz="914400" fontAlgn="base">
                <a:spcBef>
                  <a:spcPct val="50000"/>
                </a:spcBef>
                <a:spcAft>
                  <a:spcPct val="0"/>
                </a:spcAft>
                <a:buClr>
                  <a:srgbClr val="F0AB00"/>
                </a:buClr>
                <a:buSzPct val="80000"/>
              </a:pPr>
              <a:r>
                <a:rPr lang="en-US" sz="1800" kern="0" dirty="0">
                  <a:ea typeface="Arial Unicode MS" pitchFamily="34" charset="-128"/>
                  <a:cs typeface="Arial Unicode MS" pitchFamily="34" charset="-128"/>
                </a:rPr>
                <a:t># </a:t>
              </a:r>
              <a:r>
                <a:rPr lang="en-US" sz="1800" kern="0" dirty="0" err="1">
                  <a:ea typeface="Arial Unicode MS" pitchFamily="34" charset="-128"/>
                  <a:cs typeface="Arial Unicode MS" pitchFamily="34" charset="-128"/>
                </a:rPr>
                <a:t>whoami</a:t>
              </a:r>
              <a:endParaRPr lang="en-US" sz="1800" kern="0" dirty="0">
                <a:ea typeface="Arial Unicode MS" pitchFamily="34" charset="-128"/>
                <a:cs typeface="Arial Unicode MS" pitchFamily="34" charset="-128"/>
              </a:endParaRPr>
            </a:p>
            <a:p>
              <a:pPr defTabSz="914400" fontAlgn="base">
                <a:spcBef>
                  <a:spcPct val="50000"/>
                </a:spcBef>
                <a:spcAft>
                  <a:spcPct val="0"/>
                </a:spcAft>
                <a:buClr>
                  <a:srgbClr val="F0AB00"/>
                </a:buClr>
                <a:buSzPct val="80000"/>
              </a:pPr>
              <a:r>
                <a:rPr lang="en-US" sz="1800" kern="0" dirty="0">
                  <a:ea typeface="Arial Unicode MS" pitchFamily="34" charset="-128"/>
                  <a:cs typeface="Arial Unicode MS" pitchFamily="34" charset="-128"/>
                </a:rPr>
                <a:t>&gt;&gt; app-user</a:t>
              </a:r>
            </a:p>
            <a:p>
              <a:pPr defTabSz="914400" fontAlgn="base">
                <a:spcBef>
                  <a:spcPct val="50000"/>
                </a:spcBef>
                <a:spcAft>
                  <a:spcPct val="0"/>
                </a:spcAft>
                <a:buClr>
                  <a:srgbClr val="F0AB00"/>
                </a:buClr>
                <a:buSzPct val="80000"/>
              </a:pPr>
              <a:r>
                <a:rPr lang="en-US" sz="1800" kern="0" dirty="0">
                  <a:ea typeface="Arial Unicode MS" pitchFamily="34" charset="-128"/>
                  <a:cs typeface="Arial Unicode MS" pitchFamily="34" charset="-128"/>
                </a:rPr>
                <a:t># id app-user</a:t>
              </a:r>
            </a:p>
            <a:p>
              <a:pPr defTabSz="914400" fontAlgn="base">
                <a:spcBef>
                  <a:spcPct val="50000"/>
                </a:spcBef>
                <a:spcAft>
                  <a:spcPct val="0"/>
                </a:spcAft>
                <a:buClr>
                  <a:srgbClr val="F0AB00"/>
                </a:buClr>
                <a:buSzPct val="80000"/>
              </a:pPr>
              <a:r>
                <a:rPr lang="en-US" sz="1800" kern="0" dirty="0">
                  <a:ea typeface="Arial Unicode MS" pitchFamily="34" charset="-128"/>
                  <a:cs typeface="Arial Unicode MS" pitchFamily="34" charset="-128"/>
                </a:rPr>
                <a:t>&gt;&gt; </a:t>
              </a:r>
              <a:r>
                <a:rPr lang="nl-NL" sz="1800" kern="0" dirty="0" err="1">
                  <a:ea typeface="Arial Unicode MS" pitchFamily="34" charset="-128"/>
                  <a:cs typeface="Arial Unicode MS" pitchFamily="34" charset="-128"/>
                </a:rPr>
                <a:t>uid</a:t>
              </a:r>
              <a:r>
                <a:rPr lang="nl-NL" sz="1800" kern="0" dirty="0">
                  <a:ea typeface="Arial Unicode MS" pitchFamily="34" charset="-128"/>
                  <a:cs typeface="Arial Unicode MS" pitchFamily="34" charset="-128"/>
                </a:rPr>
                <a:t>=1001(app-user) </a:t>
              </a:r>
              <a:r>
                <a:rPr lang="nl-NL" sz="1800" kern="0" dirty="0" err="1">
                  <a:ea typeface="Arial Unicode MS" pitchFamily="34" charset="-128"/>
                  <a:cs typeface="Arial Unicode MS" pitchFamily="34" charset="-128"/>
                </a:rPr>
                <a:t>gid</a:t>
              </a:r>
              <a:r>
                <a:rPr lang="nl-NL" sz="1800" kern="0" dirty="0">
                  <a:ea typeface="Arial Unicode MS" pitchFamily="34" charset="-128"/>
                  <a:cs typeface="Arial Unicode MS" pitchFamily="34" charset="-128"/>
                </a:rPr>
                <a:t>=10001(app)</a:t>
              </a:r>
            </a:p>
            <a:p>
              <a:pPr defTabSz="914400" fontAlgn="base">
                <a:spcBef>
                  <a:spcPct val="50000"/>
                </a:spcBef>
                <a:spcAft>
                  <a:spcPct val="0"/>
                </a:spcAft>
                <a:buClr>
                  <a:srgbClr val="F0AB00"/>
                </a:buClr>
                <a:buSzPct val="80000"/>
              </a:pPr>
              <a:endParaRPr lang="nl-NL" sz="1800" kern="0" dirty="0">
                <a:ea typeface="Arial Unicode MS" pitchFamily="34" charset="-128"/>
                <a:cs typeface="Arial Unicode MS" pitchFamily="34" charset="-128"/>
              </a:endParaRPr>
            </a:p>
            <a:p>
              <a:pPr defTabSz="914400" fontAlgn="base">
                <a:spcBef>
                  <a:spcPct val="50000"/>
                </a:spcBef>
                <a:spcAft>
                  <a:spcPct val="0"/>
                </a:spcAft>
                <a:buClr>
                  <a:srgbClr val="F0AB00"/>
                </a:buClr>
                <a:buSzPct val="80000"/>
              </a:pPr>
              <a:r>
                <a:rPr lang="nl-NL" sz="1800" kern="0" dirty="0">
                  <a:ea typeface="Arial Unicode MS" pitchFamily="34" charset="-128"/>
                  <a:cs typeface="Arial Unicode MS" pitchFamily="34" charset="-128"/>
                </a:rPr>
                <a:t># </a:t>
              </a:r>
              <a:r>
                <a:rPr lang="nl-NL" sz="1800" kern="0" dirty="0" err="1">
                  <a:ea typeface="Arial Unicode MS" pitchFamily="34" charset="-128"/>
                  <a:cs typeface="Arial Unicode MS" pitchFamily="34" charset="-128"/>
                </a:rPr>
                <a:t>touch</a:t>
              </a:r>
              <a:r>
                <a:rPr lang="nl-NL" sz="1800" kern="0" dirty="0">
                  <a:ea typeface="Arial Unicode MS" pitchFamily="34" charset="-128"/>
                  <a:cs typeface="Arial Unicode MS" pitchFamily="34" charset="-128"/>
                </a:rPr>
                <a:t> /</a:t>
              </a:r>
              <a:r>
                <a:rPr lang="nl-NL" sz="1800" kern="0" dirty="0" err="1">
                  <a:ea typeface="Arial Unicode MS" pitchFamily="34" charset="-128"/>
                  <a:cs typeface="Arial Unicode MS" pitchFamily="34" charset="-128"/>
                </a:rPr>
                <a:t>hostfs</a:t>
              </a:r>
              <a:r>
                <a:rPr lang="nl-NL" sz="1800" kern="0" dirty="0">
                  <a:ea typeface="Arial Unicode MS" pitchFamily="34" charset="-128"/>
                  <a:cs typeface="Arial Unicode MS" pitchFamily="34" charset="-128"/>
                </a:rPr>
                <a:t>/test</a:t>
              </a:r>
            </a:p>
            <a:p>
              <a:pPr defTabSz="914400" fontAlgn="base">
                <a:spcBef>
                  <a:spcPct val="50000"/>
                </a:spcBef>
                <a:spcAft>
                  <a:spcPct val="0"/>
                </a:spcAft>
                <a:buClr>
                  <a:srgbClr val="F0AB00"/>
                </a:buClr>
                <a:buSzPct val="80000"/>
              </a:pPr>
              <a:r>
                <a:rPr lang="nl-NL" sz="1800" kern="0" dirty="0" err="1">
                  <a:ea typeface="Arial Unicode MS" pitchFamily="34" charset="-128"/>
                  <a:cs typeface="Arial Unicode MS" pitchFamily="34" charset="-128"/>
                </a:rPr>
                <a:t>Permission</a:t>
              </a:r>
              <a:r>
                <a:rPr lang="nl-NL" sz="1800" kern="0" dirty="0">
                  <a:ea typeface="Arial Unicode MS" pitchFamily="34" charset="-128"/>
                  <a:cs typeface="Arial Unicode MS" pitchFamily="34" charset="-128"/>
                </a:rPr>
                <a:t> </a:t>
              </a:r>
              <a:r>
                <a:rPr lang="nl-NL" sz="1800" kern="0" dirty="0" err="1">
                  <a:ea typeface="Arial Unicode MS" pitchFamily="34" charset="-128"/>
                  <a:cs typeface="Arial Unicode MS" pitchFamily="34" charset="-128"/>
                </a:rPr>
                <a:t>denied</a:t>
              </a:r>
              <a:r>
                <a:rPr lang="nl-NL" sz="1800" kern="0" dirty="0">
                  <a:ea typeface="Arial Unicode MS" pitchFamily="34" charset="-128"/>
                  <a:cs typeface="Arial Unicode MS" pitchFamily="34" charset="-128"/>
                </a:rPr>
                <a:t>.</a:t>
              </a:r>
            </a:p>
          </p:txBody>
        </p:sp>
        <p:pic>
          <p:nvPicPr>
            <p:cNvPr id="7" name="Picture 6">
              <a:extLst>
                <a:ext uri="{FF2B5EF4-FFF2-40B4-BE49-F238E27FC236}">
                  <a16:creationId xmlns:a16="http://schemas.microsoft.com/office/drawing/2014/main" id="{D935FCAE-5D10-4AB7-A914-78CE7698CC34}"/>
                </a:ext>
              </a:extLst>
            </p:cNvPr>
            <p:cNvPicPr>
              <a:picLocks noChangeAspect="1"/>
            </p:cNvPicPr>
            <p:nvPr/>
          </p:nvPicPr>
          <p:blipFill>
            <a:blip r:embed="rId3"/>
            <a:stretch>
              <a:fillRect/>
            </a:stretch>
          </p:blipFill>
          <p:spPr>
            <a:xfrm>
              <a:off x="6332157" y="1919620"/>
              <a:ext cx="1388484" cy="1039240"/>
            </a:xfrm>
            <a:prstGeom prst="rect">
              <a:avLst/>
            </a:prstGeom>
          </p:spPr>
        </p:pic>
      </p:grpSp>
      <p:sp>
        <p:nvSpPr>
          <p:cNvPr id="11" name="Speech Bubble: Rectangle 10">
            <a:extLst>
              <a:ext uri="{FF2B5EF4-FFF2-40B4-BE49-F238E27FC236}">
                <a16:creationId xmlns:a16="http://schemas.microsoft.com/office/drawing/2014/main" id="{4F5EF3FC-9009-4B36-841D-7C1FC9B2F8EC}"/>
              </a:ext>
            </a:extLst>
          </p:cNvPr>
          <p:cNvSpPr/>
          <p:nvPr/>
        </p:nvSpPr>
        <p:spPr bwMode="gray">
          <a:xfrm>
            <a:off x="447122" y="1347726"/>
            <a:ext cx="3303917" cy="1080366"/>
          </a:xfrm>
          <a:prstGeom prst="wedgeRectCallout">
            <a:avLst>
              <a:gd name="adj1" fmla="val 52129"/>
              <a:gd name="adj2" fmla="val 153526"/>
            </a:avLst>
          </a:prstGeom>
          <a:ln>
            <a:headEnd/>
            <a:tailEnd/>
          </a:ln>
        </p:spPr>
        <p:style>
          <a:lnRef idx="2">
            <a:schemeClr val="accent5"/>
          </a:lnRef>
          <a:fillRef idx="1">
            <a:schemeClr val="lt1"/>
          </a:fillRef>
          <a:effectRef idx="0">
            <a:schemeClr val="accent5"/>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800" kern="0" dirty="0">
                <a:ea typeface="Arial Unicode MS" pitchFamily="34" charset="-128"/>
                <a:cs typeface="Arial Unicode MS" pitchFamily="34" charset="-128"/>
              </a:rPr>
              <a:t>Use a different user within the container to limit access to the host</a:t>
            </a:r>
            <a:endParaRPr kumimoji="0" lang="en-US" sz="1800" b="0" i="0" u="none" strike="noStrike" kern="0" cap="none" spc="0" normalizeH="0" baseline="0" noProof="0" dirty="0" err="1">
              <a:ln>
                <a:noFill/>
              </a:ln>
              <a:effectLst/>
              <a:uLnTx/>
              <a:uFillTx/>
              <a:ea typeface="Arial Unicode MS" pitchFamily="34" charset="-128"/>
              <a:cs typeface="Arial Unicode MS" pitchFamily="34" charset="-128"/>
            </a:endParaRPr>
          </a:p>
        </p:txBody>
      </p:sp>
      <p:pic>
        <p:nvPicPr>
          <p:cNvPr id="14" name="Graphic 13" descr="Document">
            <a:extLst>
              <a:ext uri="{FF2B5EF4-FFF2-40B4-BE49-F238E27FC236}">
                <a16:creationId xmlns:a16="http://schemas.microsoft.com/office/drawing/2014/main" id="{D9CA7C90-46C6-4ABB-9D79-A3C22FE1CC76}"/>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420267" y="4207775"/>
            <a:ext cx="1289649" cy="1289649"/>
          </a:xfrm>
          <a:prstGeom prst="rect">
            <a:avLst/>
          </a:prstGeom>
        </p:spPr>
      </p:pic>
      <p:cxnSp>
        <p:nvCxnSpPr>
          <p:cNvPr id="16" name="Connector: Elbow 15">
            <a:extLst>
              <a:ext uri="{FF2B5EF4-FFF2-40B4-BE49-F238E27FC236}">
                <a16:creationId xmlns:a16="http://schemas.microsoft.com/office/drawing/2014/main" id="{F299C690-16C6-4F3E-A7C8-FF0693EBD976}"/>
              </a:ext>
            </a:extLst>
          </p:cNvPr>
          <p:cNvCxnSpPr>
            <a:cxnSpLocks/>
          </p:cNvCxnSpPr>
          <p:nvPr/>
        </p:nvCxnSpPr>
        <p:spPr>
          <a:xfrm>
            <a:off x="6193766" y="4218802"/>
            <a:ext cx="2226501" cy="633797"/>
          </a:xfrm>
          <a:prstGeom prst="bentConnector3">
            <a:avLst>
              <a:gd name="adj1" fmla="val 50000"/>
            </a:avLst>
          </a:prstGeom>
          <a:ln w="57150">
            <a:solidFill>
              <a:schemeClr val="bg1">
                <a:lumMod val="95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20" name="Speech Bubble: Rectangle 19">
            <a:extLst>
              <a:ext uri="{FF2B5EF4-FFF2-40B4-BE49-F238E27FC236}">
                <a16:creationId xmlns:a16="http://schemas.microsoft.com/office/drawing/2014/main" id="{1C72EB46-CA27-4D06-B55B-08F2C425897C}"/>
              </a:ext>
            </a:extLst>
          </p:cNvPr>
          <p:cNvSpPr/>
          <p:nvPr/>
        </p:nvSpPr>
        <p:spPr bwMode="gray">
          <a:xfrm>
            <a:off x="8443439" y="1347726"/>
            <a:ext cx="3303917" cy="1080366"/>
          </a:xfrm>
          <a:prstGeom prst="wedgeRectCallout">
            <a:avLst>
              <a:gd name="adj1" fmla="val -43693"/>
              <a:gd name="adj2" fmla="val 205427"/>
            </a:avLst>
          </a:prstGeom>
          <a:ln>
            <a:headEnd/>
            <a:tailEnd/>
          </a:ln>
        </p:spPr>
        <p:style>
          <a:lnRef idx="2">
            <a:schemeClr val="accent5"/>
          </a:lnRef>
          <a:fillRef idx="1">
            <a:schemeClr val="lt1"/>
          </a:fillRef>
          <a:effectRef idx="0">
            <a:schemeClr val="accent5"/>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800" kern="0" dirty="0">
                <a:ea typeface="Arial Unicode MS" pitchFamily="34" charset="-128"/>
                <a:cs typeface="Arial Unicode MS" pitchFamily="34" charset="-128"/>
              </a:rPr>
              <a:t>Regular permission checks apply</a:t>
            </a:r>
            <a:endParaRPr kumimoji="0" lang="en-US" sz="1800" b="0" i="0" u="none" strike="noStrike" kern="0" cap="none" spc="0" normalizeH="0" baseline="0" noProof="0" dirty="0" err="1">
              <a:ln>
                <a:noFill/>
              </a:ln>
              <a:effectLst/>
              <a:uLnTx/>
              <a:uFillTx/>
              <a:ea typeface="Arial Unicode MS" pitchFamily="34" charset="-128"/>
              <a:cs typeface="Arial Unicode MS" pitchFamily="34" charset="-128"/>
            </a:endParaRPr>
          </a:p>
        </p:txBody>
      </p:sp>
    </p:spTree>
    <p:extLst>
      <p:ext uri="{BB962C8B-B14F-4D97-AF65-F5344CB8AC3E}">
        <p14:creationId xmlns:p14="http://schemas.microsoft.com/office/powerpoint/2010/main" val="14136075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6182DB24-448C-4A97-AAD6-09FD3A8DED89}"/>
              </a:ext>
            </a:extLst>
          </p:cNvPr>
          <p:cNvSpPr/>
          <p:nvPr/>
        </p:nvSpPr>
        <p:spPr bwMode="gray">
          <a:xfrm>
            <a:off x="2254258" y="3636276"/>
            <a:ext cx="7685962" cy="2432649"/>
          </a:xfrm>
          <a:prstGeom prst="rect">
            <a:avLst/>
          </a:prstGeom>
          <a:ln>
            <a:headEnd/>
            <a:tailEnd/>
          </a:ln>
        </p:spPr>
        <p:style>
          <a:lnRef idx="2">
            <a:schemeClr val="accent2">
              <a:shade val="50000"/>
            </a:schemeClr>
          </a:lnRef>
          <a:fillRef idx="1">
            <a:schemeClr val="accent2"/>
          </a:fillRef>
          <a:effectRef idx="0">
            <a:schemeClr val="accent2"/>
          </a:effectRef>
          <a:fontRef idx="minor">
            <a:schemeClr val="lt1"/>
          </a:fontRef>
        </p:style>
        <p:txBody>
          <a:bodyPr lIns="90000" tIns="72000" rIns="90000" bIns="72000" rtlCol="0" anchor="b"/>
          <a:lstStyle/>
          <a:p>
            <a:r>
              <a:rPr lang="en-US" sz="1800" dirty="0"/>
              <a:t>$: </a:t>
            </a:r>
            <a:r>
              <a:rPr lang="en-US" sz="1800" dirty="0" err="1"/>
              <a:t>ps</a:t>
            </a:r>
            <a:r>
              <a:rPr lang="en-US" sz="1800" dirty="0"/>
              <a:t> </a:t>
            </a:r>
            <a:r>
              <a:rPr lang="en-US" sz="1800" dirty="0" err="1"/>
              <a:t>aufx</a:t>
            </a:r>
            <a:endParaRPr lang="en-US" sz="1800" dirty="0"/>
          </a:p>
          <a:p>
            <a:r>
              <a:rPr lang="en-US" sz="1800" dirty="0"/>
              <a:t>…</a:t>
            </a:r>
          </a:p>
          <a:p>
            <a:r>
              <a:rPr lang="en-US" sz="1800" dirty="0"/>
              <a:t>root      /</a:t>
            </a:r>
            <a:r>
              <a:rPr lang="en-US" sz="1800" dirty="0" err="1"/>
              <a:t>usr</a:t>
            </a:r>
            <a:r>
              <a:rPr lang="en-US" sz="1800" dirty="0"/>
              <a:t>/bin/</a:t>
            </a:r>
            <a:r>
              <a:rPr lang="en-US" sz="1800" dirty="0" err="1"/>
              <a:t>containerd</a:t>
            </a:r>
            <a:endParaRPr lang="en-US" sz="1800" dirty="0"/>
          </a:p>
          <a:p>
            <a:r>
              <a:rPr lang="en-US" sz="1800" dirty="0"/>
              <a:t>root      \_ </a:t>
            </a:r>
            <a:r>
              <a:rPr lang="en-US" sz="1800" dirty="0" err="1"/>
              <a:t>containerd</a:t>
            </a:r>
            <a:r>
              <a:rPr lang="en-US" sz="1800" dirty="0"/>
              <a:t>-shim -namespace </a:t>
            </a:r>
            <a:r>
              <a:rPr lang="en-US" sz="1800" dirty="0" err="1"/>
              <a:t>moby</a:t>
            </a:r>
            <a:endParaRPr lang="en-US" sz="1800" dirty="0"/>
          </a:p>
          <a:p>
            <a:r>
              <a:rPr lang="en-US" sz="1800" dirty="0">
                <a:highlight>
                  <a:srgbClr val="000000"/>
                </a:highlight>
              </a:rPr>
              <a:t>231072</a:t>
            </a:r>
            <a:r>
              <a:rPr lang="en-US" sz="1800" dirty="0"/>
              <a:t>   \_ /bin/</a:t>
            </a:r>
            <a:r>
              <a:rPr lang="en-US" sz="1800" dirty="0" err="1"/>
              <a:t>sh</a:t>
            </a:r>
            <a:endParaRPr lang="en-US" sz="1800" dirty="0"/>
          </a:p>
          <a:p>
            <a:r>
              <a:rPr lang="en-US" sz="1800" dirty="0">
                <a:highlight>
                  <a:srgbClr val="000000"/>
                </a:highlight>
              </a:rPr>
              <a:t>231072</a:t>
            </a:r>
            <a:r>
              <a:rPr lang="en-US" sz="1800" dirty="0"/>
              <a:t>      \_ </a:t>
            </a:r>
            <a:r>
              <a:rPr lang="en-US" sz="1800" dirty="0" err="1"/>
              <a:t>whoami</a:t>
            </a:r>
            <a:endParaRPr lang="en-US" sz="1800" dirty="0"/>
          </a:p>
        </p:txBody>
      </p:sp>
      <p:sp>
        <p:nvSpPr>
          <p:cNvPr id="4" name="Title 3">
            <a:extLst>
              <a:ext uri="{FF2B5EF4-FFF2-40B4-BE49-F238E27FC236}">
                <a16:creationId xmlns:a16="http://schemas.microsoft.com/office/drawing/2014/main" id="{E919ED96-B3DB-41D2-8911-BCECE8B5D093}"/>
              </a:ext>
            </a:extLst>
          </p:cNvPr>
          <p:cNvSpPr>
            <a:spLocks noGrp="1"/>
          </p:cNvSpPr>
          <p:nvPr>
            <p:ph type="title"/>
          </p:nvPr>
        </p:nvSpPr>
        <p:spPr/>
        <p:txBody>
          <a:bodyPr/>
          <a:lstStyle/>
          <a:p>
            <a:r>
              <a:rPr lang="en-US" dirty="0"/>
              <a:t>User Namespace: remap</a:t>
            </a:r>
          </a:p>
        </p:txBody>
      </p:sp>
      <p:grpSp>
        <p:nvGrpSpPr>
          <p:cNvPr id="9" name="Group 8">
            <a:extLst>
              <a:ext uri="{FF2B5EF4-FFF2-40B4-BE49-F238E27FC236}">
                <a16:creationId xmlns:a16="http://schemas.microsoft.com/office/drawing/2014/main" id="{E22300D6-E373-4C62-8F36-D0EA4C619A54}"/>
              </a:ext>
            </a:extLst>
          </p:cNvPr>
          <p:cNvGrpSpPr/>
          <p:nvPr/>
        </p:nvGrpSpPr>
        <p:grpSpPr>
          <a:xfrm>
            <a:off x="4004515" y="1971378"/>
            <a:ext cx="4185448" cy="2648309"/>
            <a:chOff x="3535193" y="2104845"/>
            <a:chExt cx="4185448" cy="2648309"/>
          </a:xfrm>
        </p:grpSpPr>
        <p:sp>
          <p:nvSpPr>
            <p:cNvPr id="8" name="Rectangle 7">
              <a:extLst>
                <a:ext uri="{FF2B5EF4-FFF2-40B4-BE49-F238E27FC236}">
                  <a16:creationId xmlns:a16="http://schemas.microsoft.com/office/drawing/2014/main" id="{0FB3DD71-76C7-4B99-AE8A-F0A125E0E65F}"/>
                </a:ext>
              </a:extLst>
            </p:cNvPr>
            <p:cNvSpPr/>
            <p:nvPr/>
          </p:nvSpPr>
          <p:spPr bwMode="gray">
            <a:xfrm>
              <a:off x="3535193" y="2104845"/>
              <a:ext cx="4185448" cy="2648309"/>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lIns="90000" tIns="72000" rIns="90000" bIns="72000" rtlCol="0" anchor="t"/>
            <a:lstStyle/>
            <a:p>
              <a:pPr defTabSz="914400" fontAlgn="base">
                <a:spcBef>
                  <a:spcPct val="50000"/>
                </a:spcBef>
                <a:spcAft>
                  <a:spcPct val="0"/>
                </a:spcAft>
                <a:buClr>
                  <a:srgbClr val="F0AB00"/>
                </a:buClr>
                <a:buSzPct val="80000"/>
              </a:pPr>
              <a:r>
                <a:rPr lang="en-US" sz="1800" kern="0" dirty="0">
                  <a:ea typeface="Arial Unicode MS" pitchFamily="34" charset="-128"/>
                  <a:cs typeface="Arial Unicode MS" pitchFamily="34" charset="-128"/>
                </a:rPr>
                <a:t># </a:t>
              </a:r>
              <a:r>
                <a:rPr lang="en-US" sz="1800" kern="0" dirty="0" err="1">
                  <a:ea typeface="Arial Unicode MS" pitchFamily="34" charset="-128"/>
                  <a:cs typeface="Arial Unicode MS" pitchFamily="34" charset="-128"/>
                </a:rPr>
                <a:t>whoami</a:t>
              </a:r>
              <a:endParaRPr lang="en-US" sz="1800" kern="0" dirty="0">
                <a:ea typeface="Arial Unicode MS" pitchFamily="34" charset="-128"/>
                <a:cs typeface="Arial Unicode MS" pitchFamily="34" charset="-128"/>
              </a:endParaRPr>
            </a:p>
            <a:p>
              <a:pPr defTabSz="914400" fontAlgn="base">
                <a:spcBef>
                  <a:spcPct val="50000"/>
                </a:spcBef>
                <a:spcAft>
                  <a:spcPct val="0"/>
                </a:spcAft>
                <a:buClr>
                  <a:srgbClr val="F0AB00"/>
                </a:buClr>
                <a:buSzPct val="80000"/>
              </a:pPr>
              <a:r>
                <a:rPr lang="en-US" sz="1800" kern="0" dirty="0">
                  <a:ea typeface="Arial Unicode MS" pitchFamily="34" charset="-128"/>
                  <a:cs typeface="Arial Unicode MS" pitchFamily="34" charset="-128"/>
                </a:rPr>
                <a:t>&gt;&gt; root</a:t>
              </a:r>
            </a:p>
            <a:p>
              <a:pPr defTabSz="914400" fontAlgn="base">
                <a:spcBef>
                  <a:spcPct val="50000"/>
                </a:spcBef>
                <a:spcAft>
                  <a:spcPct val="0"/>
                </a:spcAft>
                <a:buClr>
                  <a:srgbClr val="F0AB00"/>
                </a:buClr>
                <a:buSzPct val="80000"/>
              </a:pPr>
              <a:r>
                <a:rPr lang="en-US" sz="1800" kern="0" dirty="0">
                  <a:ea typeface="Arial Unicode MS" pitchFamily="34" charset="-128"/>
                  <a:cs typeface="Arial Unicode MS" pitchFamily="34" charset="-128"/>
                </a:rPr>
                <a:t># id root</a:t>
              </a:r>
            </a:p>
            <a:p>
              <a:pPr defTabSz="914400" fontAlgn="base">
                <a:spcBef>
                  <a:spcPct val="50000"/>
                </a:spcBef>
                <a:spcAft>
                  <a:spcPct val="0"/>
                </a:spcAft>
                <a:buClr>
                  <a:srgbClr val="F0AB00"/>
                </a:buClr>
                <a:buSzPct val="80000"/>
              </a:pPr>
              <a:r>
                <a:rPr lang="en-US" sz="1800" kern="0" dirty="0">
                  <a:ea typeface="Arial Unicode MS" pitchFamily="34" charset="-128"/>
                  <a:cs typeface="Arial Unicode MS" pitchFamily="34" charset="-128"/>
                </a:rPr>
                <a:t>&gt;&gt; </a:t>
              </a:r>
              <a:r>
                <a:rPr lang="nl-NL" sz="1800" kern="0" dirty="0" err="1">
                  <a:ea typeface="Arial Unicode MS" pitchFamily="34" charset="-128"/>
                  <a:cs typeface="Arial Unicode MS" pitchFamily="34" charset="-128"/>
                </a:rPr>
                <a:t>uid</a:t>
              </a:r>
              <a:r>
                <a:rPr lang="nl-NL" sz="1800" kern="0" dirty="0">
                  <a:ea typeface="Arial Unicode MS" pitchFamily="34" charset="-128"/>
                  <a:cs typeface="Arial Unicode MS" pitchFamily="34" charset="-128"/>
                </a:rPr>
                <a:t>=0(root) </a:t>
              </a:r>
              <a:r>
                <a:rPr lang="nl-NL" sz="1800" kern="0" dirty="0" err="1">
                  <a:ea typeface="Arial Unicode MS" pitchFamily="34" charset="-128"/>
                  <a:cs typeface="Arial Unicode MS" pitchFamily="34" charset="-128"/>
                </a:rPr>
                <a:t>gid</a:t>
              </a:r>
              <a:r>
                <a:rPr lang="nl-NL" sz="1800" kern="0" dirty="0">
                  <a:ea typeface="Arial Unicode MS" pitchFamily="34" charset="-128"/>
                  <a:cs typeface="Arial Unicode MS" pitchFamily="34" charset="-128"/>
                </a:rPr>
                <a:t>=0(root)</a:t>
              </a:r>
            </a:p>
            <a:p>
              <a:pPr defTabSz="914400" fontAlgn="base">
                <a:spcBef>
                  <a:spcPct val="50000"/>
                </a:spcBef>
                <a:spcAft>
                  <a:spcPct val="0"/>
                </a:spcAft>
                <a:buClr>
                  <a:srgbClr val="F0AB00"/>
                </a:buClr>
                <a:buSzPct val="80000"/>
              </a:pPr>
              <a:endParaRPr lang="nl-NL" sz="1800" kern="0" dirty="0">
                <a:ea typeface="Arial Unicode MS" pitchFamily="34" charset="-128"/>
                <a:cs typeface="Arial Unicode MS" pitchFamily="34" charset="-128"/>
              </a:endParaRPr>
            </a:p>
            <a:p>
              <a:pPr defTabSz="914400" fontAlgn="base">
                <a:spcBef>
                  <a:spcPct val="50000"/>
                </a:spcBef>
                <a:spcAft>
                  <a:spcPct val="0"/>
                </a:spcAft>
                <a:buClr>
                  <a:srgbClr val="F0AB00"/>
                </a:buClr>
                <a:buSzPct val="80000"/>
              </a:pPr>
              <a:r>
                <a:rPr lang="nl-NL" sz="1800" kern="0" dirty="0">
                  <a:ea typeface="Arial Unicode MS" pitchFamily="34" charset="-128"/>
                  <a:cs typeface="Arial Unicode MS" pitchFamily="34" charset="-128"/>
                </a:rPr>
                <a:t># </a:t>
              </a:r>
              <a:r>
                <a:rPr lang="nl-NL" sz="1800" kern="0" dirty="0" err="1">
                  <a:ea typeface="Arial Unicode MS" pitchFamily="34" charset="-128"/>
                  <a:cs typeface="Arial Unicode MS" pitchFamily="34" charset="-128"/>
                </a:rPr>
                <a:t>touch</a:t>
              </a:r>
              <a:r>
                <a:rPr lang="nl-NL" sz="1800" kern="0" dirty="0">
                  <a:ea typeface="Arial Unicode MS" pitchFamily="34" charset="-128"/>
                  <a:cs typeface="Arial Unicode MS" pitchFamily="34" charset="-128"/>
                </a:rPr>
                <a:t> /</a:t>
              </a:r>
              <a:r>
                <a:rPr lang="nl-NL" sz="1800" kern="0" dirty="0" err="1">
                  <a:ea typeface="Arial Unicode MS" pitchFamily="34" charset="-128"/>
                  <a:cs typeface="Arial Unicode MS" pitchFamily="34" charset="-128"/>
                </a:rPr>
                <a:t>hostfs</a:t>
              </a:r>
              <a:r>
                <a:rPr lang="nl-NL" sz="1800" kern="0" dirty="0">
                  <a:ea typeface="Arial Unicode MS" pitchFamily="34" charset="-128"/>
                  <a:cs typeface="Arial Unicode MS" pitchFamily="34" charset="-128"/>
                </a:rPr>
                <a:t>/test</a:t>
              </a:r>
            </a:p>
          </p:txBody>
        </p:sp>
        <p:pic>
          <p:nvPicPr>
            <p:cNvPr id="7" name="Picture 6">
              <a:extLst>
                <a:ext uri="{FF2B5EF4-FFF2-40B4-BE49-F238E27FC236}">
                  <a16:creationId xmlns:a16="http://schemas.microsoft.com/office/drawing/2014/main" id="{D935FCAE-5D10-4AB7-A914-78CE7698CC34}"/>
                </a:ext>
              </a:extLst>
            </p:cNvPr>
            <p:cNvPicPr>
              <a:picLocks noChangeAspect="1"/>
            </p:cNvPicPr>
            <p:nvPr/>
          </p:nvPicPr>
          <p:blipFill>
            <a:blip r:embed="rId3"/>
            <a:stretch>
              <a:fillRect/>
            </a:stretch>
          </p:blipFill>
          <p:spPr>
            <a:xfrm>
              <a:off x="6332157" y="2104845"/>
              <a:ext cx="1388484" cy="1039240"/>
            </a:xfrm>
            <a:prstGeom prst="rect">
              <a:avLst/>
            </a:prstGeom>
          </p:spPr>
        </p:pic>
      </p:grpSp>
      <p:sp>
        <p:nvSpPr>
          <p:cNvPr id="11" name="Speech Bubble: Rectangle 10">
            <a:extLst>
              <a:ext uri="{FF2B5EF4-FFF2-40B4-BE49-F238E27FC236}">
                <a16:creationId xmlns:a16="http://schemas.microsoft.com/office/drawing/2014/main" id="{4F5EF3FC-9009-4B36-841D-7C1FC9B2F8EC}"/>
              </a:ext>
            </a:extLst>
          </p:cNvPr>
          <p:cNvSpPr/>
          <p:nvPr/>
        </p:nvSpPr>
        <p:spPr bwMode="gray">
          <a:xfrm>
            <a:off x="349109" y="1498990"/>
            <a:ext cx="3303917" cy="1080366"/>
          </a:xfrm>
          <a:prstGeom prst="wedgeRectCallout">
            <a:avLst>
              <a:gd name="adj1" fmla="val 52129"/>
              <a:gd name="adj2" fmla="val 153526"/>
            </a:avLst>
          </a:prstGeom>
          <a:ln>
            <a:headEnd/>
            <a:tailEnd/>
          </a:ln>
        </p:spPr>
        <p:style>
          <a:lnRef idx="2">
            <a:schemeClr val="accent5"/>
          </a:lnRef>
          <a:fillRef idx="1">
            <a:schemeClr val="lt1"/>
          </a:fillRef>
          <a:effectRef idx="0">
            <a:schemeClr val="accent5"/>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800" kern="0" dirty="0">
                <a:ea typeface="Arial Unicode MS" pitchFamily="34" charset="-128"/>
                <a:cs typeface="Arial Unicode MS" pitchFamily="34" charset="-128"/>
              </a:rPr>
              <a:t>user “root” within the container is mapped to a different UID</a:t>
            </a:r>
            <a:endParaRPr kumimoji="0" lang="en-US" sz="18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15" name="Speech Bubble: Rectangle 14">
            <a:extLst>
              <a:ext uri="{FF2B5EF4-FFF2-40B4-BE49-F238E27FC236}">
                <a16:creationId xmlns:a16="http://schemas.microsoft.com/office/drawing/2014/main" id="{9CD48F09-1AA1-40C9-B94D-76DFC9C1EDCB}"/>
              </a:ext>
            </a:extLst>
          </p:cNvPr>
          <p:cNvSpPr/>
          <p:nvPr/>
        </p:nvSpPr>
        <p:spPr bwMode="gray">
          <a:xfrm>
            <a:off x="8636218" y="1499048"/>
            <a:ext cx="3303917" cy="1080366"/>
          </a:xfrm>
          <a:prstGeom prst="wedgeRectCallout">
            <a:avLst>
              <a:gd name="adj1" fmla="val -55965"/>
              <a:gd name="adj2" fmla="val 103222"/>
            </a:avLst>
          </a:prstGeom>
          <a:ln>
            <a:headEnd/>
            <a:tailEnd/>
          </a:ln>
        </p:spPr>
        <p:style>
          <a:lnRef idx="2">
            <a:schemeClr val="accent5"/>
          </a:lnRef>
          <a:fillRef idx="1">
            <a:schemeClr val="lt1"/>
          </a:fillRef>
          <a:effectRef idx="0">
            <a:schemeClr val="accent5"/>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800" kern="0" dirty="0">
                <a:ea typeface="Arial Unicode MS" pitchFamily="34" charset="-128"/>
                <a:cs typeface="Arial Unicode MS" pitchFamily="34" charset="-128"/>
              </a:rPr>
              <a:t>Docker can be configured to automatically remap user &amp; groups</a:t>
            </a:r>
            <a:endParaRPr kumimoji="0" lang="en-US" sz="1800" b="0" i="0" u="none" strike="noStrike" kern="0" cap="none" spc="0" normalizeH="0" baseline="0" noProof="0" dirty="0" err="1">
              <a:ln>
                <a:noFill/>
              </a:ln>
              <a:effectLst/>
              <a:uLnTx/>
              <a:uFillTx/>
              <a:ea typeface="Arial Unicode MS" pitchFamily="34" charset="-128"/>
              <a:cs typeface="Arial Unicode MS" pitchFamily="34" charset="-128"/>
            </a:endParaRPr>
          </a:p>
        </p:txBody>
      </p:sp>
    </p:spTree>
    <p:extLst>
      <p:ext uri="{BB962C8B-B14F-4D97-AF65-F5344CB8AC3E}">
        <p14:creationId xmlns:p14="http://schemas.microsoft.com/office/powerpoint/2010/main" val="15110352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6BEB1A8-C9D3-4723-A64F-42E02E22325A}"/>
              </a:ext>
            </a:extLst>
          </p:cNvPr>
          <p:cNvSpPr>
            <a:spLocks noGrp="1"/>
          </p:cNvSpPr>
          <p:nvPr>
            <p:ph type="title"/>
          </p:nvPr>
        </p:nvSpPr>
        <p:spPr/>
        <p:txBody>
          <a:bodyPr/>
          <a:lstStyle/>
          <a:p>
            <a:r>
              <a:rPr lang="en-US" dirty="0"/>
              <a:t>Exercise #1– </a:t>
            </a:r>
            <a:r>
              <a:rPr lang="en-US" dirty="0" err="1"/>
              <a:t>Dockerfile</a:t>
            </a:r>
            <a:endParaRPr lang="en-US" dirty="0"/>
          </a:p>
        </p:txBody>
      </p:sp>
      <p:pic>
        <p:nvPicPr>
          <p:cNvPr id="8" name="Picture 7">
            <a:extLst>
              <a:ext uri="{FF2B5EF4-FFF2-40B4-BE49-F238E27FC236}">
                <a16:creationId xmlns:a16="http://schemas.microsoft.com/office/drawing/2014/main" id="{D6B8C527-073F-471B-A282-22B63876CA6B}"/>
              </a:ext>
            </a:extLst>
          </p:cNvPr>
          <p:cNvPicPr>
            <a:picLocks noChangeAspect="1"/>
          </p:cNvPicPr>
          <p:nvPr/>
        </p:nvPicPr>
        <p:blipFill>
          <a:blip r:embed="rId3"/>
          <a:stretch>
            <a:fillRect/>
          </a:stretch>
        </p:blipFill>
        <p:spPr>
          <a:xfrm>
            <a:off x="4571712" y="1903473"/>
            <a:ext cx="3051054" cy="3051054"/>
          </a:xfrm>
          <a:prstGeom prst="rect">
            <a:avLst/>
          </a:prstGeom>
        </p:spPr>
      </p:pic>
    </p:spTree>
    <p:extLst>
      <p:ext uri="{BB962C8B-B14F-4D97-AF65-F5344CB8AC3E}">
        <p14:creationId xmlns:p14="http://schemas.microsoft.com/office/powerpoint/2010/main" val="24529548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CBA660CE-51AC-ABD9-9160-9A1DAE201514}"/>
              </a:ext>
            </a:extLst>
          </p:cNvPr>
          <p:cNvSpPr>
            <a:spLocks noGrp="1"/>
          </p:cNvSpPr>
          <p:nvPr>
            <p:ph type="title"/>
          </p:nvPr>
        </p:nvSpPr>
        <p:spPr/>
        <p:txBody>
          <a:bodyPr/>
          <a:lstStyle/>
          <a:p>
            <a:r>
              <a:rPr lang="de-DE" dirty="0"/>
              <a:t>Multistage </a:t>
            </a:r>
            <a:r>
              <a:rPr lang="de-DE" dirty="0" err="1"/>
              <a:t>Dockerfile</a:t>
            </a:r>
            <a:endParaRPr lang="de-DE" dirty="0"/>
          </a:p>
        </p:txBody>
      </p:sp>
      <p:pic>
        <p:nvPicPr>
          <p:cNvPr id="6" name="Grafik 5">
            <a:extLst>
              <a:ext uri="{FF2B5EF4-FFF2-40B4-BE49-F238E27FC236}">
                <a16:creationId xmlns:a16="http://schemas.microsoft.com/office/drawing/2014/main" id="{DC908A10-84DB-7CB3-40F4-92225534519E}"/>
              </a:ext>
            </a:extLst>
          </p:cNvPr>
          <p:cNvPicPr>
            <a:picLocks noChangeAspect="1"/>
          </p:cNvPicPr>
          <p:nvPr/>
        </p:nvPicPr>
        <p:blipFill>
          <a:blip r:embed="rId2"/>
          <a:stretch>
            <a:fillRect/>
          </a:stretch>
        </p:blipFill>
        <p:spPr>
          <a:xfrm>
            <a:off x="504001" y="1055914"/>
            <a:ext cx="7772400" cy="4746171"/>
          </a:xfrm>
          <a:prstGeom prst="rect">
            <a:avLst/>
          </a:prstGeom>
        </p:spPr>
      </p:pic>
      <p:sp>
        <p:nvSpPr>
          <p:cNvPr id="7" name="Abgerundete rechteckige Legende 6">
            <a:extLst>
              <a:ext uri="{FF2B5EF4-FFF2-40B4-BE49-F238E27FC236}">
                <a16:creationId xmlns:a16="http://schemas.microsoft.com/office/drawing/2014/main" id="{D919365C-CB62-749A-0702-244DBD2B76AD}"/>
              </a:ext>
            </a:extLst>
          </p:cNvPr>
          <p:cNvSpPr/>
          <p:nvPr/>
        </p:nvSpPr>
        <p:spPr bwMode="gray">
          <a:xfrm>
            <a:off x="8276399" y="1101764"/>
            <a:ext cx="3557915" cy="910772"/>
          </a:xfrm>
          <a:prstGeom prst="wedgeRoundRectCallout">
            <a:avLst>
              <a:gd name="adj1" fmla="val -146242"/>
              <a:gd name="adj2" fmla="val -29105"/>
              <a:gd name="adj3" fmla="val 16667"/>
            </a:avLst>
          </a:prstGeom>
          <a:solidFill>
            <a:schemeClr val="bg1">
              <a:lumMod val="95000"/>
            </a:schemeClr>
          </a:solidFill>
          <a:ln w="12700" algn="ctr">
            <a:solidFill>
              <a:schemeClr val="bg1">
                <a:lumMod val="95000"/>
              </a:schemeClr>
            </a:solidFill>
            <a:miter lim="800000"/>
            <a:headEnd/>
            <a:tailEnd/>
          </a:ln>
        </p:spPr>
        <p:txBody>
          <a:bodyPr lIns="90000" tIns="72000" rIns="90000" bIns="72000" rtlCol="0" anchor="ctr"/>
          <a:lstStyle/>
          <a:p>
            <a:pPr marR="0" defTabSz="914400" eaLnBrk="1" fontAlgn="base" latinLnBrk="0" hangingPunct="1">
              <a:lnSpc>
                <a:spcPct val="100000"/>
              </a:lnSpc>
              <a:spcBef>
                <a:spcPct val="50000"/>
              </a:spcBef>
              <a:spcAft>
                <a:spcPct val="0"/>
              </a:spcAft>
              <a:buClr>
                <a:schemeClr val="tx1"/>
              </a:buClr>
              <a:buSzPct val="80000"/>
              <a:tabLst/>
            </a:pPr>
            <a:r>
              <a:rPr lang="de-DE" sz="1600" kern="0" dirty="0">
                <a:ea typeface="Arial Unicode MS" pitchFamily="34" charset="-128"/>
                <a:cs typeface="Arial Unicode MS" pitchFamily="34" charset="-128"/>
              </a:rPr>
              <a:t>A </a:t>
            </a:r>
            <a:r>
              <a:rPr lang="de-DE" sz="1600" kern="0" dirty="0" err="1">
                <a:ea typeface="Arial Unicode MS" pitchFamily="34" charset="-128"/>
                <a:cs typeface="Arial Unicode MS" pitchFamily="34" charset="-128"/>
              </a:rPr>
              <a:t>Dockerfile</a:t>
            </a:r>
            <a:r>
              <a:rPr lang="de-DE" sz="1600" kern="0" dirty="0">
                <a:ea typeface="Arial Unicode MS" pitchFamily="34" charset="-128"/>
                <a:cs typeface="Arial Unicode MS" pitchFamily="34" charset="-128"/>
              </a:rPr>
              <a:t> </a:t>
            </a:r>
            <a:r>
              <a:rPr lang="de-DE" sz="1600" kern="0" dirty="0" err="1">
                <a:ea typeface="Arial Unicode MS" pitchFamily="34" charset="-128"/>
                <a:cs typeface="Arial Unicode MS" pitchFamily="34" charset="-128"/>
              </a:rPr>
              <a:t>may</a:t>
            </a:r>
            <a:r>
              <a:rPr lang="de-DE" sz="1600" kern="0" dirty="0">
                <a:ea typeface="Arial Unicode MS" pitchFamily="34" charset="-128"/>
                <a:cs typeface="Arial Unicode MS" pitchFamily="34" charset="-128"/>
              </a:rPr>
              <a:t> </a:t>
            </a:r>
            <a:r>
              <a:rPr lang="de-DE" sz="1600" kern="0" dirty="0" err="1">
                <a:ea typeface="Arial Unicode MS" pitchFamily="34" charset="-128"/>
                <a:cs typeface="Arial Unicode MS" pitchFamily="34" charset="-128"/>
              </a:rPr>
              <a:t>have</a:t>
            </a:r>
            <a:r>
              <a:rPr lang="de-DE" sz="1600" kern="0" dirty="0">
                <a:ea typeface="Arial Unicode MS" pitchFamily="34" charset="-128"/>
                <a:cs typeface="Arial Unicode MS" pitchFamily="34" charset="-128"/>
              </a:rPr>
              <a:t> multiple FROM </a:t>
            </a:r>
            <a:r>
              <a:rPr lang="de-DE" sz="1600" kern="0" dirty="0" err="1">
                <a:ea typeface="Arial Unicode MS" pitchFamily="34" charset="-128"/>
                <a:cs typeface="Arial Unicode MS" pitchFamily="34" charset="-128"/>
              </a:rPr>
              <a:t>lines</a:t>
            </a:r>
            <a:r>
              <a:rPr lang="de-DE" sz="1600" kern="0" dirty="0">
                <a:ea typeface="Arial Unicode MS" pitchFamily="34" charset="-128"/>
                <a:cs typeface="Arial Unicode MS" pitchFamily="34" charset="-128"/>
              </a:rPr>
              <a:t> – </a:t>
            </a:r>
            <a:r>
              <a:rPr lang="de-DE" sz="1600" kern="0" dirty="0" err="1">
                <a:ea typeface="Arial Unicode MS" pitchFamily="34" charset="-128"/>
                <a:cs typeface="Arial Unicode MS" pitchFamily="34" charset="-128"/>
              </a:rPr>
              <a:t>each</a:t>
            </a:r>
            <a:r>
              <a:rPr lang="de-DE" sz="1600" kern="0" dirty="0">
                <a:ea typeface="Arial Unicode MS" pitchFamily="34" charset="-128"/>
                <a:cs typeface="Arial Unicode MS" pitchFamily="34" charset="-128"/>
              </a:rPr>
              <a:t> </a:t>
            </a:r>
            <a:r>
              <a:rPr lang="de-DE" sz="1600" kern="0" dirty="0" err="1">
                <a:ea typeface="Arial Unicode MS" pitchFamily="34" charset="-128"/>
                <a:cs typeface="Arial Unicode MS" pitchFamily="34" charset="-128"/>
              </a:rPr>
              <a:t>is</a:t>
            </a:r>
            <a:r>
              <a:rPr lang="de-DE" sz="1600" kern="0" dirty="0">
                <a:ea typeface="Arial Unicode MS" pitchFamily="34" charset="-128"/>
                <a:cs typeface="Arial Unicode MS" pitchFamily="34" charset="-128"/>
              </a:rPr>
              <a:t> a </a:t>
            </a:r>
            <a:r>
              <a:rPr lang="de-DE" sz="1600" kern="0" dirty="0" err="1">
                <a:ea typeface="Arial Unicode MS" pitchFamily="34" charset="-128"/>
                <a:cs typeface="Arial Unicode MS" pitchFamily="34" charset="-128"/>
              </a:rPr>
              <a:t>called</a:t>
            </a:r>
            <a:r>
              <a:rPr lang="de-DE" sz="1600" kern="0" dirty="0">
                <a:ea typeface="Arial Unicode MS" pitchFamily="34" charset="-128"/>
                <a:cs typeface="Arial Unicode MS" pitchFamily="34" charset="-128"/>
              </a:rPr>
              <a:t> a „</a:t>
            </a:r>
            <a:r>
              <a:rPr lang="de-DE" sz="1600" kern="0" dirty="0" err="1">
                <a:ea typeface="Arial Unicode MS" pitchFamily="34" charset="-128"/>
                <a:cs typeface="Arial Unicode MS" pitchFamily="34" charset="-128"/>
              </a:rPr>
              <a:t>stage</a:t>
            </a:r>
            <a:r>
              <a:rPr lang="de-DE" sz="1600" kern="0" dirty="0">
                <a:ea typeface="Arial Unicode MS" pitchFamily="34" charset="-128"/>
                <a:cs typeface="Arial Unicode MS" pitchFamily="34" charset="-128"/>
              </a:rPr>
              <a:t>“</a:t>
            </a:r>
          </a:p>
        </p:txBody>
      </p:sp>
      <p:sp>
        <p:nvSpPr>
          <p:cNvPr id="8" name="Abgerundete rechteckige Legende 7">
            <a:extLst>
              <a:ext uri="{FF2B5EF4-FFF2-40B4-BE49-F238E27FC236}">
                <a16:creationId xmlns:a16="http://schemas.microsoft.com/office/drawing/2014/main" id="{10F8A4C6-EBF5-86A6-3706-78EFF489B24C}"/>
              </a:ext>
            </a:extLst>
          </p:cNvPr>
          <p:cNvSpPr/>
          <p:nvPr/>
        </p:nvSpPr>
        <p:spPr bwMode="gray">
          <a:xfrm>
            <a:off x="8276399" y="3771324"/>
            <a:ext cx="3557915" cy="1074141"/>
          </a:xfrm>
          <a:prstGeom prst="wedgeRoundRectCallout">
            <a:avLst>
              <a:gd name="adj1" fmla="val -80970"/>
              <a:gd name="adj2" fmla="val 707"/>
              <a:gd name="adj3" fmla="val 16667"/>
            </a:avLst>
          </a:prstGeom>
          <a:solidFill>
            <a:schemeClr val="bg1">
              <a:lumMod val="95000"/>
            </a:schemeClr>
          </a:solidFill>
          <a:ln w="12700" algn="ctr">
            <a:solidFill>
              <a:schemeClr val="bg1">
                <a:lumMod val="95000"/>
              </a:schemeClr>
            </a:solidFill>
            <a:miter lim="800000"/>
            <a:headEnd/>
            <a:tailEnd/>
          </a:ln>
        </p:spPr>
        <p:txBody>
          <a:bodyPr lIns="90000" tIns="72000" rIns="90000" bIns="72000" rtlCol="0" anchor="ctr"/>
          <a:lstStyle/>
          <a:p>
            <a:pPr marR="0" defTabSz="914400" eaLnBrk="1" fontAlgn="base" latinLnBrk="0" hangingPunct="1">
              <a:lnSpc>
                <a:spcPct val="100000"/>
              </a:lnSpc>
              <a:spcBef>
                <a:spcPct val="50000"/>
              </a:spcBef>
              <a:spcAft>
                <a:spcPct val="0"/>
              </a:spcAft>
              <a:buClr>
                <a:schemeClr val="tx1"/>
              </a:buClr>
              <a:buSzPct val="80000"/>
              <a:tabLst/>
            </a:pPr>
            <a:r>
              <a:rPr lang="en-CA" sz="1600" kern="0" dirty="0">
                <a:ea typeface="Arial Unicode MS" pitchFamily="34" charset="-128"/>
                <a:cs typeface="Arial Unicode MS" pitchFamily="34" charset="-128"/>
              </a:rPr>
              <a:t>Stages can be named and referred to by this name in the same file or during build with --target</a:t>
            </a:r>
          </a:p>
        </p:txBody>
      </p:sp>
      <p:sp>
        <p:nvSpPr>
          <p:cNvPr id="9" name="Abgerundete rechteckige Legende 8">
            <a:extLst>
              <a:ext uri="{FF2B5EF4-FFF2-40B4-BE49-F238E27FC236}">
                <a16:creationId xmlns:a16="http://schemas.microsoft.com/office/drawing/2014/main" id="{008B63DD-2A30-2A8B-121F-1C6009FC5E45}"/>
              </a:ext>
            </a:extLst>
          </p:cNvPr>
          <p:cNvSpPr/>
          <p:nvPr/>
        </p:nvSpPr>
        <p:spPr bwMode="gray">
          <a:xfrm>
            <a:off x="8276401" y="5073114"/>
            <a:ext cx="3557915" cy="910772"/>
          </a:xfrm>
          <a:prstGeom prst="wedgeRoundRectCallout">
            <a:avLst>
              <a:gd name="adj1" fmla="val -94433"/>
              <a:gd name="adj2" fmla="val 923"/>
              <a:gd name="adj3" fmla="val 16667"/>
            </a:avLst>
          </a:prstGeom>
          <a:solidFill>
            <a:schemeClr val="bg1">
              <a:lumMod val="95000"/>
            </a:schemeClr>
          </a:solidFill>
          <a:ln w="12700" algn="ctr">
            <a:solidFill>
              <a:schemeClr val="bg1">
                <a:lumMod val="95000"/>
              </a:schemeClr>
            </a:solidFill>
            <a:miter lim="800000"/>
            <a:headEnd/>
            <a:tailEnd/>
          </a:ln>
        </p:spPr>
        <p:txBody>
          <a:bodyPr lIns="90000" tIns="72000" rIns="90000" bIns="72000" rtlCol="0" anchor="ctr"/>
          <a:lstStyle/>
          <a:p>
            <a:pPr marR="0" defTabSz="914400" eaLnBrk="1" fontAlgn="base" latinLnBrk="0" hangingPunct="1">
              <a:lnSpc>
                <a:spcPct val="100000"/>
              </a:lnSpc>
              <a:spcBef>
                <a:spcPct val="50000"/>
              </a:spcBef>
              <a:spcAft>
                <a:spcPct val="0"/>
              </a:spcAft>
              <a:buClr>
                <a:schemeClr val="tx1"/>
              </a:buClr>
              <a:buSzPct val="80000"/>
              <a:tabLst/>
            </a:pPr>
            <a:r>
              <a:rPr lang="en-CA" sz="1600" kern="0" dirty="0">
                <a:ea typeface="Arial Unicode MS" pitchFamily="34" charset="-128"/>
                <a:cs typeface="Arial Unicode MS" pitchFamily="34" charset="-128"/>
              </a:rPr>
              <a:t>Files from previous stages can be copied</a:t>
            </a:r>
          </a:p>
        </p:txBody>
      </p:sp>
      <p:sp>
        <p:nvSpPr>
          <p:cNvPr id="11" name="Abgerundete rechteckige Legende 10">
            <a:extLst>
              <a:ext uri="{FF2B5EF4-FFF2-40B4-BE49-F238E27FC236}">
                <a16:creationId xmlns:a16="http://schemas.microsoft.com/office/drawing/2014/main" id="{86D30A98-40E9-91D0-63CD-078AD389BD9A}"/>
              </a:ext>
            </a:extLst>
          </p:cNvPr>
          <p:cNvSpPr/>
          <p:nvPr/>
        </p:nvSpPr>
        <p:spPr bwMode="gray">
          <a:xfrm>
            <a:off x="8276399" y="2175904"/>
            <a:ext cx="3557915" cy="560039"/>
          </a:xfrm>
          <a:prstGeom prst="wedgeRoundRectCallout">
            <a:avLst>
              <a:gd name="adj1" fmla="val -131148"/>
              <a:gd name="adj2" fmla="val 46277"/>
              <a:gd name="adj3" fmla="val 16667"/>
            </a:avLst>
          </a:prstGeom>
          <a:solidFill>
            <a:schemeClr val="bg1">
              <a:lumMod val="95000"/>
            </a:schemeClr>
          </a:solidFill>
          <a:ln w="12700" algn="ctr">
            <a:solidFill>
              <a:schemeClr val="bg1">
                <a:lumMod val="95000"/>
              </a:schemeClr>
            </a:solidFill>
            <a:miter lim="800000"/>
            <a:headEnd/>
            <a:tailEnd/>
          </a:ln>
        </p:spPr>
        <p:txBody>
          <a:bodyPr lIns="90000" tIns="72000" rIns="90000" bIns="72000" rtlCol="0" anchor="ctr"/>
          <a:lstStyle/>
          <a:p>
            <a:pPr marR="0" defTabSz="914400" eaLnBrk="1" fontAlgn="base" latinLnBrk="0" hangingPunct="1">
              <a:lnSpc>
                <a:spcPct val="100000"/>
              </a:lnSpc>
              <a:spcBef>
                <a:spcPct val="50000"/>
              </a:spcBef>
              <a:spcAft>
                <a:spcPct val="0"/>
              </a:spcAft>
              <a:buClr>
                <a:schemeClr val="tx1"/>
              </a:buClr>
              <a:buSzPct val="80000"/>
              <a:tabLst/>
            </a:pPr>
            <a:r>
              <a:rPr lang="en-CA" sz="1600" kern="0" dirty="0">
                <a:ea typeface="Arial Unicode MS" pitchFamily="34" charset="-128"/>
                <a:cs typeface="Arial Unicode MS" pitchFamily="34" charset="-128"/>
              </a:rPr>
              <a:t>Stages are build separately</a:t>
            </a:r>
          </a:p>
        </p:txBody>
      </p:sp>
    </p:spTree>
    <p:extLst>
      <p:ext uri="{BB962C8B-B14F-4D97-AF65-F5344CB8AC3E}">
        <p14:creationId xmlns:p14="http://schemas.microsoft.com/office/powerpoint/2010/main" val="5575827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1"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6BEB1A8-C9D3-4723-A64F-42E02E22325A}"/>
              </a:ext>
            </a:extLst>
          </p:cNvPr>
          <p:cNvSpPr>
            <a:spLocks noGrp="1"/>
          </p:cNvSpPr>
          <p:nvPr>
            <p:ph type="title"/>
          </p:nvPr>
        </p:nvSpPr>
        <p:spPr/>
        <p:txBody>
          <a:bodyPr/>
          <a:lstStyle/>
          <a:p>
            <a:r>
              <a:rPr lang="en-US" dirty="0"/>
              <a:t>Exercise #2– Multistage </a:t>
            </a:r>
            <a:r>
              <a:rPr lang="en-US" dirty="0" err="1"/>
              <a:t>Dockerfile</a:t>
            </a:r>
            <a:endParaRPr lang="en-US" dirty="0"/>
          </a:p>
        </p:txBody>
      </p:sp>
      <p:pic>
        <p:nvPicPr>
          <p:cNvPr id="8" name="Picture 7">
            <a:extLst>
              <a:ext uri="{FF2B5EF4-FFF2-40B4-BE49-F238E27FC236}">
                <a16:creationId xmlns:a16="http://schemas.microsoft.com/office/drawing/2014/main" id="{D6B8C527-073F-471B-A282-22B63876CA6B}"/>
              </a:ext>
            </a:extLst>
          </p:cNvPr>
          <p:cNvPicPr>
            <a:picLocks noChangeAspect="1"/>
          </p:cNvPicPr>
          <p:nvPr/>
        </p:nvPicPr>
        <p:blipFill>
          <a:blip r:embed="rId3"/>
          <a:stretch>
            <a:fillRect/>
          </a:stretch>
        </p:blipFill>
        <p:spPr>
          <a:xfrm>
            <a:off x="4571712" y="1903473"/>
            <a:ext cx="3051054" cy="3051054"/>
          </a:xfrm>
          <a:prstGeom prst="rect">
            <a:avLst/>
          </a:prstGeom>
        </p:spPr>
      </p:pic>
    </p:spTree>
    <p:extLst>
      <p:ext uri="{BB962C8B-B14F-4D97-AF65-F5344CB8AC3E}">
        <p14:creationId xmlns:p14="http://schemas.microsoft.com/office/powerpoint/2010/main" val="311828800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 Placeholder 16"/>
          <p:cNvSpPr>
            <a:spLocks noGrp="1"/>
          </p:cNvSpPr>
          <p:nvPr>
            <p:ph type="body" sz="quarter" idx="14"/>
          </p:nvPr>
        </p:nvSpPr>
        <p:spPr/>
        <p:txBody>
          <a:bodyPr/>
          <a:lstStyle/>
          <a:p>
            <a:r>
              <a:rPr lang="en-US" dirty="0"/>
              <a:t>Publishing Images to a</a:t>
            </a:r>
            <a:br>
              <a:rPr lang="en-US" dirty="0"/>
            </a:br>
            <a:r>
              <a:rPr lang="en-US" dirty="0">
                <a:solidFill>
                  <a:schemeClr val="accent1"/>
                </a:solidFill>
              </a:rPr>
              <a:t>Registry</a:t>
            </a:r>
          </a:p>
        </p:txBody>
      </p:sp>
      <p:pic>
        <p:nvPicPr>
          <p:cNvPr id="5" name="Picture Placeholder 4"/>
          <p:cNvPicPr>
            <a:picLocks noGrp="1" noChangeAspect="1"/>
          </p:cNvPicPr>
          <p:nvPr>
            <p:ph type="pic" sz="quarter" idx="16"/>
          </p:nvPr>
        </p:nvPicPr>
        <p:blipFill>
          <a:blip r:embed="rId2"/>
          <a:srcRect t="16" b="16"/>
          <a:stretch>
            <a:fillRect/>
          </a:stretch>
        </p:blipFill>
        <p:spPr/>
      </p:pic>
    </p:spTree>
    <p:extLst>
      <p:ext uri="{BB962C8B-B14F-4D97-AF65-F5344CB8AC3E}">
        <p14:creationId xmlns:p14="http://schemas.microsoft.com/office/powerpoint/2010/main" val="66657343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704EC08-AFC7-4D18-AC9A-F3343F45EF2A}"/>
              </a:ext>
            </a:extLst>
          </p:cNvPr>
          <p:cNvSpPr>
            <a:spLocks noGrp="1"/>
          </p:cNvSpPr>
          <p:nvPr>
            <p:ph type="body" sz="quarter" idx="10"/>
          </p:nvPr>
        </p:nvSpPr>
        <p:spPr/>
        <p:txBody>
          <a:bodyPr/>
          <a:lstStyle/>
          <a:p>
            <a:r>
              <a:rPr lang="en-US" dirty="0">
                <a:hlinkClick r:id="rId3"/>
              </a:rPr>
              <a:t>Docker Hub</a:t>
            </a:r>
            <a:endParaRPr lang="en-US" dirty="0"/>
          </a:p>
          <a:p>
            <a:endParaRPr lang="en-US" dirty="0"/>
          </a:p>
        </p:txBody>
      </p:sp>
      <p:sp>
        <p:nvSpPr>
          <p:cNvPr id="3" name="Text Placeholder 2">
            <a:extLst>
              <a:ext uri="{FF2B5EF4-FFF2-40B4-BE49-F238E27FC236}">
                <a16:creationId xmlns:a16="http://schemas.microsoft.com/office/drawing/2014/main" id="{166921B3-EF71-4E02-AB72-2F9FB0E76D4B}"/>
              </a:ext>
            </a:extLst>
          </p:cNvPr>
          <p:cNvSpPr>
            <a:spLocks noGrp="1"/>
          </p:cNvSpPr>
          <p:nvPr>
            <p:ph type="body" sz="quarter" idx="11"/>
          </p:nvPr>
        </p:nvSpPr>
        <p:spPr/>
        <p:txBody>
          <a:bodyPr/>
          <a:lstStyle/>
          <a:p>
            <a:r>
              <a:rPr lang="en-US" dirty="0">
                <a:hlinkClick r:id="rId4"/>
              </a:rPr>
              <a:t>JFrog Artifactory</a:t>
            </a:r>
            <a:endParaRPr lang="en-US" dirty="0"/>
          </a:p>
        </p:txBody>
      </p:sp>
      <p:sp>
        <p:nvSpPr>
          <p:cNvPr id="4" name="Title 3">
            <a:extLst>
              <a:ext uri="{FF2B5EF4-FFF2-40B4-BE49-F238E27FC236}">
                <a16:creationId xmlns:a16="http://schemas.microsoft.com/office/drawing/2014/main" id="{A84BDB2E-39DF-4756-92FA-1F28834FBDBB}"/>
              </a:ext>
            </a:extLst>
          </p:cNvPr>
          <p:cNvSpPr>
            <a:spLocks noGrp="1"/>
          </p:cNvSpPr>
          <p:nvPr>
            <p:ph type="title"/>
          </p:nvPr>
        </p:nvSpPr>
        <p:spPr/>
        <p:txBody>
          <a:bodyPr/>
          <a:lstStyle/>
          <a:p>
            <a:r>
              <a:rPr lang="en-US" dirty="0"/>
              <a:t>Registries for images</a:t>
            </a:r>
          </a:p>
        </p:txBody>
      </p:sp>
      <p:pic>
        <p:nvPicPr>
          <p:cNvPr id="5" name="Picture 4">
            <a:extLst>
              <a:ext uri="{FF2B5EF4-FFF2-40B4-BE49-F238E27FC236}">
                <a16:creationId xmlns:a16="http://schemas.microsoft.com/office/drawing/2014/main" id="{D9249236-3754-4D21-806B-FDC6E2E942BD}"/>
              </a:ext>
            </a:extLst>
          </p:cNvPr>
          <p:cNvPicPr>
            <a:picLocks noChangeAspect="1"/>
          </p:cNvPicPr>
          <p:nvPr/>
        </p:nvPicPr>
        <p:blipFill>
          <a:blip r:embed="rId5"/>
          <a:stretch>
            <a:fillRect/>
          </a:stretch>
        </p:blipFill>
        <p:spPr>
          <a:xfrm>
            <a:off x="708640" y="2217755"/>
            <a:ext cx="4586374" cy="3277367"/>
          </a:xfrm>
          <a:prstGeom prst="rect">
            <a:avLst/>
          </a:prstGeom>
        </p:spPr>
      </p:pic>
      <p:pic>
        <p:nvPicPr>
          <p:cNvPr id="6" name="Picture 5">
            <a:extLst>
              <a:ext uri="{FF2B5EF4-FFF2-40B4-BE49-F238E27FC236}">
                <a16:creationId xmlns:a16="http://schemas.microsoft.com/office/drawing/2014/main" id="{3F11DC76-4D9B-46B1-988C-6FA608C8F257}"/>
              </a:ext>
            </a:extLst>
          </p:cNvPr>
          <p:cNvPicPr>
            <a:picLocks noChangeAspect="1"/>
          </p:cNvPicPr>
          <p:nvPr/>
        </p:nvPicPr>
        <p:blipFill>
          <a:blip r:embed="rId6"/>
          <a:stretch>
            <a:fillRect/>
          </a:stretch>
        </p:blipFill>
        <p:spPr>
          <a:xfrm>
            <a:off x="6430795" y="2218854"/>
            <a:ext cx="5259682" cy="3276268"/>
          </a:xfrm>
          <a:prstGeom prst="rect">
            <a:avLst/>
          </a:prstGeom>
        </p:spPr>
      </p:pic>
    </p:spTree>
    <p:extLst>
      <p:ext uri="{BB962C8B-B14F-4D97-AF65-F5344CB8AC3E}">
        <p14:creationId xmlns:p14="http://schemas.microsoft.com/office/powerpoint/2010/main" val="243623815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DE822E6E-0756-2D7B-EFD2-3CD84ED9C10F}"/>
              </a:ext>
            </a:extLst>
          </p:cNvPr>
          <p:cNvSpPr>
            <a:spLocks noGrp="1"/>
          </p:cNvSpPr>
          <p:nvPr>
            <p:ph type="title"/>
          </p:nvPr>
        </p:nvSpPr>
        <p:spPr/>
        <p:txBody>
          <a:bodyPr/>
          <a:lstStyle/>
          <a:p>
            <a:r>
              <a:rPr lang="de-DE" dirty="0"/>
              <a:t>Publishing </a:t>
            </a:r>
            <a:r>
              <a:rPr lang="de-DE" dirty="0" err="1"/>
              <a:t>images</a:t>
            </a:r>
            <a:endParaRPr lang="de-DE" dirty="0"/>
          </a:p>
        </p:txBody>
      </p:sp>
      <p:pic>
        <p:nvPicPr>
          <p:cNvPr id="15" name="Grafik 14" descr="Laptop mit einfarbiger Füllung">
            <a:extLst>
              <a:ext uri="{FF2B5EF4-FFF2-40B4-BE49-F238E27FC236}">
                <a16:creationId xmlns:a16="http://schemas.microsoft.com/office/drawing/2014/main" id="{B15F0B5A-BA52-2144-D57C-0F21968B6E1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102910" y="4487944"/>
            <a:ext cx="1293813" cy="1293813"/>
          </a:xfrm>
          <a:prstGeom prst="rect">
            <a:avLst/>
          </a:prstGeom>
        </p:spPr>
      </p:pic>
      <p:grpSp>
        <p:nvGrpSpPr>
          <p:cNvPr id="27" name="Gruppieren 26">
            <a:extLst>
              <a:ext uri="{FF2B5EF4-FFF2-40B4-BE49-F238E27FC236}">
                <a16:creationId xmlns:a16="http://schemas.microsoft.com/office/drawing/2014/main" id="{E5927473-8880-D8C9-311F-78B1D8AB52CA}"/>
              </a:ext>
            </a:extLst>
          </p:cNvPr>
          <p:cNvGrpSpPr/>
          <p:nvPr/>
        </p:nvGrpSpPr>
        <p:grpSpPr>
          <a:xfrm>
            <a:off x="883021" y="977788"/>
            <a:ext cx="4579275" cy="2784535"/>
            <a:chOff x="3517364" y="873332"/>
            <a:chExt cx="4579275" cy="2784535"/>
          </a:xfrm>
        </p:grpSpPr>
        <p:grpSp>
          <p:nvGrpSpPr>
            <p:cNvPr id="24" name="Gruppieren 23">
              <a:extLst>
                <a:ext uri="{FF2B5EF4-FFF2-40B4-BE49-F238E27FC236}">
                  <a16:creationId xmlns:a16="http://schemas.microsoft.com/office/drawing/2014/main" id="{FF748ADE-D73F-24E0-CD18-B83D70EF8623}"/>
                </a:ext>
              </a:extLst>
            </p:cNvPr>
            <p:cNvGrpSpPr/>
            <p:nvPr/>
          </p:nvGrpSpPr>
          <p:grpSpPr>
            <a:xfrm>
              <a:off x="3517364" y="873332"/>
              <a:ext cx="4579275" cy="2784535"/>
              <a:chOff x="504001" y="2272259"/>
              <a:chExt cx="4579275" cy="2784535"/>
            </a:xfrm>
          </p:grpSpPr>
          <p:pic>
            <p:nvPicPr>
              <p:cNvPr id="13" name="Grafik 12" descr="Platte mit einfarbiger Füllung">
                <a:extLst>
                  <a:ext uri="{FF2B5EF4-FFF2-40B4-BE49-F238E27FC236}">
                    <a16:creationId xmlns:a16="http://schemas.microsoft.com/office/drawing/2014/main" id="{673D6C7D-1CE6-64FA-3A31-6769578C0DEF}"/>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302511" y="2971799"/>
                <a:ext cx="914400" cy="914400"/>
              </a:xfrm>
              <a:prstGeom prst="rect">
                <a:avLst/>
              </a:prstGeom>
            </p:spPr>
          </p:pic>
          <p:sp>
            <p:nvSpPr>
              <p:cNvPr id="16" name="Wolke 15">
                <a:extLst>
                  <a:ext uri="{FF2B5EF4-FFF2-40B4-BE49-F238E27FC236}">
                    <a16:creationId xmlns:a16="http://schemas.microsoft.com/office/drawing/2014/main" id="{90793505-E508-B3CC-FC4C-868D514CA4A8}"/>
                  </a:ext>
                </a:extLst>
              </p:cNvPr>
              <p:cNvSpPr/>
              <p:nvPr/>
            </p:nvSpPr>
            <p:spPr bwMode="gray">
              <a:xfrm>
                <a:off x="504001" y="2272259"/>
                <a:ext cx="4579275" cy="2784535"/>
              </a:xfrm>
              <a:prstGeom prst="cloud">
                <a:avLst/>
              </a:prstGeom>
              <a:noFill/>
              <a:ln w="12700" algn="ctr">
                <a:solidFill>
                  <a:schemeClr val="tx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de-DE" sz="1800" b="0" i="0" u="none" strike="noStrike" kern="0" cap="none" spc="0" normalizeH="0" baseline="0" noProof="0" dirty="0" err="1">
                  <a:ln>
                    <a:noFill/>
                  </a:ln>
                  <a:effectLst/>
                  <a:uLnTx/>
                  <a:uFillTx/>
                  <a:ea typeface="Arial Unicode MS" pitchFamily="34" charset="-128"/>
                  <a:cs typeface="Arial Unicode MS" pitchFamily="34" charset="-128"/>
                </a:endParaRPr>
              </a:p>
            </p:txBody>
          </p:sp>
          <p:pic>
            <p:nvPicPr>
              <p:cNvPr id="17" name="Grafik 16" descr="Platte mit einfarbiger Füllung">
                <a:extLst>
                  <a:ext uri="{FF2B5EF4-FFF2-40B4-BE49-F238E27FC236}">
                    <a16:creationId xmlns:a16="http://schemas.microsoft.com/office/drawing/2014/main" id="{0298D1BD-74E8-1BEB-E458-1851E3928C44}"/>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216911" y="2971799"/>
                <a:ext cx="914400" cy="914400"/>
              </a:xfrm>
              <a:prstGeom prst="rect">
                <a:avLst/>
              </a:prstGeom>
            </p:spPr>
          </p:pic>
          <p:pic>
            <p:nvPicPr>
              <p:cNvPr id="18" name="Grafik 17" descr="Platte mit einfarbiger Füllung">
                <a:extLst>
                  <a:ext uri="{FF2B5EF4-FFF2-40B4-BE49-F238E27FC236}">
                    <a16:creationId xmlns:a16="http://schemas.microsoft.com/office/drawing/2014/main" id="{AC0C61D3-8942-A6F4-0C3C-9AE4322C2B54}"/>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131311" y="2971799"/>
                <a:ext cx="914400" cy="914400"/>
              </a:xfrm>
              <a:prstGeom prst="rect">
                <a:avLst/>
              </a:prstGeom>
            </p:spPr>
          </p:pic>
          <p:sp>
            <p:nvSpPr>
              <p:cNvPr id="21" name="Textfeld 20">
                <a:extLst>
                  <a:ext uri="{FF2B5EF4-FFF2-40B4-BE49-F238E27FC236}">
                    <a16:creationId xmlns:a16="http://schemas.microsoft.com/office/drawing/2014/main" id="{2E10BC73-2958-56BC-A8A0-F521F4DBB137}"/>
                  </a:ext>
                </a:extLst>
              </p:cNvPr>
              <p:cNvSpPr txBox="1"/>
              <p:nvPr/>
            </p:nvSpPr>
            <p:spPr>
              <a:xfrm>
                <a:off x="1517256" y="3886199"/>
                <a:ext cx="484909" cy="276999"/>
              </a:xfrm>
              <a:prstGeom prst="rect">
                <a:avLst/>
              </a:prstGeom>
              <a:noFill/>
            </p:spPr>
            <p:txBody>
              <a:bodyPr wrap="square" lIns="0" tIns="0" rIns="0" bIns="0" rtlCol="0" anchor="ctr">
                <a:spAutoFit/>
              </a:bodyPr>
              <a:lstStyle/>
              <a:p>
                <a:pPr algn="ctr" fontAlgn="base">
                  <a:spcBef>
                    <a:spcPct val="50000"/>
                  </a:spcBef>
                  <a:spcAft>
                    <a:spcPct val="0"/>
                  </a:spcAft>
                  <a:buClr>
                    <a:srgbClr val="F0AB00"/>
                  </a:buClr>
                  <a:buSzPct val="80000"/>
                </a:pPr>
                <a:r>
                  <a:rPr lang="de-DE" sz="1800" kern="0" dirty="0">
                    <a:latin typeface="Courier New" panose="02070309020205020404" pitchFamily="49" charset="0"/>
                    <a:ea typeface="Arial Unicode MS" pitchFamily="34" charset="-128"/>
                    <a:cs typeface="Courier New" panose="02070309020205020404" pitchFamily="49" charset="0"/>
                  </a:rPr>
                  <a:t>v1</a:t>
                </a:r>
              </a:p>
            </p:txBody>
          </p:sp>
          <p:sp>
            <p:nvSpPr>
              <p:cNvPr id="22" name="Textfeld 21">
                <a:extLst>
                  <a:ext uri="{FF2B5EF4-FFF2-40B4-BE49-F238E27FC236}">
                    <a16:creationId xmlns:a16="http://schemas.microsoft.com/office/drawing/2014/main" id="{3CFD8166-5378-82C3-D36F-F0287CA58DA9}"/>
                  </a:ext>
                </a:extLst>
              </p:cNvPr>
              <p:cNvSpPr txBox="1"/>
              <p:nvPr/>
            </p:nvSpPr>
            <p:spPr>
              <a:xfrm>
                <a:off x="2431656" y="3886199"/>
                <a:ext cx="484909" cy="276999"/>
              </a:xfrm>
              <a:prstGeom prst="rect">
                <a:avLst/>
              </a:prstGeom>
              <a:noFill/>
            </p:spPr>
            <p:txBody>
              <a:bodyPr wrap="square" lIns="0" tIns="0" rIns="0" bIns="0" rtlCol="0" anchor="ctr">
                <a:spAutoFit/>
              </a:bodyPr>
              <a:lstStyle/>
              <a:p>
                <a:pPr algn="ctr" fontAlgn="base">
                  <a:spcBef>
                    <a:spcPct val="50000"/>
                  </a:spcBef>
                  <a:spcAft>
                    <a:spcPct val="0"/>
                  </a:spcAft>
                  <a:buClr>
                    <a:srgbClr val="F0AB00"/>
                  </a:buClr>
                  <a:buSzPct val="80000"/>
                </a:pPr>
                <a:r>
                  <a:rPr lang="de-DE" sz="1800" kern="0" dirty="0">
                    <a:latin typeface="Courier New" panose="02070309020205020404" pitchFamily="49" charset="0"/>
                    <a:ea typeface="Arial Unicode MS" pitchFamily="34" charset="-128"/>
                    <a:cs typeface="Courier New" panose="02070309020205020404" pitchFamily="49" charset="0"/>
                  </a:rPr>
                  <a:t>v2</a:t>
                </a:r>
              </a:p>
            </p:txBody>
          </p:sp>
          <p:sp>
            <p:nvSpPr>
              <p:cNvPr id="23" name="Textfeld 22">
                <a:extLst>
                  <a:ext uri="{FF2B5EF4-FFF2-40B4-BE49-F238E27FC236}">
                    <a16:creationId xmlns:a16="http://schemas.microsoft.com/office/drawing/2014/main" id="{6D33DCDE-7BC3-499B-C7FF-18BC28F2BDB9}"/>
                  </a:ext>
                </a:extLst>
              </p:cNvPr>
              <p:cNvSpPr txBox="1"/>
              <p:nvPr/>
            </p:nvSpPr>
            <p:spPr>
              <a:xfrm>
                <a:off x="3155648" y="3886199"/>
                <a:ext cx="865726" cy="276999"/>
              </a:xfrm>
              <a:prstGeom prst="rect">
                <a:avLst/>
              </a:prstGeom>
              <a:noFill/>
            </p:spPr>
            <p:txBody>
              <a:bodyPr wrap="square" lIns="0" tIns="0" rIns="0" bIns="0" rtlCol="0" anchor="ctr">
                <a:spAutoFit/>
              </a:bodyPr>
              <a:lstStyle/>
              <a:p>
                <a:pPr algn="ctr" fontAlgn="base">
                  <a:spcBef>
                    <a:spcPct val="50000"/>
                  </a:spcBef>
                  <a:spcAft>
                    <a:spcPct val="0"/>
                  </a:spcAft>
                  <a:buClr>
                    <a:srgbClr val="F0AB00"/>
                  </a:buClr>
                  <a:buSzPct val="80000"/>
                </a:pPr>
                <a:r>
                  <a:rPr lang="de-DE" sz="1800" kern="0" dirty="0" err="1">
                    <a:latin typeface="Courier New" panose="02070309020205020404" pitchFamily="49" charset="0"/>
                    <a:ea typeface="Arial Unicode MS" pitchFamily="34" charset="-128"/>
                    <a:cs typeface="Courier New" panose="02070309020205020404" pitchFamily="49" charset="0"/>
                  </a:rPr>
                  <a:t>latest</a:t>
                </a:r>
                <a:endParaRPr lang="de-DE" sz="1800" kern="0" dirty="0">
                  <a:latin typeface="Courier New" panose="02070309020205020404" pitchFamily="49" charset="0"/>
                  <a:ea typeface="Arial Unicode MS" pitchFamily="34" charset="-128"/>
                  <a:cs typeface="Courier New" panose="02070309020205020404" pitchFamily="49" charset="0"/>
                </a:endParaRPr>
              </a:p>
            </p:txBody>
          </p:sp>
        </p:grpSp>
        <p:sp>
          <p:nvSpPr>
            <p:cNvPr id="26" name="Textfeld 25">
              <a:hlinkClick r:id="rId7"/>
              <a:extLst>
                <a:ext uri="{FF2B5EF4-FFF2-40B4-BE49-F238E27FC236}">
                  <a16:creationId xmlns:a16="http://schemas.microsoft.com/office/drawing/2014/main" id="{A565545E-B0D8-6EFD-D4F8-35FC41F7D144}"/>
                </a:ext>
              </a:extLst>
            </p:cNvPr>
            <p:cNvSpPr txBox="1"/>
            <p:nvPr/>
          </p:nvSpPr>
          <p:spPr>
            <a:xfrm>
              <a:off x="4703232" y="1316677"/>
              <a:ext cx="1968484" cy="276999"/>
            </a:xfrm>
            <a:prstGeom prst="rect">
              <a:avLst/>
            </a:prstGeom>
            <a:noFill/>
          </p:spPr>
          <p:txBody>
            <a:bodyPr wrap="square" lIns="0" tIns="0" rIns="0" bIns="0" rtlCol="0" anchor="ctr">
              <a:spAutoFit/>
            </a:bodyPr>
            <a:lstStyle/>
            <a:p>
              <a:pPr algn="ctr" fontAlgn="base">
                <a:spcBef>
                  <a:spcPct val="50000"/>
                </a:spcBef>
                <a:spcAft>
                  <a:spcPct val="0"/>
                </a:spcAft>
                <a:buClr>
                  <a:srgbClr val="F0AB00"/>
                </a:buClr>
                <a:buSzPct val="80000"/>
              </a:pPr>
              <a:r>
                <a:rPr lang="de-DE" sz="1800" kern="0" dirty="0" err="1">
                  <a:latin typeface="Courier New" panose="02070309020205020404" pitchFamily="49" charset="0"/>
                  <a:ea typeface="Arial Unicode MS" pitchFamily="34" charset="-128"/>
                  <a:cs typeface="Courier New" panose="02070309020205020404" pitchFamily="49" charset="0"/>
                  <a:hlinkClick r:id="rId7"/>
                </a:rPr>
                <a:t>hub.docker.com</a:t>
              </a:r>
              <a:endParaRPr lang="de-DE" sz="1800" kern="0" dirty="0">
                <a:latin typeface="Courier New" panose="02070309020205020404" pitchFamily="49" charset="0"/>
                <a:ea typeface="Arial Unicode MS" pitchFamily="34" charset="-128"/>
                <a:cs typeface="Courier New" panose="02070309020205020404" pitchFamily="49" charset="0"/>
              </a:endParaRPr>
            </a:p>
          </p:txBody>
        </p:sp>
      </p:grpSp>
      <p:pic>
        <p:nvPicPr>
          <p:cNvPr id="29" name="Grafik 28" descr="Herunterladen mit einfarbiger Füllung">
            <a:extLst>
              <a:ext uri="{FF2B5EF4-FFF2-40B4-BE49-F238E27FC236}">
                <a16:creationId xmlns:a16="http://schemas.microsoft.com/office/drawing/2014/main" id="{699B3ED6-ECA7-F6CD-2EAB-5DFD40B4114D}"/>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rot="10800000">
            <a:off x="2453669" y="3850950"/>
            <a:ext cx="639763" cy="639763"/>
          </a:xfrm>
          <a:prstGeom prst="rect">
            <a:avLst/>
          </a:prstGeom>
        </p:spPr>
      </p:pic>
      <p:cxnSp>
        <p:nvCxnSpPr>
          <p:cNvPr id="32" name="Gerade Verbindung 31">
            <a:extLst>
              <a:ext uri="{FF2B5EF4-FFF2-40B4-BE49-F238E27FC236}">
                <a16:creationId xmlns:a16="http://schemas.microsoft.com/office/drawing/2014/main" id="{0D29D9B7-56F8-C58E-12F1-BD4B0A1A971E}"/>
              </a:ext>
            </a:extLst>
          </p:cNvPr>
          <p:cNvCxnSpPr>
            <a:stCxn id="21" idx="2"/>
            <a:endCxn id="15" idx="0"/>
          </p:cNvCxnSpPr>
          <p:nvPr/>
        </p:nvCxnSpPr>
        <p:spPr>
          <a:xfrm>
            <a:off x="2138731" y="2868727"/>
            <a:ext cx="1611086" cy="1619217"/>
          </a:xfrm>
          <a:prstGeom prst="line">
            <a:avLst/>
          </a:prstGeom>
          <a:ln w="38100">
            <a:solidFill>
              <a:schemeClr val="tx1"/>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8" name="Gerade Verbindung 37">
            <a:extLst>
              <a:ext uri="{FF2B5EF4-FFF2-40B4-BE49-F238E27FC236}">
                <a16:creationId xmlns:a16="http://schemas.microsoft.com/office/drawing/2014/main" id="{24A298E1-5CDE-DCAB-6051-0A9817961956}"/>
              </a:ext>
            </a:extLst>
          </p:cNvPr>
          <p:cNvCxnSpPr>
            <a:cxnSpLocks/>
            <a:stCxn id="23" idx="2"/>
            <a:endCxn id="15" idx="0"/>
          </p:cNvCxnSpPr>
          <p:nvPr/>
        </p:nvCxnSpPr>
        <p:spPr>
          <a:xfrm flipH="1">
            <a:off x="3749817" y="2868727"/>
            <a:ext cx="217714" cy="1619217"/>
          </a:xfrm>
          <a:prstGeom prst="line">
            <a:avLst/>
          </a:prstGeom>
          <a:ln w="38100">
            <a:solidFill>
              <a:schemeClr val="tx1"/>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pic>
        <p:nvPicPr>
          <p:cNvPr id="41" name="Grafik 40" descr="Herunterladen mit einfarbiger Füllung">
            <a:extLst>
              <a:ext uri="{FF2B5EF4-FFF2-40B4-BE49-F238E27FC236}">
                <a16:creationId xmlns:a16="http://schemas.microsoft.com/office/drawing/2014/main" id="{05C84083-20E2-B9D5-08BD-1B1B1FDE9A17}"/>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rot="10800000">
            <a:off x="3957983" y="3449585"/>
            <a:ext cx="639763" cy="639763"/>
          </a:xfrm>
          <a:prstGeom prst="rect">
            <a:avLst/>
          </a:prstGeom>
        </p:spPr>
      </p:pic>
      <p:sp>
        <p:nvSpPr>
          <p:cNvPr id="2" name="Textfeld 1">
            <a:extLst>
              <a:ext uri="{FF2B5EF4-FFF2-40B4-BE49-F238E27FC236}">
                <a16:creationId xmlns:a16="http://schemas.microsoft.com/office/drawing/2014/main" id="{051D8B65-10D5-90C6-F667-3BE3F17F786A}"/>
              </a:ext>
            </a:extLst>
          </p:cNvPr>
          <p:cNvSpPr txBox="1"/>
          <p:nvPr/>
        </p:nvSpPr>
        <p:spPr>
          <a:xfrm>
            <a:off x="4673600" y="4667414"/>
            <a:ext cx="7016877" cy="934871"/>
          </a:xfrm>
          <a:prstGeom prst="rect">
            <a:avLst/>
          </a:prstGeom>
          <a:noFill/>
        </p:spPr>
        <p:txBody>
          <a:bodyPr wrap="square" lIns="0" tIns="0" rIns="0" bIns="0" rtlCol="0" anchor="ctr">
            <a:spAutoFit/>
          </a:bodyPr>
          <a:lstStyle/>
          <a:p>
            <a:pPr fontAlgn="base">
              <a:lnSpc>
                <a:spcPct val="150000"/>
              </a:lnSpc>
              <a:spcBef>
                <a:spcPct val="50000"/>
              </a:spcBef>
              <a:spcAft>
                <a:spcPct val="0"/>
              </a:spcAft>
              <a:buClr>
                <a:srgbClr val="F0AB00"/>
              </a:buClr>
              <a:buSzPct val="80000"/>
            </a:pPr>
            <a:r>
              <a:rPr lang="de-DE" sz="1800" kern="0" dirty="0">
                <a:latin typeface="Courier New" panose="02070309020205020404" pitchFamily="49" charset="0"/>
                <a:ea typeface="Arial Unicode MS" pitchFamily="34" charset="-128"/>
                <a:cs typeface="Courier New" panose="02070309020205020404" pitchFamily="49" charset="0"/>
              </a:rPr>
              <a:t>$: </a:t>
            </a:r>
            <a:r>
              <a:rPr lang="de-DE" sz="1800" kern="0" dirty="0" err="1">
                <a:latin typeface="Courier New" panose="02070309020205020404" pitchFamily="49" charset="0"/>
                <a:ea typeface="Arial Unicode MS" pitchFamily="34" charset="-128"/>
                <a:cs typeface="Courier New" panose="02070309020205020404" pitchFamily="49" charset="0"/>
              </a:rPr>
              <a:t>docker</a:t>
            </a:r>
            <a:r>
              <a:rPr lang="de-DE" sz="1800" kern="0" dirty="0">
                <a:latin typeface="Courier New" panose="02070309020205020404" pitchFamily="49" charset="0"/>
                <a:ea typeface="Arial Unicode MS" pitchFamily="34" charset="-128"/>
                <a:cs typeface="Courier New" panose="02070309020205020404" pitchFamily="49" charset="0"/>
              </a:rPr>
              <a:t> tag &lt;</a:t>
            </a:r>
            <a:r>
              <a:rPr lang="de-DE" sz="1800" kern="0" dirty="0" err="1">
                <a:latin typeface="Courier New" panose="02070309020205020404" pitchFamily="49" charset="0"/>
                <a:ea typeface="Arial Unicode MS" pitchFamily="34" charset="-128"/>
                <a:cs typeface="Courier New" panose="02070309020205020404" pitchFamily="49" charset="0"/>
              </a:rPr>
              <a:t>image</a:t>
            </a:r>
            <a:r>
              <a:rPr lang="de-DE" sz="1800" kern="0" dirty="0">
                <a:latin typeface="Courier New" panose="02070309020205020404" pitchFamily="49" charset="0"/>
                <a:ea typeface="Arial Unicode MS" pitchFamily="34" charset="-128"/>
                <a:cs typeface="Courier New" panose="02070309020205020404" pitchFamily="49" charset="0"/>
              </a:rPr>
              <a:t>&gt; &lt;</a:t>
            </a:r>
            <a:r>
              <a:rPr lang="de-DE" sz="1800" kern="0" dirty="0" err="1">
                <a:latin typeface="Courier New" panose="02070309020205020404" pitchFamily="49" charset="0"/>
                <a:ea typeface="Arial Unicode MS" pitchFamily="34" charset="-128"/>
                <a:cs typeface="Courier New" panose="02070309020205020404" pitchFamily="49" charset="0"/>
              </a:rPr>
              <a:t>target</a:t>
            </a:r>
            <a:r>
              <a:rPr lang="de-DE" sz="1800" kern="0" dirty="0">
                <a:latin typeface="Courier New" panose="02070309020205020404" pitchFamily="49" charset="0"/>
                <a:ea typeface="Arial Unicode MS" pitchFamily="34" charset="-128"/>
                <a:cs typeface="Courier New" panose="02070309020205020404" pitchFamily="49" charset="0"/>
              </a:rPr>
              <a:t> </a:t>
            </a:r>
            <a:r>
              <a:rPr lang="de-DE" sz="1800" kern="0" dirty="0" err="1">
                <a:latin typeface="Courier New" panose="02070309020205020404" pitchFamily="49" charset="0"/>
                <a:ea typeface="Arial Unicode MS" pitchFamily="34" charset="-128"/>
                <a:cs typeface="Courier New" panose="02070309020205020404" pitchFamily="49" charset="0"/>
              </a:rPr>
              <a:t>registry</a:t>
            </a:r>
            <a:r>
              <a:rPr lang="de-DE" sz="1800" kern="0" dirty="0">
                <a:latin typeface="Courier New" panose="02070309020205020404" pitchFamily="49" charset="0"/>
                <a:ea typeface="Arial Unicode MS" pitchFamily="34" charset="-128"/>
                <a:cs typeface="Courier New" panose="02070309020205020404" pitchFamily="49" charset="0"/>
              </a:rPr>
              <a:t>/</a:t>
            </a:r>
            <a:r>
              <a:rPr lang="de-DE" sz="1800" kern="0" dirty="0" err="1">
                <a:latin typeface="Courier New" panose="02070309020205020404" pitchFamily="49" charset="0"/>
                <a:ea typeface="Arial Unicode MS" pitchFamily="34" charset="-128"/>
                <a:cs typeface="Courier New" panose="02070309020205020404" pitchFamily="49" charset="0"/>
              </a:rPr>
              <a:t>repo</a:t>
            </a:r>
            <a:r>
              <a:rPr lang="de-DE" sz="1800" kern="0" dirty="0">
                <a:latin typeface="Courier New" panose="02070309020205020404" pitchFamily="49" charset="0"/>
                <a:ea typeface="Arial Unicode MS" pitchFamily="34" charset="-128"/>
                <a:cs typeface="Courier New" panose="02070309020205020404" pitchFamily="49" charset="0"/>
              </a:rPr>
              <a:t>&gt;:&lt;tag&gt;</a:t>
            </a:r>
          </a:p>
          <a:p>
            <a:pPr fontAlgn="base">
              <a:lnSpc>
                <a:spcPct val="150000"/>
              </a:lnSpc>
              <a:spcBef>
                <a:spcPct val="50000"/>
              </a:spcBef>
              <a:spcAft>
                <a:spcPct val="0"/>
              </a:spcAft>
              <a:buClr>
                <a:srgbClr val="F0AB00"/>
              </a:buClr>
              <a:buSzPct val="80000"/>
            </a:pPr>
            <a:r>
              <a:rPr lang="de-DE" sz="1800" kern="0" dirty="0">
                <a:latin typeface="Courier New" panose="02070309020205020404" pitchFamily="49" charset="0"/>
                <a:ea typeface="Arial Unicode MS" pitchFamily="34" charset="-128"/>
                <a:cs typeface="Courier New" panose="02070309020205020404" pitchFamily="49" charset="0"/>
              </a:rPr>
              <a:t>$: </a:t>
            </a:r>
            <a:r>
              <a:rPr lang="de-DE" sz="1800" kern="0" dirty="0" err="1">
                <a:latin typeface="Courier New" panose="02070309020205020404" pitchFamily="49" charset="0"/>
                <a:ea typeface="Arial Unicode MS" pitchFamily="34" charset="-128"/>
                <a:cs typeface="Courier New" panose="02070309020205020404" pitchFamily="49" charset="0"/>
              </a:rPr>
              <a:t>docker</a:t>
            </a:r>
            <a:r>
              <a:rPr lang="de-DE" sz="1800" kern="0" dirty="0">
                <a:latin typeface="Courier New" panose="02070309020205020404" pitchFamily="49" charset="0"/>
                <a:ea typeface="Arial Unicode MS" pitchFamily="34" charset="-128"/>
                <a:cs typeface="Courier New" panose="02070309020205020404" pitchFamily="49" charset="0"/>
              </a:rPr>
              <a:t> push &lt;</a:t>
            </a:r>
            <a:r>
              <a:rPr lang="de-DE" sz="1800" kern="0" dirty="0" err="1">
                <a:latin typeface="Courier New" panose="02070309020205020404" pitchFamily="49" charset="0"/>
                <a:ea typeface="Arial Unicode MS" pitchFamily="34" charset="-128"/>
                <a:cs typeface="Courier New" panose="02070309020205020404" pitchFamily="49" charset="0"/>
              </a:rPr>
              <a:t>target</a:t>
            </a:r>
            <a:r>
              <a:rPr lang="de-DE" sz="1800" kern="0" dirty="0">
                <a:latin typeface="Courier New" panose="02070309020205020404" pitchFamily="49" charset="0"/>
                <a:ea typeface="Arial Unicode MS" pitchFamily="34" charset="-128"/>
                <a:cs typeface="Courier New" panose="02070309020205020404" pitchFamily="49" charset="0"/>
              </a:rPr>
              <a:t> </a:t>
            </a:r>
            <a:r>
              <a:rPr lang="de-DE" sz="1800" kern="0" dirty="0" err="1">
                <a:latin typeface="Courier New" panose="02070309020205020404" pitchFamily="49" charset="0"/>
                <a:ea typeface="Arial Unicode MS" pitchFamily="34" charset="-128"/>
                <a:cs typeface="Courier New" panose="02070309020205020404" pitchFamily="49" charset="0"/>
              </a:rPr>
              <a:t>registry</a:t>
            </a:r>
            <a:r>
              <a:rPr lang="de-DE" sz="1800" kern="0" dirty="0">
                <a:latin typeface="Courier New" panose="02070309020205020404" pitchFamily="49" charset="0"/>
                <a:ea typeface="Arial Unicode MS" pitchFamily="34" charset="-128"/>
                <a:cs typeface="Courier New" panose="02070309020205020404" pitchFamily="49" charset="0"/>
              </a:rPr>
              <a:t>/</a:t>
            </a:r>
            <a:r>
              <a:rPr lang="de-DE" sz="1800" kern="0" dirty="0" err="1">
                <a:latin typeface="Courier New" panose="02070309020205020404" pitchFamily="49" charset="0"/>
                <a:ea typeface="Arial Unicode MS" pitchFamily="34" charset="-128"/>
                <a:cs typeface="Courier New" panose="02070309020205020404" pitchFamily="49" charset="0"/>
              </a:rPr>
              <a:t>repo</a:t>
            </a:r>
            <a:r>
              <a:rPr lang="de-DE" sz="1800" kern="0" dirty="0">
                <a:latin typeface="Courier New" panose="02070309020205020404" pitchFamily="49" charset="0"/>
                <a:ea typeface="Arial Unicode MS" pitchFamily="34" charset="-128"/>
                <a:cs typeface="Courier New" panose="02070309020205020404" pitchFamily="49" charset="0"/>
              </a:rPr>
              <a:t>&gt;:&lt;tag&gt;</a:t>
            </a:r>
          </a:p>
        </p:txBody>
      </p:sp>
      <p:sp>
        <p:nvSpPr>
          <p:cNvPr id="3" name="Textfeld 2">
            <a:extLst>
              <a:ext uri="{FF2B5EF4-FFF2-40B4-BE49-F238E27FC236}">
                <a16:creationId xmlns:a16="http://schemas.microsoft.com/office/drawing/2014/main" id="{20A475C4-B15A-4B2B-1909-BBAAB0BEC5CD}"/>
              </a:ext>
            </a:extLst>
          </p:cNvPr>
          <p:cNvSpPr txBox="1"/>
          <p:nvPr/>
        </p:nvSpPr>
        <p:spPr>
          <a:xfrm>
            <a:off x="6260806" y="1172602"/>
            <a:ext cx="4731932" cy="2596865"/>
          </a:xfrm>
          <a:prstGeom prst="rect">
            <a:avLst/>
          </a:prstGeom>
          <a:noFill/>
        </p:spPr>
        <p:txBody>
          <a:bodyPr wrap="square" lIns="0" tIns="0" rIns="0" bIns="0" rtlCol="0" anchor="ctr">
            <a:spAutoFit/>
          </a:bodyPr>
          <a:lstStyle/>
          <a:p>
            <a:pPr fontAlgn="base">
              <a:lnSpc>
                <a:spcPct val="150000"/>
              </a:lnSpc>
              <a:spcBef>
                <a:spcPct val="50000"/>
              </a:spcBef>
              <a:spcAft>
                <a:spcPct val="0"/>
              </a:spcAft>
              <a:buClr>
                <a:srgbClr val="F0AB00"/>
              </a:buClr>
              <a:buSzPct val="80000"/>
            </a:pPr>
            <a:r>
              <a:rPr lang="de-DE" sz="1800" kern="0" dirty="0">
                <a:latin typeface="Courier New" panose="02070309020205020404" pitchFamily="49" charset="0"/>
                <a:ea typeface="Arial Unicode MS" pitchFamily="34" charset="-128"/>
                <a:cs typeface="Courier New" panose="02070309020205020404" pitchFamily="49" charset="0"/>
              </a:rPr>
              <a:t>Components </a:t>
            </a:r>
            <a:r>
              <a:rPr lang="de-DE" sz="1800" kern="0" dirty="0" err="1">
                <a:latin typeface="Courier New" panose="02070309020205020404" pitchFamily="49" charset="0"/>
                <a:ea typeface="Arial Unicode MS" pitchFamily="34" charset="-128"/>
                <a:cs typeface="Courier New" panose="02070309020205020404" pitchFamily="49" charset="0"/>
              </a:rPr>
              <a:t>of</a:t>
            </a:r>
            <a:r>
              <a:rPr lang="de-DE" sz="1800" kern="0" dirty="0">
                <a:latin typeface="Courier New" panose="02070309020205020404" pitchFamily="49" charset="0"/>
                <a:ea typeface="Arial Unicode MS" pitchFamily="34" charset="-128"/>
                <a:cs typeface="Courier New" panose="02070309020205020404" pitchFamily="49" charset="0"/>
              </a:rPr>
              <a:t> an </a:t>
            </a:r>
            <a:r>
              <a:rPr lang="de-DE" sz="1800" kern="0" dirty="0" err="1">
                <a:latin typeface="Courier New" panose="02070309020205020404" pitchFamily="49" charset="0"/>
                <a:ea typeface="Arial Unicode MS" pitchFamily="34" charset="-128"/>
                <a:cs typeface="Courier New" panose="02070309020205020404" pitchFamily="49" charset="0"/>
              </a:rPr>
              <a:t>image</a:t>
            </a:r>
            <a:r>
              <a:rPr lang="de-DE" sz="1800" kern="0" dirty="0">
                <a:latin typeface="Courier New" panose="02070309020205020404" pitchFamily="49" charset="0"/>
                <a:ea typeface="Arial Unicode MS" pitchFamily="34" charset="-128"/>
                <a:cs typeface="Courier New" panose="02070309020205020404" pitchFamily="49" charset="0"/>
              </a:rPr>
              <a:t> </a:t>
            </a:r>
            <a:r>
              <a:rPr lang="de-DE" sz="1800" kern="0" dirty="0" err="1">
                <a:latin typeface="Courier New" panose="02070309020205020404" pitchFamily="49" charset="0"/>
                <a:ea typeface="Arial Unicode MS" pitchFamily="34" charset="-128"/>
                <a:cs typeface="Courier New" panose="02070309020205020404" pitchFamily="49" charset="0"/>
              </a:rPr>
              <a:t>reference</a:t>
            </a:r>
            <a:r>
              <a:rPr lang="de-DE" sz="1800" kern="0" dirty="0">
                <a:latin typeface="Courier New" panose="02070309020205020404" pitchFamily="49" charset="0"/>
                <a:ea typeface="Arial Unicode MS" pitchFamily="34" charset="-128"/>
                <a:cs typeface="Courier New" panose="02070309020205020404" pitchFamily="49" charset="0"/>
              </a:rPr>
              <a:t>:</a:t>
            </a:r>
          </a:p>
          <a:p>
            <a:pPr fontAlgn="base">
              <a:lnSpc>
                <a:spcPct val="150000"/>
              </a:lnSpc>
              <a:spcBef>
                <a:spcPct val="50000"/>
              </a:spcBef>
              <a:spcAft>
                <a:spcPct val="0"/>
              </a:spcAft>
              <a:buClr>
                <a:srgbClr val="F0AB00"/>
              </a:buClr>
              <a:buSzPct val="80000"/>
            </a:pPr>
            <a:r>
              <a:rPr lang="de-DE" sz="1800" kern="0" dirty="0">
                <a:latin typeface="Courier New" panose="02070309020205020404" pitchFamily="49" charset="0"/>
                <a:ea typeface="Arial Unicode MS" pitchFamily="34" charset="-128"/>
                <a:cs typeface="Courier New" panose="02070309020205020404" pitchFamily="49" charset="0"/>
              </a:rPr>
              <a:t>- </a:t>
            </a:r>
            <a:r>
              <a:rPr lang="de-DE" sz="1800" kern="0" dirty="0" err="1">
                <a:latin typeface="Courier New" panose="02070309020205020404" pitchFamily="49" charset="0"/>
                <a:ea typeface="Arial Unicode MS" pitchFamily="34" charset="-128"/>
                <a:cs typeface="Courier New" panose="02070309020205020404" pitchFamily="49" charset="0"/>
              </a:rPr>
              <a:t>registry</a:t>
            </a:r>
            <a:r>
              <a:rPr lang="de-DE" sz="1800" kern="0" dirty="0">
                <a:latin typeface="Courier New" panose="02070309020205020404" pitchFamily="49" charset="0"/>
                <a:ea typeface="Arial Unicode MS" pitchFamily="34" charset="-128"/>
                <a:cs typeface="Courier New" panose="02070309020205020404" pitchFamily="49" charset="0"/>
              </a:rPr>
              <a:t> host</a:t>
            </a:r>
          </a:p>
          <a:p>
            <a:pPr fontAlgn="base">
              <a:lnSpc>
                <a:spcPct val="150000"/>
              </a:lnSpc>
              <a:spcBef>
                <a:spcPct val="50000"/>
              </a:spcBef>
              <a:spcAft>
                <a:spcPct val="0"/>
              </a:spcAft>
              <a:buClr>
                <a:srgbClr val="F0AB00"/>
              </a:buClr>
              <a:buSzPct val="80000"/>
            </a:pPr>
            <a:r>
              <a:rPr lang="de-DE" sz="1800" kern="0" dirty="0">
                <a:latin typeface="Courier New" panose="02070309020205020404" pitchFamily="49" charset="0"/>
                <a:ea typeface="Arial Unicode MS" pitchFamily="34" charset="-128"/>
                <a:cs typeface="Courier New" panose="02070309020205020404" pitchFamily="49" charset="0"/>
              </a:rPr>
              <a:t>- </a:t>
            </a:r>
            <a:r>
              <a:rPr lang="de-DE" sz="1800" kern="0" dirty="0" err="1">
                <a:latin typeface="Courier New" panose="02070309020205020404" pitchFamily="49" charset="0"/>
                <a:ea typeface="Arial Unicode MS" pitchFamily="34" charset="-128"/>
                <a:cs typeface="Courier New" panose="02070309020205020404" pitchFamily="49" charset="0"/>
              </a:rPr>
              <a:t>repository</a:t>
            </a:r>
            <a:r>
              <a:rPr lang="de-DE" sz="1800" kern="0" dirty="0">
                <a:latin typeface="Courier New" panose="02070309020205020404" pitchFamily="49" charset="0"/>
                <a:ea typeface="Arial Unicode MS" pitchFamily="34" charset="-128"/>
                <a:cs typeface="Courier New" panose="02070309020205020404" pitchFamily="49" charset="0"/>
              </a:rPr>
              <a:t> </a:t>
            </a:r>
            <a:r>
              <a:rPr lang="de-DE" sz="1800" kern="0" dirty="0" err="1">
                <a:latin typeface="Courier New" panose="02070309020205020404" pitchFamily="49" charset="0"/>
                <a:ea typeface="Arial Unicode MS" pitchFamily="34" charset="-128"/>
                <a:cs typeface="Courier New" panose="02070309020205020404" pitchFamily="49" charset="0"/>
              </a:rPr>
              <a:t>path</a:t>
            </a:r>
            <a:r>
              <a:rPr lang="de-DE" sz="1800" kern="0" dirty="0">
                <a:latin typeface="Courier New" panose="02070309020205020404" pitchFamily="49" charset="0"/>
                <a:ea typeface="Arial Unicode MS" pitchFamily="34" charset="-128"/>
                <a:cs typeface="Courier New" panose="02070309020205020404" pitchFamily="49" charset="0"/>
              </a:rPr>
              <a:t>/</a:t>
            </a:r>
            <a:r>
              <a:rPr lang="de-DE" sz="1800" kern="0" dirty="0" err="1">
                <a:latin typeface="Courier New" panose="02070309020205020404" pitchFamily="49" charset="0"/>
                <a:ea typeface="Arial Unicode MS" pitchFamily="34" charset="-128"/>
                <a:cs typeface="Courier New" panose="02070309020205020404" pitchFamily="49" charset="0"/>
              </a:rPr>
              <a:t>name</a:t>
            </a:r>
            <a:endParaRPr lang="de-DE" sz="1800" kern="0" dirty="0">
              <a:latin typeface="Courier New" panose="02070309020205020404" pitchFamily="49" charset="0"/>
              <a:ea typeface="Arial Unicode MS" pitchFamily="34" charset="-128"/>
              <a:cs typeface="Courier New" panose="02070309020205020404" pitchFamily="49" charset="0"/>
            </a:endParaRPr>
          </a:p>
          <a:p>
            <a:pPr fontAlgn="base">
              <a:lnSpc>
                <a:spcPct val="150000"/>
              </a:lnSpc>
              <a:spcBef>
                <a:spcPct val="50000"/>
              </a:spcBef>
              <a:spcAft>
                <a:spcPct val="0"/>
              </a:spcAft>
              <a:buClr>
                <a:srgbClr val="F0AB00"/>
              </a:buClr>
              <a:buSzPct val="80000"/>
            </a:pPr>
            <a:r>
              <a:rPr lang="de-DE" sz="1800" kern="0" dirty="0">
                <a:latin typeface="Courier New" panose="02070309020205020404" pitchFamily="49" charset="0"/>
                <a:ea typeface="Arial Unicode MS" pitchFamily="34" charset="-128"/>
                <a:cs typeface="Courier New" panose="02070309020205020404" pitchFamily="49" charset="0"/>
              </a:rPr>
              <a:t>- tag </a:t>
            </a:r>
            <a:r>
              <a:rPr lang="de-DE" sz="1800" kern="0" dirty="0" err="1">
                <a:latin typeface="Courier New" panose="02070309020205020404" pitchFamily="49" charset="0"/>
                <a:ea typeface="Arial Unicode MS" pitchFamily="34" charset="-128"/>
                <a:cs typeface="Courier New" panose="02070309020205020404" pitchFamily="49" charset="0"/>
              </a:rPr>
              <a:t>or</a:t>
            </a:r>
            <a:r>
              <a:rPr lang="de-DE" sz="1800" kern="0" dirty="0">
                <a:latin typeface="Courier New" panose="02070309020205020404" pitchFamily="49" charset="0"/>
                <a:ea typeface="Arial Unicode MS" pitchFamily="34" charset="-128"/>
                <a:cs typeface="Courier New" panose="02070309020205020404" pitchFamily="49" charset="0"/>
              </a:rPr>
              <a:t> @sha256:&lt;</a:t>
            </a:r>
            <a:r>
              <a:rPr lang="de-DE" sz="1800" kern="0" dirty="0" err="1">
                <a:latin typeface="Courier New" panose="02070309020205020404" pitchFamily="49" charset="0"/>
                <a:ea typeface="Arial Unicode MS" pitchFamily="34" charset="-128"/>
                <a:cs typeface="Courier New" panose="02070309020205020404" pitchFamily="49" charset="0"/>
              </a:rPr>
              <a:t>digest</a:t>
            </a:r>
            <a:r>
              <a:rPr lang="de-DE" sz="1800" kern="0" dirty="0">
                <a:latin typeface="Courier New" panose="02070309020205020404" pitchFamily="49" charset="0"/>
                <a:ea typeface="Arial Unicode MS" pitchFamily="34" charset="-128"/>
                <a:cs typeface="Courier New" panose="02070309020205020404" pitchFamily="49" charset="0"/>
              </a:rPr>
              <a:t>&gt;</a:t>
            </a:r>
          </a:p>
          <a:p>
            <a:pPr fontAlgn="base">
              <a:lnSpc>
                <a:spcPct val="150000"/>
              </a:lnSpc>
              <a:spcBef>
                <a:spcPct val="50000"/>
              </a:spcBef>
              <a:spcAft>
                <a:spcPct val="0"/>
              </a:spcAft>
              <a:buClr>
                <a:srgbClr val="F0AB00"/>
              </a:buClr>
              <a:buSzPct val="80000"/>
            </a:pPr>
            <a:endParaRPr lang="de-DE" sz="1800" kern="0" dirty="0">
              <a:latin typeface="Courier New" panose="02070309020205020404" pitchFamily="49" charset="0"/>
              <a:ea typeface="Arial Unicode MS" pitchFamily="34" charset="-128"/>
              <a:cs typeface="Courier New" panose="02070309020205020404" pitchFamily="49" charset="0"/>
            </a:endParaRPr>
          </a:p>
        </p:txBody>
      </p:sp>
    </p:spTree>
    <p:extLst>
      <p:ext uri="{BB962C8B-B14F-4D97-AF65-F5344CB8AC3E}">
        <p14:creationId xmlns:p14="http://schemas.microsoft.com/office/powerpoint/2010/main" val="3866934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2DE7798-65F5-3429-7921-1551166C47AC}"/>
              </a:ext>
            </a:extLst>
          </p:cNvPr>
          <p:cNvSpPr>
            <a:spLocks noGrp="1"/>
          </p:cNvSpPr>
          <p:nvPr>
            <p:ph type="title"/>
          </p:nvPr>
        </p:nvSpPr>
        <p:spPr>
          <a:xfrm>
            <a:off x="504001" y="504000"/>
            <a:ext cx="11186476" cy="369332"/>
          </a:xfrm>
        </p:spPr>
        <p:txBody>
          <a:bodyPr/>
          <a:lstStyle/>
          <a:p>
            <a:r>
              <a:rPr lang="de-DE" dirty="0" err="1"/>
              <a:t>Please</a:t>
            </a:r>
            <a:r>
              <a:rPr lang="de-DE" dirty="0"/>
              <a:t> type </a:t>
            </a:r>
            <a:r>
              <a:rPr lang="de-DE" dirty="0" err="1"/>
              <a:t>along</a:t>
            </a:r>
            <a:endParaRPr lang="de-DE" dirty="0"/>
          </a:p>
        </p:txBody>
      </p:sp>
      <p:sp>
        <p:nvSpPr>
          <p:cNvPr id="3" name="Textfeld 2">
            <a:extLst>
              <a:ext uri="{FF2B5EF4-FFF2-40B4-BE49-F238E27FC236}">
                <a16:creationId xmlns:a16="http://schemas.microsoft.com/office/drawing/2014/main" id="{3796437A-8539-847E-5ABD-D965AB464BBD}"/>
              </a:ext>
            </a:extLst>
          </p:cNvPr>
          <p:cNvSpPr txBox="1"/>
          <p:nvPr/>
        </p:nvSpPr>
        <p:spPr>
          <a:xfrm>
            <a:off x="504001" y="1110257"/>
            <a:ext cx="11186475" cy="5243743"/>
          </a:xfrm>
          <a:prstGeom prst="rect">
            <a:avLst/>
          </a:prstGeom>
          <a:noFill/>
        </p:spPr>
        <p:txBody>
          <a:bodyPr wrap="square" lIns="0" tIns="0" rIns="0" bIns="0" rtlCol="0" anchor="ctr">
            <a:spAutoFit/>
          </a:bodyPr>
          <a:lstStyle/>
          <a:p>
            <a:pPr fontAlgn="base">
              <a:lnSpc>
                <a:spcPct val="150000"/>
              </a:lnSpc>
              <a:spcBef>
                <a:spcPct val="50000"/>
              </a:spcBef>
              <a:spcAft>
                <a:spcPct val="0"/>
              </a:spcAft>
              <a:buClr>
                <a:srgbClr val="F0AB00"/>
              </a:buClr>
              <a:buSzPct val="80000"/>
            </a:pPr>
            <a:r>
              <a:rPr lang="en-CA" sz="1400" kern="0" dirty="0">
                <a:latin typeface="Courier New" panose="02070309020205020404" pitchFamily="49" charset="0"/>
                <a:ea typeface="Arial Unicode MS" pitchFamily="34" charset="-128"/>
                <a:cs typeface="Courier New" panose="02070309020205020404" pitchFamily="49" charset="0"/>
              </a:rPr>
              <a:t>#use the nginx image build during the previous exercise here</a:t>
            </a:r>
          </a:p>
          <a:p>
            <a:pPr fontAlgn="base">
              <a:lnSpc>
                <a:spcPct val="150000"/>
              </a:lnSpc>
              <a:spcBef>
                <a:spcPct val="50000"/>
              </a:spcBef>
              <a:spcAft>
                <a:spcPct val="0"/>
              </a:spcAft>
              <a:buClr>
                <a:srgbClr val="F0AB00"/>
              </a:buClr>
              <a:buSzPct val="80000"/>
            </a:pPr>
            <a:r>
              <a:rPr lang="en-CA" sz="1800" kern="0" dirty="0">
                <a:latin typeface="Courier New" panose="02070309020205020404" pitchFamily="49" charset="0"/>
                <a:ea typeface="Arial Unicode MS" pitchFamily="34" charset="-128"/>
                <a:cs typeface="Courier New" panose="02070309020205020404" pitchFamily="49" charset="0"/>
              </a:rPr>
              <a:t>$: docker images</a:t>
            </a:r>
          </a:p>
          <a:p>
            <a:pPr fontAlgn="base">
              <a:lnSpc>
                <a:spcPct val="150000"/>
              </a:lnSpc>
              <a:spcBef>
                <a:spcPct val="50000"/>
              </a:spcBef>
              <a:spcAft>
                <a:spcPct val="0"/>
              </a:spcAft>
              <a:buClr>
                <a:srgbClr val="F0AB00"/>
              </a:buClr>
              <a:buSzPct val="80000"/>
            </a:pPr>
            <a:r>
              <a:rPr lang="en-CA" sz="1800" kern="0" dirty="0">
                <a:latin typeface="Courier New" panose="02070309020205020404" pitchFamily="49" charset="0"/>
                <a:ea typeface="Arial Unicode MS" pitchFamily="34" charset="-128"/>
                <a:cs typeface="Courier New" panose="02070309020205020404" pitchFamily="49" charset="0"/>
              </a:rPr>
              <a:t>$: docker tag &lt;image id&gt; </a:t>
            </a:r>
            <a:r>
              <a:rPr lang="en-CA" sz="1800" kern="0" dirty="0" err="1">
                <a:latin typeface="Courier New" panose="02070309020205020404" pitchFamily="49" charset="0"/>
                <a:ea typeface="Arial Unicode MS" pitchFamily="34" charset="-128"/>
                <a:cs typeface="Courier New" panose="02070309020205020404" pitchFamily="49" charset="0"/>
              </a:rPr>
              <a:t>nginx:awesome</a:t>
            </a:r>
            <a:r>
              <a:rPr lang="en-CA" sz="1800" kern="0" dirty="0">
                <a:latin typeface="Courier New" panose="02070309020205020404" pitchFamily="49" charset="0"/>
                <a:ea typeface="Arial Unicode MS" pitchFamily="34" charset="-128"/>
                <a:cs typeface="Courier New" panose="02070309020205020404" pitchFamily="49" charset="0"/>
              </a:rPr>
              <a:t>-&lt;some random characters&gt;</a:t>
            </a:r>
          </a:p>
          <a:p>
            <a:pPr fontAlgn="base">
              <a:lnSpc>
                <a:spcPct val="150000"/>
              </a:lnSpc>
              <a:spcBef>
                <a:spcPct val="50000"/>
              </a:spcBef>
              <a:spcAft>
                <a:spcPct val="0"/>
              </a:spcAft>
              <a:buClr>
                <a:srgbClr val="F0AB00"/>
              </a:buClr>
              <a:buSzPct val="80000"/>
            </a:pPr>
            <a:r>
              <a:rPr lang="en-CA" sz="1800" kern="0" dirty="0">
                <a:latin typeface="Courier New" panose="02070309020205020404" pitchFamily="49" charset="0"/>
                <a:ea typeface="Arial Unicode MS" pitchFamily="34" charset="-128"/>
                <a:cs typeface="Courier New" panose="02070309020205020404" pitchFamily="49" charset="0"/>
              </a:rPr>
              <a:t>$: docker push </a:t>
            </a:r>
            <a:r>
              <a:rPr lang="en-CA" sz="1800" kern="0" dirty="0" err="1">
                <a:latin typeface="Courier New" panose="02070309020205020404" pitchFamily="49" charset="0"/>
                <a:ea typeface="Arial Unicode MS" pitchFamily="34" charset="-128"/>
                <a:cs typeface="Courier New" panose="02070309020205020404" pitchFamily="49" charset="0"/>
              </a:rPr>
              <a:t>nginx:awesome</a:t>
            </a:r>
            <a:r>
              <a:rPr lang="en-CA" sz="1800" kern="0" dirty="0">
                <a:latin typeface="Courier New" panose="02070309020205020404" pitchFamily="49" charset="0"/>
                <a:ea typeface="Arial Unicode MS" pitchFamily="34" charset="-128"/>
                <a:cs typeface="Courier New" panose="02070309020205020404" pitchFamily="49" charset="0"/>
              </a:rPr>
              <a:t>-&lt;some random characters&gt;</a:t>
            </a:r>
          </a:p>
          <a:p>
            <a:pPr fontAlgn="base">
              <a:lnSpc>
                <a:spcPct val="150000"/>
              </a:lnSpc>
              <a:spcBef>
                <a:spcPct val="50000"/>
              </a:spcBef>
              <a:spcAft>
                <a:spcPct val="0"/>
              </a:spcAft>
              <a:buClr>
                <a:srgbClr val="F0AB00"/>
              </a:buClr>
              <a:buSzPct val="80000"/>
            </a:pPr>
            <a:endParaRPr lang="en-CA" sz="1800" kern="0" dirty="0">
              <a:latin typeface="Courier New" panose="02070309020205020404" pitchFamily="49" charset="0"/>
              <a:ea typeface="Arial Unicode MS" pitchFamily="34" charset="-128"/>
              <a:cs typeface="Courier New" panose="02070309020205020404" pitchFamily="49" charset="0"/>
            </a:endParaRPr>
          </a:p>
          <a:p>
            <a:pPr fontAlgn="base">
              <a:lnSpc>
                <a:spcPct val="150000"/>
              </a:lnSpc>
              <a:spcBef>
                <a:spcPct val="50000"/>
              </a:spcBef>
              <a:spcAft>
                <a:spcPct val="0"/>
              </a:spcAft>
              <a:buClr>
                <a:srgbClr val="F0AB00"/>
              </a:buClr>
              <a:buSzPct val="80000"/>
            </a:pPr>
            <a:r>
              <a:rPr lang="en-CA" sz="1400" kern="0" dirty="0">
                <a:latin typeface="Courier New" panose="02070309020205020404" pitchFamily="49" charset="0"/>
                <a:ea typeface="Arial Unicode MS" pitchFamily="34" charset="-128"/>
                <a:cs typeface="Courier New" panose="02070309020205020404" pitchFamily="49" charset="0"/>
              </a:rPr>
              <a:t># “lengthy URL“ will be something like: h.ingress.xyz58.k8s-train.shoot.canary.k8s-hana.ondemand.com</a:t>
            </a:r>
          </a:p>
          <a:p>
            <a:pPr fontAlgn="base">
              <a:lnSpc>
                <a:spcPct val="150000"/>
              </a:lnSpc>
              <a:spcBef>
                <a:spcPct val="50000"/>
              </a:spcBef>
              <a:spcAft>
                <a:spcPct val="0"/>
              </a:spcAft>
              <a:buClr>
                <a:srgbClr val="F0AB00"/>
              </a:buClr>
              <a:buSzPct val="80000"/>
            </a:pPr>
            <a:r>
              <a:rPr lang="en-CA" sz="1800" kern="0" dirty="0">
                <a:latin typeface="Courier New" panose="02070309020205020404" pitchFamily="49" charset="0"/>
                <a:ea typeface="Arial Unicode MS" pitchFamily="34" charset="-128"/>
                <a:cs typeface="Courier New" panose="02070309020205020404" pitchFamily="49" charset="0"/>
              </a:rPr>
              <a:t>$: docker tag &lt;image id&gt; &lt;lengthy URL&gt;/training/&lt;your-repo&gt;:&lt;tag&gt;</a:t>
            </a:r>
          </a:p>
          <a:p>
            <a:pPr fontAlgn="base">
              <a:lnSpc>
                <a:spcPct val="150000"/>
              </a:lnSpc>
              <a:spcBef>
                <a:spcPct val="50000"/>
              </a:spcBef>
              <a:spcAft>
                <a:spcPct val="0"/>
              </a:spcAft>
              <a:buClr>
                <a:srgbClr val="F0AB00"/>
              </a:buClr>
              <a:buSzPct val="80000"/>
            </a:pPr>
            <a:r>
              <a:rPr lang="en-CA" sz="1800" kern="0" dirty="0">
                <a:latin typeface="Courier New" panose="02070309020205020404" pitchFamily="49" charset="0"/>
                <a:ea typeface="Arial Unicode MS" pitchFamily="34" charset="-128"/>
                <a:cs typeface="Courier New" panose="02070309020205020404" pitchFamily="49" charset="0"/>
              </a:rPr>
              <a:t>$: docker push &lt;lengthy URL&gt;/training/&lt;your-repo&gt;:&lt;tag&gt;</a:t>
            </a:r>
          </a:p>
          <a:p>
            <a:pPr fontAlgn="base">
              <a:lnSpc>
                <a:spcPct val="150000"/>
              </a:lnSpc>
              <a:spcBef>
                <a:spcPct val="50000"/>
              </a:spcBef>
              <a:spcAft>
                <a:spcPct val="0"/>
              </a:spcAft>
              <a:buClr>
                <a:srgbClr val="F0AB00"/>
              </a:buClr>
              <a:buSzPct val="80000"/>
            </a:pPr>
            <a:r>
              <a:rPr lang="en-CA" sz="1800" kern="0" dirty="0">
                <a:latin typeface="Courier New" panose="02070309020205020404" pitchFamily="49" charset="0"/>
                <a:ea typeface="Arial Unicode MS" pitchFamily="34" charset="-128"/>
                <a:cs typeface="Courier New" panose="02070309020205020404" pitchFamily="49" charset="0"/>
              </a:rPr>
              <a:t>$: docker login &lt;lengthy URL&gt;</a:t>
            </a:r>
          </a:p>
          <a:p>
            <a:pPr fontAlgn="base">
              <a:lnSpc>
                <a:spcPct val="150000"/>
              </a:lnSpc>
              <a:spcBef>
                <a:spcPct val="50000"/>
              </a:spcBef>
              <a:spcAft>
                <a:spcPct val="0"/>
              </a:spcAft>
              <a:buClr>
                <a:srgbClr val="F0AB00"/>
              </a:buClr>
              <a:buSzPct val="80000"/>
            </a:pPr>
            <a:r>
              <a:rPr lang="en-CA" sz="1800" kern="0" dirty="0">
                <a:latin typeface="Courier New" panose="02070309020205020404" pitchFamily="49" charset="0"/>
                <a:ea typeface="Arial Unicode MS" pitchFamily="34" charset="-128"/>
                <a:cs typeface="Courier New" panose="02070309020205020404" pitchFamily="49" charset="0"/>
              </a:rPr>
              <a:t>$: docker push &lt;lengthy URL&gt;/training/&lt;your-repo&gt;:&lt;tag&gt;</a:t>
            </a:r>
          </a:p>
        </p:txBody>
      </p:sp>
    </p:spTree>
    <p:extLst>
      <p:ext uri="{BB962C8B-B14F-4D97-AF65-F5344CB8AC3E}">
        <p14:creationId xmlns:p14="http://schemas.microsoft.com/office/powerpoint/2010/main" val="313533089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Docker login credentials</a:t>
            </a:r>
          </a:p>
        </p:txBody>
      </p:sp>
      <p:sp>
        <p:nvSpPr>
          <p:cNvPr id="4" name="Flowchart: Magnetic Disk 3"/>
          <p:cNvSpPr/>
          <p:nvPr/>
        </p:nvSpPr>
        <p:spPr bwMode="gray">
          <a:xfrm>
            <a:off x="772758" y="1927317"/>
            <a:ext cx="2661557" cy="1665515"/>
          </a:xfrm>
          <a:prstGeom prst="flowChartMagneticDisk">
            <a:avLst/>
          </a:prstGeom>
          <a:solidFill>
            <a:schemeClr val="accent1"/>
          </a:solidFill>
          <a:ln w="6350" algn="ctr">
            <a:solidFill>
              <a:schemeClr val="accent1">
                <a:lumMod val="20000"/>
                <a:lumOff val="80000"/>
              </a:schemeClr>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2000" b="1" i="0" u="none" strike="noStrike" kern="0" cap="none" spc="0" normalizeH="0" baseline="0" noProof="0" dirty="0">
                <a:ln>
                  <a:noFill/>
                </a:ln>
                <a:effectLst/>
                <a:uLnTx/>
                <a:uFillTx/>
                <a:ea typeface="Arial Unicode MS" pitchFamily="34" charset="-128"/>
                <a:cs typeface="Arial Unicode MS" pitchFamily="34" charset="-128"/>
              </a:rPr>
              <a:t>Private Registry</a:t>
            </a:r>
          </a:p>
        </p:txBody>
      </p:sp>
      <p:cxnSp>
        <p:nvCxnSpPr>
          <p:cNvPr id="16" name="Straight Arrow Connector 15"/>
          <p:cNvCxnSpPr>
            <a:cxnSpLocks/>
            <a:endCxn id="36" idx="1"/>
          </p:cNvCxnSpPr>
          <p:nvPr/>
        </p:nvCxnSpPr>
        <p:spPr>
          <a:xfrm>
            <a:off x="3434315" y="2760076"/>
            <a:ext cx="1903746" cy="22339"/>
          </a:xfrm>
          <a:prstGeom prst="straightConnector1">
            <a:avLst/>
          </a:prstGeom>
          <a:ln w="57150">
            <a:solidFill>
              <a:schemeClr val="accent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4" name="Rectangle: Rounded Corners 33"/>
          <p:cNvSpPr/>
          <p:nvPr/>
        </p:nvSpPr>
        <p:spPr bwMode="gray">
          <a:xfrm>
            <a:off x="8244097" y="3889271"/>
            <a:ext cx="3448304" cy="1261311"/>
          </a:xfrm>
          <a:prstGeom prst="roundRect">
            <a:avLst/>
          </a:prstGeom>
          <a:solidFill>
            <a:schemeClr val="bg2"/>
          </a:solidFill>
          <a:ln w="28575">
            <a:prstDash val="sysDash"/>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defTabSz="914400" eaLnBrk="1" fontAlgn="base" latinLnBrk="0" hangingPunct="1">
              <a:lnSpc>
                <a:spcPct val="100000"/>
              </a:lnSpc>
              <a:spcBef>
                <a:spcPct val="50000"/>
              </a:spcBef>
              <a:spcAft>
                <a:spcPct val="0"/>
              </a:spcAft>
              <a:buClr>
                <a:srgbClr val="F0AB00"/>
              </a:buClr>
              <a:buSzPct val="80000"/>
              <a:tabLst/>
            </a:pPr>
            <a:r>
              <a:rPr lang="en-US" sz="1800" kern="0" dirty="0">
                <a:ea typeface="Arial Unicode MS" pitchFamily="34" charset="-128"/>
                <a:cs typeface="Arial Unicode MS" pitchFamily="34" charset="-128"/>
              </a:rPr>
              <a:t>docker login &lt;registry </a:t>
            </a:r>
            <a:r>
              <a:rPr lang="en-US" sz="1800" kern="0" dirty="0" err="1">
                <a:ea typeface="Arial Unicode MS" pitchFamily="34" charset="-128"/>
                <a:cs typeface="Arial Unicode MS" pitchFamily="34" charset="-128"/>
              </a:rPr>
              <a:t>url</a:t>
            </a:r>
            <a:r>
              <a:rPr lang="en-US" sz="1800" kern="0" dirty="0">
                <a:ea typeface="Arial Unicode MS" pitchFamily="34" charset="-128"/>
                <a:cs typeface="Arial Unicode MS" pitchFamily="34" charset="-128"/>
              </a:rPr>
              <a:t>&gt; </a:t>
            </a:r>
          </a:p>
          <a:p>
            <a:pPr marR="0" defTabSz="914400" eaLnBrk="1" fontAlgn="base" latinLnBrk="0" hangingPunct="1">
              <a:lnSpc>
                <a:spcPct val="100000"/>
              </a:lnSpc>
              <a:spcBef>
                <a:spcPts val="600"/>
              </a:spcBef>
              <a:spcAft>
                <a:spcPct val="0"/>
              </a:spcAft>
              <a:buClr>
                <a:srgbClr val="F0AB00"/>
              </a:buClr>
              <a:buSzPct val="80000"/>
              <a:tabLst/>
            </a:pPr>
            <a:r>
              <a:rPr lang="en-US" sz="1800" kern="0" dirty="0">
                <a:ea typeface="Arial Unicode MS" pitchFamily="34" charset="-128"/>
                <a:cs typeface="Arial Unicode MS" pitchFamily="34" charset="-128"/>
              </a:rPr>
              <a:t>-u &lt;username&gt;</a:t>
            </a:r>
          </a:p>
          <a:p>
            <a:pPr marR="0" defTabSz="914400" eaLnBrk="1" fontAlgn="base" latinLnBrk="0" hangingPunct="1">
              <a:lnSpc>
                <a:spcPct val="100000"/>
              </a:lnSpc>
              <a:spcBef>
                <a:spcPts val="600"/>
              </a:spcBef>
              <a:spcAft>
                <a:spcPct val="0"/>
              </a:spcAft>
              <a:buClr>
                <a:srgbClr val="F0AB00"/>
              </a:buClr>
              <a:buSzPct val="80000"/>
              <a:tabLst/>
            </a:pPr>
            <a:r>
              <a:rPr lang="en-US" sz="1800" kern="0" dirty="0">
                <a:ea typeface="Arial Unicode MS" pitchFamily="34" charset="-128"/>
                <a:cs typeface="Arial Unicode MS" pitchFamily="34" charset="-128"/>
              </a:rPr>
              <a:t>-p &lt;password&gt;</a:t>
            </a:r>
            <a:endParaRPr kumimoji="0" lang="en-US" sz="1800" b="0" i="0" u="none" strike="noStrike" kern="0" cap="none" spc="0" normalizeH="0" baseline="0" noProof="0" dirty="0" err="1">
              <a:ln>
                <a:noFill/>
              </a:ln>
              <a:effectLst/>
              <a:uLnTx/>
              <a:uFillTx/>
              <a:ea typeface="Arial Unicode MS" pitchFamily="34" charset="-128"/>
              <a:cs typeface="Arial Unicode MS" pitchFamily="34" charset="-128"/>
            </a:endParaRPr>
          </a:p>
        </p:txBody>
      </p:sp>
      <p:pic>
        <p:nvPicPr>
          <p:cNvPr id="29" name="Picture 28"/>
          <p:cNvPicPr>
            <a:picLocks noChangeAspect="1"/>
          </p:cNvPicPr>
          <p:nvPr/>
        </p:nvPicPr>
        <p:blipFill>
          <a:blip r:embed="rId3"/>
          <a:stretch>
            <a:fillRect/>
          </a:stretch>
        </p:blipFill>
        <p:spPr>
          <a:xfrm rot="4927815" flipH="1">
            <a:off x="10396613" y="4160567"/>
            <a:ext cx="1378156" cy="1378156"/>
          </a:xfrm>
          <a:prstGeom prst="rect">
            <a:avLst/>
          </a:prstGeom>
        </p:spPr>
      </p:pic>
      <p:sp>
        <p:nvSpPr>
          <p:cNvPr id="36" name="Rectangle 35"/>
          <p:cNvSpPr/>
          <p:nvPr/>
        </p:nvSpPr>
        <p:spPr bwMode="gray">
          <a:xfrm>
            <a:off x="5338061" y="2135830"/>
            <a:ext cx="2414107" cy="1293169"/>
          </a:xfrm>
          <a:prstGeom prst="rect">
            <a:avLst/>
          </a:prstGeom>
          <a:solidFill>
            <a:schemeClr val="accent3">
              <a:lumMod val="50000"/>
            </a:schemeClr>
          </a:solidFill>
          <a:ln w="6350" algn="ctr">
            <a:solidFill>
              <a:schemeClr val="tx1"/>
            </a:solidFill>
            <a:miter lim="800000"/>
            <a:headEnd/>
            <a:tailEnd/>
          </a:ln>
        </p:spPr>
        <p:txBody>
          <a:bodyPr vert="horz" lIns="90000" tIns="72000" rIns="90000" bIns="72000" rtlCol="0" anchor="ctr"/>
          <a:lstStyle/>
          <a:p>
            <a:pPr algn="ctr" defTabSz="914400" fontAlgn="base">
              <a:spcBef>
                <a:spcPct val="50000"/>
              </a:spcBef>
              <a:spcAft>
                <a:spcPct val="0"/>
              </a:spcAft>
              <a:buClr>
                <a:srgbClr val="F0AB00"/>
              </a:buClr>
              <a:buSzPct val="80000"/>
            </a:pPr>
            <a:r>
              <a:rPr lang="en-US" sz="1600" kern="0">
                <a:solidFill>
                  <a:schemeClr val="bg1"/>
                </a:solidFill>
                <a:latin typeface="Arial"/>
                <a:ea typeface="Arial Unicode MS" pitchFamily="34" charset="-128"/>
              </a:rPr>
              <a:t>dockerd</a:t>
            </a:r>
            <a:endParaRPr lang="en-US" sz="1600" kern="0" dirty="0">
              <a:solidFill>
                <a:schemeClr val="bg1"/>
              </a:solidFill>
              <a:latin typeface="Arial"/>
              <a:ea typeface="Arial Unicode MS" pitchFamily="34" charset="-128"/>
            </a:endParaRPr>
          </a:p>
        </p:txBody>
      </p:sp>
      <p:pic>
        <p:nvPicPr>
          <p:cNvPr id="11" name="Picture 10">
            <a:extLst>
              <a:ext uri="{FF2B5EF4-FFF2-40B4-BE49-F238E27FC236}">
                <a16:creationId xmlns:a16="http://schemas.microsoft.com/office/drawing/2014/main" id="{8687B53D-D62B-41B5-9DDD-8963C6188C03}"/>
              </a:ext>
            </a:extLst>
          </p:cNvPr>
          <p:cNvPicPr>
            <a:picLocks noChangeAspect="1"/>
          </p:cNvPicPr>
          <p:nvPr/>
        </p:nvPicPr>
        <p:blipFill>
          <a:blip r:embed="rId4"/>
          <a:stretch>
            <a:fillRect/>
          </a:stretch>
        </p:blipFill>
        <p:spPr>
          <a:xfrm>
            <a:off x="3136565" y="2705828"/>
            <a:ext cx="1774008" cy="1774008"/>
          </a:xfrm>
          <a:prstGeom prst="rect">
            <a:avLst/>
          </a:prstGeom>
        </p:spPr>
      </p:pic>
      <p:sp>
        <p:nvSpPr>
          <p:cNvPr id="2" name="Rectangle 1">
            <a:extLst>
              <a:ext uri="{FF2B5EF4-FFF2-40B4-BE49-F238E27FC236}">
                <a16:creationId xmlns:a16="http://schemas.microsoft.com/office/drawing/2014/main" id="{25F2868B-D6D2-4C76-B481-6486923ADA06}"/>
              </a:ext>
            </a:extLst>
          </p:cNvPr>
          <p:cNvSpPr/>
          <p:nvPr/>
        </p:nvSpPr>
        <p:spPr bwMode="gray">
          <a:xfrm>
            <a:off x="907136" y="4406148"/>
            <a:ext cx="2392799" cy="886995"/>
          </a:xfrm>
          <a:prstGeom prst="rect">
            <a:avLst/>
          </a:prstGeom>
          <a:solidFill>
            <a:schemeClr val="accent1"/>
          </a:solidFill>
          <a:ln w="6350" algn="ctr">
            <a:solidFill>
              <a:schemeClr val="accent1">
                <a:lumMod val="20000"/>
                <a:lumOff val="80000"/>
              </a:schemeClr>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0" i="0" u="none" strike="noStrike" kern="0" cap="none" spc="0" normalizeH="0" baseline="0" noProof="0" dirty="0">
                <a:ln>
                  <a:noFill/>
                </a:ln>
                <a:effectLst/>
                <a:uLnTx/>
                <a:uFillTx/>
                <a:ea typeface="Arial Unicode MS" pitchFamily="34" charset="-128"/>
                <a:cs typeface="Arial Unicode MS" pitchFamily="34" charset="-128"/>
              </a:rPr>
              <a:t>User Management</a:t>
            </a:r>
          </a:p>
        </p:txBody>
      </p:sp>
      <p:cxnSp>
        <p:nvCxnSpPr>
          <p:cNvPr id="6" name="Connector: Elbow 5">
            <a:extLst>
              <a:ext uri="{FF2B5EF4-FFF2-40B4-BE49-F238E27FC236}">
                <a16:creationId xmlns:a16="http://schemas.microsoft.com/office/drawing/2014/main" id="{288D0C73-804E-414D-BC04-D6E95E9221F5}"/>
              </a:ext>
            </a:extLst>
          </p:cNvPr>
          <p:cNvCxnSpPr>
            <a:stCxn id="2" idx="3"/>
            <a:endCxn id="11" idx="2"/>
          </p:cNvCxnSpPr>
          <p:nvPr/>
        </p:nvCxnSpPr>
        <p:spPr>
          <a:xfrm flipV="1">
            <a:off x="3299935" y="4479836"/>
            <a:ext cx="723634" cy="369810"/>
          </a:xfrm>
          <a:prstGeom prst="bentConnector2">
            <a:avLst/>
          </a:prstGeom>
          <a:ln w="57150">
            <a:solidFill>
              <a:schemeClr val="accent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pic>
        <p:nvPicPr>
          <p:cNvPr id="10" name="Graphic 9" descr="Document">
            <a:extLst>
              <a:ext uri="{FF2B5EF4-FFF2-40B4-BE49-F238E27FC236}">
                <a16:creationId xmlns:a16="http://schemas.microsoft.com/office/drawing/2014/main" id="{6186E8BD-E751-4DAD-9E48-80FF3D8B0E39}"/>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666796" y="4077990"/>
            <a:ext cx="914400" cy="914400"/>
          </a:xfrm>
          <a:prstGeom prst="rect">
            <a:avLst/>
          </a:prstGeom>
        </p:spPr>
      </p:pic>
      <p:sp>
        <p:nvSpPr>
          <p:cNvPr id="12" name="TextBox 11">
            <a:extLst>
              <a:ext uri="{FF2B5EF4-FFF2-40B4-BE49-F238E27FC236}">
                <a16:creationId xmlns:a16="http://schemas.microsoft.com/office/drawing/2014/main" id="{CDAF12C8-7ECC-46AC-A508-C52FC8A5C963}"/>
              </a:ext>
            </a:extLst>
          </p:cNvPr>
          <p:cNvSpPr txBox="1"/>
          <p:nvPr/>
        </p:nvSpPr>
        <p:spPr>
          <a:xfrm>
            <a:off x="5471556" y="4992390"/>
            <a:ext cx="1304880" cy="276999"/>
          </a:xfrm>
          <a:prstGeom prst="rect">
            <a:avLst/>
          </a:prstGeom>
          <a:noFill/>
        </p:spPr>
        <p:txBody>
          <a:bodyPr wrap="square" lIns="0" tIns="0" rIns="0" bIns="0" rtlCol="0">
            <a:spAutoFit/>
          </a:bodyPr>
          <a:lstStyle/>
          <a:p>
            <a:pPr algn="ctr" fontAlgn="base">
              <a:spcBef>
                <a:spcPct val="50000"/>
              </a:spcBef>
              <a:spcAft>
                <a:spcPct val="0"/>
              </a:spcAft>
              <a:buClr>
                <a:srgbClr val="F0AB00"/>
              </a:buClr>
              <a:buSzPct val="80000"/>
            </a:pPr>
            <a:r>
              <a:rPr lang="en-US" sz="1800" kern="0" dirty="0" err="1">
                <a:solidFill>
                  <a:schemeClr val="accent6">
                    <a:lumMod val="50000"/>
                  </a:schemeClr>
                </a:solidFill>
                <a:ea typeface="Arial Unicode MS" pitchFamily="34" charset="-128"/>
                <a:cs typeface="Arial Unicode MS" pitchFamily="34" charset="-128"/>
              </a:rPr>
              <a:t>config.json</a:t>
            </a:r>
            <a:endParaRPr lang="en-US" sz="1800" kern="0" dirty="0">
              <a:solidFill>
                <a:schemeClr val="accent6">
                  <a:lumMod val="50000"/>
                </a:schemeClr>
              </a:solidFill>
              <a:ea typeface="Arial Unicode MS" pitchFamily="34" charset="-128"/>
              <a:cs typeface="Arial Unicode MS" pitchFamily="34" charset="-128"/>
            </a:endParaRPr>
          </a:p>
        </p:txBody>
      </p:sp>
      <p:cxnSp>
        <p:nvCxnSpPr>
          <p:cNvPr id="19" name="Straight Arrow Connector 18">
            <a:extLst>
              <a:ext uri="{FF2B5EF4-FFF2-40B4-BE49-F238E27FC236}">
                <a16:creationId xmlns:a16="http://schemas.microsoft.com/office/drawing/2014/main" id="{13F24729-9B15-43FE-A91E-794CF2F681AE}"/>
              </a:ext>
            </a:extLst>
          </p:cNvPr>
          <p:cNvCxnSpPr>
            <a:cxnSpLocks/>
            <a:stCxn id="10" idx="0"/>
          </p:cNvCxnSpPr>
          <p:nvPr/>
        </p:nvCxnSpPr>
        <p:spPr>
          <a:xfrm flipV="1">
            <a:off x="6123996" y="3429000"/>
            <a:ext cx="0" cy="648990"/>
          </a:xfrm>
          <a:prstGeom prst="straightConnector1">
            <a:avLst/>
          </a:prstGeom>
          <a:ln w="57150">
            <a:solidFill>
              <a:schemeClr val="accent6">
                <a:lumMod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pic>
        <p:nvPicPr>
          <p:cNvPr id="22" name="Graphic 21" descr="Laptop">
            <a:extLst>
              <a:ext uri="{FF2B5EF4-FFF2-40B4-BE49-F238E27FC236}">
                <a16:creationId xmlns:a16="http://schemas.microsoft.com/office/drawing/2014/main" id="{4706E33B-D950-4CFE-AED0-70E8D0ADABC7}"/>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219829" y="2535845"/>
            <a:ext cx="1542145" cy="1542145"/>
          </a:xfrm>
          <a:prstGeom prst="rect">
            <a:avLst/>
          </a:prstGeom>
        </p:spPr>
      </p:pic>
      <p:sp>
        <p:nvSpPr>
          <p:cNvPr id="23" name="Arrow: Chevron 22">
            <a:extLst>
              <a:ext uri="{FF2B5EF4-FFF2-40B4-BE49-F238E27FC236}">
                <a16:creationId xmlns:a16="http://schemas.microsoft.com/office/drawing/2014/main" id="{21A6C290-3016-47F6-A96A-336589ACAF5F}"/>
              </a:ext>
            </a:extLst>
          </p:cNvPr>
          <p:cNvSpPr/>
          <p:nvPr/>
        </p:nvSpPr>
        <p:spPr bwMode="gray">
          <a:xfrm rot="10800000">
            <a:off x="6776436" y="4313441"/>
            <a:ext cx="1242096" cy="443498"/>
          </a:xfrm>
          <a:prstGeom prst="chevron">
            <a:avLst/>
          </a:prstGeom>
          <a:solidFill>
            <a:schemeClr val="tx1"/>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dirty="0" err="1">
              <a:ln>
                <a:noFill/>
              </a:ln>
              <a:effectLst/>
              <a:uLnTx/>
              <a:uFillTx/>
              <a:ea typeface="Arial Unicode MS" pitchFamily="34" charset="-128"/>
              <a:cs typeface="Arial Unicode MS" pitchFamily="34" charset="-128"/>
            </a:endParaRPr>
          </a:p>
        </p:txBody>
      </p:sp>
    </p:spTree>
    <p:extLst>
      <p:ext uri="{BB962C8B-B14F-4D97-AF65-F5344CB8AC3E}">
        <p14:creationId xmlns:p14="http://schemas.microsoft.com/office/powerpoint/2010/main" val="412983752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a:extLst>
              <a:ext uri="{FF2B5EF4-FFF2-40B4-BE49-F238E27FC236}">
                <a16:creationId xmlns:a16="http://schemas.microsoft.com/office/drawing/2014/main" id="{DDAF3D12-2C72-B84D-49F5-C919AA6E0449}"/>
              </a:ext>
            </a:extLst>
          </p:cNvPr>
          <p:cNvSpPr>
            <a:spLocks noGrp="1"/>
          </p:cNvSpPr>
          <p:nvPr>
            <p:ph type="title"/>
          </p:nvPr>
        </p:nvSpPr>
        <p:spPr/>
        <p:txBody>
          <a:bodyPr/>
          <a:lstStyle/>
          <a:p>
            <a:r>
              <a:rPr lang="de-DE" dirty="0"/>
              <a:t>Support </a:t>
            </a:r>
            <a:r>
              <a:rPr lang="de-DE" dirty="0" err="1"/>
              <a:t>for</a:t>
            </a:r>
            <a:r>
              <a:rPr lang="de-DE" dirty="0"/>
              <a:t> multiple </a:t>
            </a:r>
            <a:r>
              <a:rPr lang="de-DE" dirty="0" err="1"/>
              <a:t>architectures</a:t>
            </a:r>
            <a:endParaRPr lang="de-DE" dirty="0"/>
          </a:p>
        </p:txBody>
      </p:sp>
      <p:sp>
        <p:nvSpPr>
          <p:cNvPr id="7" name="Textfeld 6">
            <a:extLst>
              <a:ext uri="{FF2B5EF4-FFF2-40B4-BE49-F238E27FC236}">
                <a16:creationId xmlns:a16="http://schemas.microsoft.com/office/drawing/2014/main" id="{27E0B21D-2DBD-146A-B21D-DF588F2CBA83}"/>
              </a:ext>
            </a:extLst>
          </p:cNvPr>
          <p:cNvSpPr txBox="1"/>
          <p:nvPr/>
        </p:nvSpPr>
        <p:spPr>
          <a:xfrm>
            <a:off x="504001" y="6077001"/>
            <a:ext cx="8568872" cy="276999"/>
          </a:xfrm>
          <a:prstGeom prst="rect">
            <a:avLst/>
          </a:prstGeom>
          <a:noFill/>
        </p:spPr>
        <p:txBody>
          <a:bodyPr wrap="square">
            <a:spAutoFit/>
          </a:bodyPr>
          <a:lstStyle/>
          <a:p>
            <a:r>
              <a:rPr lang="de-DE" sz="1200" dirty="0">
                <a:hlinkClick r:id="rId3"/>
              </a:rPr>
              <a:t>https://docs.docker.com/engine/reference/commandline/manifest/</a:t>
            </a:r>
            <a:r>
              <a:rPr lang="de-DE" sz="1200" dirty="0"/>
              <a:t> </a:t>
            </a:r>
          </a:p>
        </p:txBody>
      </p:sp>
      <p:pic>
        <p:nvPicPr>
          <p:cNvPr id="8" name="Picture 7">
            <a:extLst>
              <a:ext uri="{FF2B5EF4-FFF2-40B4-BE49-F238E27FC236}">
                <a16:creationId xmlns:a16="http://schemas.microsoft.com/office/drawing/2014/main" id="{0C6F595A-C9A7-4245-95D5-8D2C677DFC9C}"/>
              </a:ext>
            </a:extLst>
          </p:cNvPr>
          <p:cNvPicPr>
            <a:picLocks noChangeAspect="1"/>
          </p:cNvPicPr>
          <p:nvPr/>
        </p:nvPicPr>
        <p:blipFill>
          <a:blip r:embed="rId4"/>
          <a:stretch>
            <a:fillRect/>
          </a:stretch>
        </p:blipFill>
        <p:spPr>
          <a:xfrm>
            <a:off x="1087458" y="1223654"/>
            <a:ext cx="7401958" cy="4410691"/>
          </a:xfrm>
          <a:prstGeom prst="rect">
            <a:avLst/>
          </a:prstGeom>
        </p:spPr>
      </p:pic>
      <p:sp>
        <p:nvSpPr>
          <p:cNvPr id="9" name="Rectangle 8">
            <a:extLst>
              <a:ext uri="{FF2B5EF4-FFF2-40B4-BE49-F238E27FC236}">
                <a16:creationId xmlns:a16="http://schemas.microsoft.com/office/drawing/2014/main" id="{B218EB7D-03CE-4D74-A877-08E8186C801B}"/>
              </a:ext>
            </a:extLst>
          </p:cNvPr>
          <p:cNvSpPr/>
          <p:nvPr/>
        </p:nvSpPr>
        <p:spPr bwMode="gray">
          <a:xfrm>
            <a:off x="1743559" y="4300780"/>
            <a:ext cx="2185261" cy="929898"/>
          </a:xfrm>
          <a:prstGeom prst="rect">
            <a:avLst/>
          </a:prstGeom>
          <a:solidFill>
            <a:schemeClr val="bg2">
              <a:lumMod val="60000"/>
              <a:lumOff val="40000"/>
              <a:alpha val="20000"/>
            </a:schemeClr>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DE" sz="18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10" name="Rectangle 9">
            <a:extLst>
              <a:ext uri="{FF2B5EF4-FFF2-40B4-BE49-F238E27FC236}">
                <a16:creationId xmlns:a16="http://schemas.microsoft.com/office/drawing/2014/main" id="{E1D17AD2-853F-4BB2-804B-54F1B2A94791}"/>
              </a:ext>
            </a:extLst>
          </p:cNvPr>
          <p:cNvSpPr/>
          <p:nvPr/>
        </p:nvSpPr>
        <p:spPr bwMode="gray">
          <a:xfrm>
            <a:off x="1743558" y="2684605"/>
            <a:ext cx="2185262" cy="744395"/>
          </a:xfrm>
          <a:prstGeom prst="rect">
            <a:avLst/>
          </a:prstGeom>
          <a:solidFill>
            <a:schemeClr val="bg2">
              <a:lumMod val="60000"/>
              <a:lumOff val="40000"/>
              <a:alpha val="20000"/>
            </a:schemeClr>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DE" sz="1800" b="0" i="0" u="none" strike="noStrike" kern="0" cap="none" spc="0" normalizeH="0" baseline="0" noProof="0" dirty="0" err="1">
              <a:ln>
                <a:noFill/>
              </a:ln>
              <a:effectLst/>
              <a:uLnTx/>
              <a:uFillTx/>
              <a:ea typeface="Arial Unicode MS" pitchFamily="34" charset="-128"/>
              <a:cs typeface="Arial Unicode MS" pitchFamily="34" charset="-128"/>
            </a:endParaRPr>
          </a:p>
        </p:txBody>
      </p:sp>
    </p:spTree>
    <p:extLst>
      <p:ext uri="{BB962C8B-B14F-4D97-AF65-F5344CB8AC3E}">
        <p14:creationId xmlns:p14="http://schemas.microsoft.com/office/powerpoint/2010/main" val="324680837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Tree>
  </p:cSld>
  <p:clrMapOvr>
    <a:masterClrMapping/>
  </p:clrMapOvr>
  <p:transition spd="med"/>
</p:sld>
</file>

<file path=ppt/theme/theme1.xml><?xml version="1.0" encoding="utf-8"?>
<a:theme xmlns:a="http://schemas.openxmlformats.org/drawingml/2006/main" name="SAP_2017_16x9_white">
  <a:themeElements>
    <a:clrScheme name="SAP_colors_2017">
      <a:dk1>
        <a:srgbClr val="000000"/>
      </a:dk1>
      <a:lt1>
        <a:srgbClr val="FFFFFF"/>
      </a:lt1>
      <a:dk2>
        <a:srgbClr val="CCCCCC"/>
      </a:dk2>
      <a:lt2>
        <a:srgbClr val="999999"/>
      </a:lt2>
      <a:accent1>
        <a:srgbClr val="F0AB00"/>
      </a:accent1>
      <a:accent2>
        <a:srgbClr val="666666"/>
      </a:accent2>
      <a:accent3>
        <a:srgbClr val="008FD3"/>
      </a:accent3>
      <a:accent4>
        <a:srgbClr val="4FB81C"/>
      </a:accent4>
      <a:accent5>
        <a:srgbClr val="E35500"/>
      </a:accent5>
      <a:accent6>
        <a:srgbClr val="970A82"/>
      </a:accent6>
      <a:hlink>
        <a:srgbClr val="008FD3"/>
      </a:hlink>
      <a:folHlink>
        <a:srgbClr val="008FD3"/>
      </a:folHlink>
    </a:clrScheme>
    <a:fontScheme name="SAP Fonts">
      <a:majorFont>
        <a:latin typeface="Arial"/>
        <a:ea typeface=""/>
        <a:cs typeface=""/>
      </a:majorFont>
      <a:minorFont>
        <a:latin typeface="Arial"/>
        <a:ea typeface=""/>
        <a:cs typeface=""/>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1"/>
        </a:solidFill>
        <a:ln w="6350" algn="ctr">
          <a:noFill/>
          <a:miter lim="800000"/>
          <a:headEnd/>
          <a:tailEnd/>
        </a:ln>
      </a:spPr>
      <a:bodyPr lIns="90000" tIns="72000" rIns="90000" bIns="72000" rtlCol="0" anchor="ctr"/>
      <a:lstStyle>
        <a:defPPr marR="0" algn="ctr" defTabSz="914400" eaLnBrk="1" fontAlgn="base" latinLnBrk="0" hangingPunct="1">
          <a:lnSpc>
            <a:spcPct val="100000"/>
          </a:lnSpc>
          <a:spcBef>
            <a:spcPct val="50000"/>
          </a:spcBef>
          <a:spcAft>
            <a:spcPct val="0"/>
          </a:spcAft>
          <a:buClr>
            <a:srgbClr val="F0AB00"/>
          </a:buClr>
          <a:buSzPct val="80000"/>
          <a:tabLst/>
          <a:defRPr kumimoji="0" sz="1800" b="0" i="0" u="none" strike="noStrike" kern="0" cap="none" spc="0" normalizeH="0" baseline="0" noProof="0" dirty="0" err="1" smtClean="0">
            <a:ln>
              <a:noFill/>
            </a:ln>
            <a:effectLst/>
            <a:uLnTx/>
            <a:uFillTx/>
            <a:ea typeface="Arial Unicode MS" pitchFamily="34" charset="-128"/>
            <a:cs typeface="Arial Unicode MS" pitchFamily="34" charset="-128"/>
          </a:defRPr>
        </a:defPPr>
      </a:lstStyle>
    </a:spDef>
    <a:lnDef>
      <a:spPr>
        <a:ln w="9525">
          <a:solidFill>
            <a:schemeClr val="tx1"/>
          </a:solidFill>
          <a:headEnd type="none" w="med" len="med"/>
          <a:tailEnd type="none" w="med" len="med"/>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0" rIns="0" bIns="0" rtlCol="0">
        <a:spAutoFit/>
      </a:bodyPr>
      <a:lstStyle>
        <a:defPPr fontAlgn="base">
          <a:spcBef>
            <a:spcPct val="50000"/>
          </a:spcBef>
          <a:spcAft>
            <a:spcPct val="0"/>
          </a:spcAft>
          <a:buClr>
            <a:srgbClr val="F0AB00"/>
          </a:buClr>
          <a:buSzPct val="80000"/>
          <a:defRPr sz="1800" kern="0" dirty="0" err="1" smtClean="0">
            <a:ea typeface="Arial Unicode MS" pitchFamily="34" charset="-128"/>
            <a:cs typeface="Arial Unicode MS" pitchFamily="34" charset="-128"/>
          </a:defRPr>
        </a:defPPr>
      </a:lstStyle>
    </a:txDef>
  </a:objectDefaults>
  <a:extraClrSchemeLst/>
  <a:extLst>
    <a:ext uri="{05A4C25C-085E-4340-85A3-A5531E510DB2}">
      <thm15:themeFamily xmlns:thm15="http://schemas.microsoft.com/office/thememl/2012/main" name="SAP_2017_16x9_white.potx" id="{09507692-57C8-4E82-A325-C2A287EE40F0}" vid="{EBED01C1-DD25-4F44-B246-2D1B402CEA63}"/>
    </a:ext>
  </a:extLst>
</a:theme>
</file>

<file path=ppt/theme/theme2.xml><?xml version="1.0" encoding="utf-8"?>
<a:theme xmlns:a="http://schemas.openxmlformats.org/drawingml/2006/main" name="Office Theme">
  <a:themeElements>
    <a:clrScheme name="SAP_Colors2011_1.1">
      <a:dk1>
        <a:srgbClr val="000000"/>
      </a:dk1>
      <a:lt1>
        <a:srgbClr val="FFFFFF"/>
      </a:lt1>
      <a:dk2>
        <a:srgbClr val="0076CB"/>
      </a:dk2>
      <a:lt2>
        <a:srgbClr val="CCCCCC"/>
      </a:lt2>
      <a:accent1>
        <a:srgbClr val="F0AB00"/>
      </a:accent1>
      <a:accent2>
        <a:srgbClr val="666666"/>
      </a:accent2>
      <a:accent3>
        <a:srgbClr val="0076CB"/>
      </a:accent3>
      <a:accent4>
        <a:srgbClr val="4FB81C"/>
      </a:accent4>
      <a:accent5>
        <a:srgbClr val="E35500"/>
      </a:accent5>
      <a:accent6>
        <a:srgbClr val="760A85"/>
      </a:accent6>
      <a:hlink>
        <a:srgbClr val="666666"/>
      </a:hlink>
      <a:folHlink>
        <a:srgbClr val="CCCCCC"/>
      </a:folHlink>
    </a:clrScheme>
    <a:fontScheme name="SAP_Fonts2011">
      <a:majorFont>
        <a:latin typeface="Arial"/>
        <a:ea typeface=""/>
        <a:cs typeface=""/>
      </a:majorFont>
      <a:minorFont>
        <a:latin typeface="Arial"/>
        <a:ea typeface=""/>
        <a:cs typeface=""/>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SAP_Colors2011">
      <a:dk1>
        <a:srgbClr val="000000"/>
      </a:dk1>
      <a:lt1>
        <a:srgbClr val="FFFFFF"/>
      </a:lt1>
      <a:dk2>
        <a:srgbClr val="00AFE3"/>
      </a:dk2>
      <a:lt2>
        <a:srgbClr val="CCCCCC"/>
      </a:lt2>
      <a:accent1>
        <a:srgbClr val="FDB913"/>
      </a:accent1>
      <a:accent2>
        <a:srgbClr val="626366"/>
      </a:accent2>
      <a:accent3>
        <a:srgbClr val="0082C9"/>
      </a:accent3>
      <a:accent4>
        <a:srgbClr val="4BBE44"/>
      </a:accent4>
      <a:accent5>
        <a:srgbClr val="B1D249"/>
      </a:accent5>
      <a:accent6>
        <a:srgbClr val="80298F"/>
      </a:accent6>
      <a:hlink>
        <a:srgbClr val="04357B"/>
      </a:hlink>
      <a:folHlink>
        <a:srgbClr val="999999"/>
      </a:folHlink>
    </a:clrScheme>
    <a:fontScheme name="SAP_Fonts2011">
      <a:majorFont>
        <a:latin typeface="Arial"/>
        <a:ea typeface=""/>
        <a:cs typeface=""/>
      </a:majorFont>
      <a:minorFont>
        <a:latin typeface="Arial"/>
        <a:ea typeface=""/>
        <a:cs typeface=""/>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Words>2169</Words>
  <Application>Microsoft Macintosh PowerPoint</Application>
  <PresentationFormat>Benutzerdefiniert</PresentationFormat>
  <Paragraphs>284</Paragraphs>
  <Slides>27</Slides>
  <Notes>16</Notes>
  <HiddenSlides>1</HiddenSlides>
  <MMClips>0</MMClips>
  <ScaleCrop>false</ScaleCrop>
  <HeadingPairs>
    <vt:vector size="6" baseType="variant">
      <vt:variant>
        <vt:lpstr>Verwendete Schriftarten</vt:lpstr>
      </vt:variant>
      <vt:variant>
        <vt:i4>6</vt:i4>
      </vt:variant>
      <vt:variant>
        <vt:lpstr>Design</vt:lpstr>
      </vt:variant>
      <vt:variant>
        <vt:i4>1</vt:i4>
      </vt:variant>
      <vt:variant>
        <vt:lpstr>Folientitel</vt:lpstr>
      </vt:variant>
      <vt:variant>
        <vt:i4>27</vt:i4>
      </vt:variant>
    </vt:vector>
  </HeadingPairs>
  <TitlesOfParts>
    <vt:vector size="34" baseType="lpstr">
      <vt:lpstr>Arial</vt:lpstr>
      <vt:lpstr>Courier New</vt:lpstr>
      <vt:lpstr>Menlo</vt:lpstr>
      <vt:lpstr>Symbol</vt:lpstr>
      <vt:lpstr>Wingdings</vt:lpstr>
      <vt:lpstr>Wingdings</vt:lpstr>
      <vt:lpstr>SAP_2017_16x9_white</vt:lpstr>
      <vt:lpstr>PowerPoint-Präsentation</vt:lpstr>
      <vt:lpstr>Layers of images and containers</vt:lpstr>
      <vt:lpstr>Advantages of layers</vt:lpstr>
      <vt:lpstr>Please type along</vt:lpstr>
      <vt:lpstr>PowerPoint-Präsentation</vt:lpstr>
      <vt:lpstr>Building Container images</vt:lpstr>
      <vt:lpstr>Dockerfile</vt:lpstr>
      <vt:lpstr>Ingredients of a Dockerfile</vt:lpstr>
      <vt:lpstr>Dockerfile directives (1)</vt:lpstr>
      <vt:lpstr>Dockerfile directives (2)</vt:lpstr>
      <vt:lpstr>Dockerfile directives (3)</vt:lpstr>
      <vt:lpstr>Dockerfile directives (4)</vt:lpstr>
      <vt:lpstr>Dockerfile directives (5)</vt:lpstr>
      <vt:lpstr>Dockerfile directives (6)</vt:lpstr>
      <vt:lpstr>Running a container as root</vt:lpstr>
      <vt:lpstr>USER – non-root is best practice!</vt:lpstr>
      <vt:lpstr>User Namespace: remap</vt:lpstr>
      <vt:lpstr>Exercise #1– Dockerfile</vt:lpstr>
      <vt:lpstr>Multistage Dockerfile</vt:lpstr>
      <vt:lpstr>Exercise #2– Multistage Dockerfile</vt:lpstr>
      <vt:lpstr>PowerPoint-Präsentation</vt:lpstr>
      <vt:lpstr>Registries for images</vt:lpstr>
      <vt:lpstr>Publishing images</vt:lpstr>
      <vt:lpstr>Please type along</vt:lpstr>
      <vt:lpstr>Docker login credentials</vt:lpstr>
      <vt:lpstr>Support for multiple architectures</vt:lpstr>
      <vt:lpstr>PowerPoint-Präsentation</vt:lpstr>
    </vt:vector>
  </TitlesOfParts>
  <Company>SAP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SAP PPT Template</dc:title>
  <dc:creator>SAP SE</dc:creator>
  <cp:keywords>2017/16:9/white</cp:keywords>
  <cp:lastModifiedBy>Kahl, Hendrik</cp:lastModifiedBy>
  <cp:revision>469</cp:revision>
  <dcterms:created xsi:type="dcterms:W3CDTF">2015-10-14T11:21:43Z</dcterms:created>
  <dcterms:modified xsi:type="dcterms:W3CDTF">2023-03-31T09:15:40Z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AdHocReviewCycleID">
    <vt:i4>1357826825</vt:i4>
  </property>
  <property fmtid="{D5CDD505-2E9C-101B-9397-08002B2CF9AE}" pid="3" name="_NewReviewCycle">
    <vt:lpwstr/>
  </property>
  <property fmtid="{D5CDD505-2E9C-101B-9397-08002B2CF9AE}" pid="4" name="_EmailSubject">
    <vt:lpwstr>Color Palette/Stationery Next Steps </vt:lpwstr>
  </property>
  <property fmtid="{D5CDD505-2E9C-101B-9397-08002B2CF9AE}" pid="5" name="_AuthorEmail">
    <vt:lpwstr>heidi.bitz@sap.com</vt:lpwstr>
  </property>
  <property fmtid="{D5CDD505-2E9C-101B-9397-08002B2CF9AE}" pid="6" name="_AuthorEmailDisplayName">
    <vt:lpwstr>Bitz, Heidi</vt:lpwstr>
  </property>
</Properties>
</file>