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33" r:id="rId1"/>
  </p:sldMasterIdLst>
  <p:notesMasterIdLst>
    <p:notesMasterId r:id="rId21"/>
  </p:notesMasterIdLst>
  <p:handoutMasterIdLst>
    <p:handoutMasterId r:id="rId22"/>
  </p:handoutMasterIdLst>
  <p:sldIdLst>
    <p:sldId id="433" r:id="rId2"/>
    <p:sldId id="457" r:id="rId3"/>
    <p:sldId id="458" r:id="rId4"/>
    <p:sldId id="445" r:id="rId5"/>
    <p:sldId id="465" r:id="rId6"/>
    <p:sldId id="466" r:id="rId7"/>
    <p:sldId id="447" r:id="rId8"/>
    <p:sldId id="469" r:id="rId9"/>
    <p:sldId id="448" r:id="rId10"/>
    <p:sldId id="467" r:id="rId11"/>
    <p:sldId id="449" r:id="rId12"/>
    <p:sldId id="470" r:id="rId13"/>
    <p:sldId id="459" r:id="rId14"/>
    <p:sldId id="468" r:id="rId15"/>
    <p:sldId id="460" r:id="rId16"/>
    <p:sldId id="456" r:id="rId17"/>
    <p:sldId id="965" r:id="rId18"/>
    <p:sldId id="451" r:id="rId19"/>
    <p:sldId id="265" r:id="rId20"/>
  </p:sldIdLst>
  <p:sldSz cx="12195175" cy="6858000"/>
  <p:notesSz cx="6858000" cy="9144000"/>
  <p:defaultTextStyle>
    <a:defPPr>
      <a:defRPr lang="de-DE"/>
    </a:defPPr>
    <a:lvl1pPr marL="0" algn="l" defTabSz="1088776" rtl="0" eaLnBrk="1" latinLnBrk="0" hangingPunct="1">
      <a:defRPr lang="de-DE" sz="2100" kern="1200">
        <a:solidFill>
          <a:schemeClr val="tx1"/>
        </a:solidFill>
        <a:latin typeface="Arial"/>
        <a:ea typeface="+mn-ea"/>
        <a:cs typeface="+mn-cs"/>
      </a:defRPr>
    </a:lvl1pPr>
    <a:lvl2pPr marL="544388" algn="l" defTabSz="1088776" rtl="0" eaLnBrk="1" latinLnBrk="0" hangingPunct="1">
      <a:buClr>
        <a:srgbClr val="FDB913"/>
      </a:buClr>
      <a:buSzPct val="100000"/>
      <a:buFont typeface="wingdings"/>
      <a:buChar char=""/>
      <a:defRPr lang="de-DE" sz="2100" kern="1200">
        <a:solidFill>
          <a:schemeClr val="tx1"/>
        </a:solidFill>
        <a:latin typeface="Arial"/>
        <a:ea typeface="+mn-ea"/>
        <a:cs typeface="+mn-cs"/>
      </a:defRPr>
    </a:lvl2pPr>
    <a:lvl3pPr marL="1088776" algn="l" defTabSz="1088776" rtl="0" eaLnBrk="1" latinLnBrk="0" hangingPunct="1">
      <a:buClr>
        <a:srgbClr val="666666"/>
      </a:buClr>
      <a:buSzPct val="80000"/>
      <a:buFont typeface="Wingdings"/>
      <a:buChar char="n"/>
      <a:defRPr lang="de-DE" sz="1700" kern="1200">
        <a:solidFill>
          <a:schemeClr val="tx1"/>
        </a:solidFill>
        <a:latin typeface="Arial"/>
        <a:ea typeface="+mn-ea"/>
        <a:cs typeface="+mn-cs"/>
      </a:defRPr>
    </a:lvl3pPr>
    <a:lvl4pPr marL="1633164" algn="l" defTabSz="1088776" rtl="0" eaLnBrk="1" latinLnBrk="0" hangingPunct="1">
      <a:buClr>
        <a:srgbClr val="666666"/>
      </a:buClr>
      <a:buSzPct val="80000"/>
      <a:buFont typeface="Arial"/>
      <a:buChar char=""/>
      <a:defRPr lang="de-DE" sz="1400" kern="1200">
        <a:solidFill>
          <a:schemeClr val="tx1"/>
        </a:solidFill>
        <a:latin typeface="Arial"/>
        <a:ea typeface="+mn-ea"/>
        <a:cs typeface="+mn-cs"/>
      </a:defRPr>
    </a:lvl4pPr>
    <a:lvl5pPr marL="2177552" algn="l" defTabSz="1088776" rtl="0" eaLnBrk="1" latinLnBrk="0" hangingPunct="1">
      <a:buClr>
        <a:srgbClr val="666666"/>
      </a:buClr>
      <a:buSzPct val="80000"/>
      <a:buFont typeface="Arial"/>
      <a:buChar char=""/>
      <a:defRPr lang="de-DE" sz="1200" kern="1200">
        <a:solidFill>
          <a:schemeClr val="tx1"/>
        </a:solidFill>
        <a:latin typeface="Arial"/>
        <a:ea typeface="+mn-ea"/>
        <a:cs typeface="+mn-cs"/>
      </a:defRPr>
    </a:lvl5pPr>
    <a:lvl6pPr marL="2721940" algn="l" defTabSz="1088776" rtl="0" eaLnBrk="1" latinLnBrk="0" hangingPunct="1">
      <a:defRPr sz="2100" kern="1200">
        <a:solidFill>
          <a:schemeClr val="tx1"/>
        </a:solidFill>
        <a:latin typeface="+mn-lt"/>
        <a:ea typeface="+mn-ea"/>
        <a:cs typeface="+mn-cs"/>
      </a:defRPr>
    </a:lvl6pPr>
    <a:lvl7pPr marL="3266328" algn="l" defTabSz="1088776" rtl="0" eaLnBrk="1" latinLnBrk="0" hangingPunct="1">
      <a:defRPr sz="2100" kern="1200">
        <a:solidFill>
          <a:schemeClr val="tx1"/>
        </a:solidFill>
        <a:latin typeface="+mn-lt"/>
        <a:ea typeface="+mn-ea"/>
        <a:cs typeface="+mn-cs"/>
      </a:defRPr>
    </a:lvl7pPr>
    <a:lvl8pPr marL="3810716" algn="l" defTabSz="1088776" rtl="0" eaLnBrk="1" latinLnBrk="0" hangingPunct="1">
      <a:defRPr sz="2100" kern="1200">
        <a:solidFill>
          <a:schemeClr val="tx1"/>
        </a:solidFill>
        <a:latin typeface="+mn-lt"/>
        <a:ea typeface="+mn-ea"/>
        <a:cs typeface="+mn-cs"/>
      </a:defRPr>
    </a:lvl8pPr>
    <a:lvl9pPr marL="4355104" algn="l" defTabSz="1088776" rtl="0" eaLnBrk="1" latinLnBrk="0" hangingPunct="1">
      <a:defRPr sz="2100" kern="1200">
        <a:solidFill>
          <a:schemeClr val="tx1"/>
        </a:solidFill>
        <a:latin typeface="+mn-lt"/>
        <a:ea typeface="+mn-ea"/>
        <a:cs typeface="+mn-cs"/>
      </a:defRPr>
    </a:lvl9pPr>
  </p:defaultTextStyle>
  <p:extLst>
    <p:ext uri="{EFAFB233-063F-42B5-8137-9DF3F51BA10A}">
      <p15:sldGuideLst xmlns:p15="http://schemas.microsoft.com/office/powerpoint/2012/main">
        <p15:guide id="1" pos="3841" userDrawn="1">
          <p15:clr>
            <a:srgbClr val="A4A3A4"/>
          </p15:clr>
        </p15:guide>
        <p15:guide id="2" orient="horz" pos="1022" userDrawn="1">
          <p15:clr>
            <a:srgbClr val="A4A3A4"/>
          </p15:clr>
        </p15:guide>
        <p15:guide id="3" orient="horz" pos="4004" userDrawn="1">
          <p15:clr>
            <a:srgbClr val="A4A3A4"/>
          </p15:clr>
        </p15:guide>
        <p15:guide id="4" pos="303" userDrawn="1">
          <p15:clr>
            <a:srgbClr val="A4A3A4"/>
          </p15:clr>
        </p15:guide>
        <p15:guide id="5" pos="7356" userDrawn="1">
          <p15:clr>
            <a:srgbClr val="A4A3A4"/>
          </p15:clr>
        </p15:guide>
        <p15:guide id="7" orient="horz" pos="30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scaleToFitPaper="1"/>
  <p:clrMru>
    <a:srgbClr val="0F46A7"/>
    <a:srgbClr val="970A82"/>
    <a:srgbClr val="FF3399"/>
    <a:srgbClr val="FF0000"/>
    <a:srgbClr val="FFFFFF"/>
    <a:srgbClr val="FEE3A1"/>
    <a:srgbClr val="FFF1D0"/>
    <a:srgbClr val="FFF8E7"/>
    <a:srgbClr val="FECE59"/>
    <a:srgbClr val="00328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2D5ABB26-0587-4C30-8999-92F81FD0307C}">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8340" autoAdjust="0"/>
    <p:restoredTop sz="84959" autoAdjust="0"/>
  </p:normalViewPr>
  <p:slideViewPr>
    <p:cSldViewPr snapToGrid="0" showGuides="1">
      <p:cViewPr varScale="1">
        <p:scale>
          <a:sx n="125" d="100"/>
          <a:sy n="125" d="100"/>
        </p:scale>
        <p:origin x="744" y="102"/>
      </p:cViewPr>
      <p:guideLst>
        <p:guide pos="3841"/>
        <p:guide orient="horz" pos="1022"/>
        <p:guide orient="horz" pos="4004"/>
        <p:guide pos="303"/>
        <p:guide pos="7356"/>
        <p:guide orient="horz" pos="300"/>
      </p:guideLst>
    </p:cSldViewPr>
  </p:slideViewPr>
  <p:outlineViewPr>
    <p:cViewPr>
      <p:scale>
        <a:sx n="33" d="100"/>
        <a:sy n="33" d="100"/>
      </p:scale>
      <p:origin x="0" y="-6394"/>
    </p:cViewPr>
  </p:outlineViewPr>
  <p:notesTextViewPr>
    <p:cViewPr>
      <p:scale>
        <a:sx n="200" d="100"/>
        <a:sy n="200" d="100"/>
      </p:scale>
      <p:origin x="0" y="-120"/>
    </p:cViewPr>
  </p:notesTextViewPr>
  <p:sorterViewPr>
    <p:cViewPr varScale="1">
      <p:scale>
        <a:sx n="1" d="1"/>
        <a:sy n="1" d="1"/>
      </p:scale>
      <p:origin x="0" y="0"/>
    </p:cViewPr>
  </p:sorterViewPr>
  <p:notesViewPr>
    <p:cSldViewPr snapToGrid="0" showGuides="1">
      <p:cViewPr varScale="1">
        <p:scale>
          <a:sx n="92" d="100"/>
          <a:sy n="92" d="100"/>
        </p:scale>
        <p:origin x="4042" y="72"/>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handoutMaster" Target="handoutMasters/handoutMaster1.xml"/></Relationships>
</file>

<file path=ppt/diagrams/colors1.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06D0D95-5AC1-4D2E-B9B9-3257DEABF982}" type="doc">
      <dgm:prSet loTypeId="urn:microsoft.com/office/officeart/2008/layout/VerticalCurvedList" loCatId="list" qsTypeId="urn:microsoft.com/office/officeart/2005/8/quickstyle/simple1" qsCatId="simple" csTypeId="urn:microsoft.com/office/officeart/2005/8/colors/accent0_1" csCatId="mainScheme" phldr="1"/>
      <dgm:spPr/>
      <dgm:t>
        <a:bodyPr/>
        <a:lstStyle/>
        <a:p>
          <a:endParaRPr lang="en-US"/>
        </a:p>
      </dgm:t>
    </dgm:pt>
    <dgm:pt modelId="{257D202A-46AB-45E6-B57E-FBAB3D830B19}">
      <dgm:prSet phldrT="[Text]" custT="1"/>
      <dgm:spPr/>
      <dgm:t>
        <a:bodyPr/>
        <a:lstStyle/>
        <a:p>
          <a:pPr>
            <a:buFont typeface="Arial" panose="020B0604020202020204" pitchFamily="34" charset="0"/>
            <a:buChar char="•"/>
          </a:pPr>
          <a:r>
            <a:rPr lang="en-US" sz="2000" b="0" i="0" dirty="0"/>
            <a:t>all Pods can communicate with all other Pods without using network address translation (NAT).</a:t>
          </a:r>
          <a:endParaRPr lang="en-US" sz="2000" i="0" dirty="0"/>
        </a:p>
      </dgm:t>
    </dgm:pt>
    <dgm:pt modelId="{E1AD4B5F-B41F-43C0-961E-34482193FD00}" type="parTrans" cxnId="{FD92A89E-4CF3-4F8B-9ED5-93A0ACE2B5F5}">
      <dgm:prSet/>
      <dgm:spPr/>
      <dgm:t>
        <a:bodyPr/>
        <a:lstStyle/>
        <a:p>
          <a:endParaRPr lang="en-US" sz="1400"/>
        </a:p>
      </dgm:t>
    </dgm:pt>
    <dgm:pt modelId="{2F58CE7A-C98B-479C-AD32-6B1A97FF5BB2}" type="sibTrans" cxnId="{FD92A89E-4CF3-4F8B-9ED5-93A0ACE2B5F5}">
      <dgm:prSet/>
      <dgm:spPr/>
      <dgm:t>
        <a:bodyPr/>
        <a:lstStyle/>
        <a:p>
          <a:endParaRPr lang="en-US" sz="1400"/>
        </a:p>
      </dgm:t>
    </dgm:pt>
    <dgm:pt modelId="{1500A81C-5D3B-4DEB-AF54-68DE294A082F}">
      <dgm:prSet phldrT="[Text]" custT="1"/>
      <dgm:spPr/>
      <dgm:t>
        <a:bodyPr/>
        <a:lstStyle/>
        <a:p>
          <a:pPr>
            <a:buFont typeface="Arial" panose="020B0604020202020204" pitchFamily="34" charset="0"/>
            <a:buChar char="•"/>
          </a:pPr>
          <a:r>
            <a:rPr lang="en-US" sz="2000" b="0" i="0" dirty="0"/>
            <a:t>all Nodes can communicate with all Pods without NAT.</a:t>
          </a:r>
          <a:endParaRPr lang="en-US" sz="2000" dirty="0"/>
        </a:p>
      </dgm:t>
    </dgm:pt>
    <dgm:pt modelId="{7DE23D8C-9903-4D4D-A793-03318026A787}" type="parTrans" cxnId="{D89589C8-B744-49DA-96C2-F544D6CB181A}">
      <dgm:prSet/>
      <dgm:spPr/>
      <dgm:t>
        <a:bodyPr/>
        <a:lstStyle/>
        <a:p>
          <a:endParaRPr lang="en-US" sz="1400"/>
        </a:p>
      </dgm:t>
    </dgm:pt>
    <dgm:pt modelId="{1338EA23-7B93-4474-A233-59D0D4945BE7}" type="sibTrans" cxnId="{D89589C8-B744-49DA-96C2-F544D6CB181A}">
      <dgm:prSet/>
      <dgm:spPr/>
      <dgm:t>
        <a:bodyPr/>
        <a:lstStyle/>
        <a:p>
          <a:endParaRPr lang="en-US" sz="1400"/>
        </a:p>
      </dgm:t>
    </dgm:pt>
    <dgm:pt modelId="{22946A86-D849-44D3-AC3C-E8F6B47E210A}">
      <dgm:prSet phldrT="[Text]" custT="1"/>
      <dgm:spPr/>
      <dgm:t>
        <a:bodyPr/>
        <a:lstStyle/>
        <a:p>
          <a:pPr>
            <a:buFont typeface="Arial" panose="020B0604020202020204" pitchFamily="34" charset="0"/>
            <a:buChar char="•"/>
          </a:pPr>
          <a:r>
            <a:rPr lang="en-US" sz="2000" b="0" i="0" dirty="0"/>
            <a:t>the IP that a Pod sees itself as, is the same IP that others see it as.</a:t>
          </a:r>
          <a:endParaRPr lang="en-US" sz="2000" dirty="0"/>
        </a:p>
      </dgm:t>
    </dgm:pt>
    <dgm:pt modelId="{824AB408-D449-42C0-B6E3-83A089E5B6B8}" type="parTrans" cxnId="{747DE3B0-FB4F-4421-BC96-CFAE140DB470}">
      <dgm:prSet/>
      <dgm:spPr/>
      <dgm:t>
        <a:bodyPr/>
        <a:lstStyle/>
        <a:p>
          <a:endParaRPr lang="en-US" sz="1400"/>
        </a:p>
      </dgm:t>
    </dgm:pt>
    <dgm:pt modelId="{CE0EF3D1-050D-480F-AEA3-FB3C7B45DED9}" type="sibTrans" cxnId="{747DE3B0-FB4F-4421-BC96-CFAE140DB470}">
      <dgm:prSet/>
      <dgm:spPr/>
      <dgm:t>
        <a:bodyPr/>
        <a:lstStyle/>
        <a:p>
          <a:endParaRPr lang="en-US" sz="1400"/>
        </a:p>
      </dgm:t>
    </dgm:pt>
    <dgm:pt modelId="{AEEAACCD-F653-48E1-BC41-03DBEC944DD1}" type="pres">
      <dgm:prSet presAssocID="{906D0D95-5AC1-4D2E-B9B9-3257DEABF982}" presName="Name0" presStyleCnt="0">
        <dgm:presLayoutVars>
          <dgm:chMax val="7"/>
          <dgm:chPref val="7"/>
          <dgm:dir/>
        </dgm:presLayoutVars>
      </dgm:prSet>
      <dgm:spPr/>
    </dgm:pt>
    <dgm:pt modelId="{E63C81A4-9CDE-482F-B0B2-D740BCDE465B}" type="pres">
      <dgm:prSet presAssocID="{906D0D95-5AC1-4D2E-B9B9-3257DEABF982}" presName="Name1" presStyleCnt="0"/>
      <dgm:spPr/>
    </dgm:pt>
    <dgm:pt modelId="{A6456B26-6FD9-47B9-BB5E-435EFB303B0E}" type="pres">
      <dgm:prSet presAssocID="{906D0D95-5AC1-4D2E-B9B9-3257DEABF982}" presName="cycle" presStyleCnt="0"/>
      <dgm:spPr/>
    </dgm:pt>
    <dgm:pt modelId="{83C6E3BA-0B00-40C1-9B99-A53966FCD5A3}" type="pres">
      <dgm:prSet presAssocID="{906D0D95-5AC1-4D2E-B9B9-3257DEABF982}" presName="srcNode" presStyleLbl="node1" presStyleIdx="0" presStyleCnt="3"/>
      <dgm:spPr/>
    </dgm:pt>
    <dgm:pt modelId="{6EFF6477-2CE1-4401-9BA2-75031BD825A1}" type="pres">
      <dgm:prSet presAssocID="{906D0D95-5AC1-4D2E-B9B9-3257DEABF982}" presName="conn" presStyleLbl="parChTrans1D2" presStyleIdx="0" presStyleCnt="1"/>
      <dgm:spPr/>
    </dgm:pt>
    <dgm:pt modelId="{2CBD31DF-8B81-48B9-9D36-1FA57E6945A3}" type="pres">
      <dgm:prSet presAssocID="{906D0D95-5AC1-4D2E-B9B9-3257DEABF982}" presName="extraNode" presStyleLbl="node1" presStyleIdx="0" presStyleCnt="3"/>
      <dgm:spPr/>
    </dgm:pt>
    <dgm:pt modelId="{A0D32B92-65B2-4AE7-904C-BBD5DEAA8DA0}" type="pres">
      <dgm:prSet presAssocID="{906D0D95-5AC1-4D2E-B9B9-3257DEABF982}" presName="dstNode" presStyleLbl="node1" presStyleIdx="0" presStyleCnt="3"/>
      <dgm:spPr/>
    </dgm:pt>
    <dgm:pt modelId="{57A7BA3B-FAB1-406D-9769-0C612419D433}" type="pres">
      <dgm:prSet presAssocID="{257D202A-46AB-45E6-B57E-FBAB3D830B19}" presName="text_1" presStyleLbl="node1" presStyleIdx="0" presStyleCnt="3">
        <dgm:presLayoutVars>
          <dgm:bulletEnabled val="1"/>
        </dgm:presLayoutVars>
      </dgm:prSet>
      <dgm:spPr/>
    </dgm:pt>
    <dgm:pt modelId="{93360711-8AD2-4D3C-89DD-01F6AD2371C5}" type="pres">
      <dgm:prSet presAssocID="{257D202A-46AB-45E6-B57E-FBAB3D830B19}" presName="accent_1" presStyleCnt="0"/>
      <dgm:spPr/>
    </dgm:pt>
    <dgm:pt modelId="{BE7839CB-8A5D-4837-98EF-6225A8102944}" type="pres">
      <dgm:prSet presAssocID="{257D202A-46AB-45E6-B57E-FBAB3D830B19}" presName="accentRepeatNode" presStyleLbl="solidFgAcc1" presStyleIdx="0" presStyleCnt="3"/>
      <dgm:spPr/>
    </dgm:pt>
    <dgm:pt modelId="{532ABC2B-FCE2-4EEC-B32F-F34F5ECC1538}" type="pres">
      <dgm:prSet presAssocID="{1500A81C-5D3B-4DEB-AF54-68DE294A082F}" presName="text_2" presStyleLbl="node1" presStyleIdx="1" presStyleCnt="3">
        <dgm:presLayoutVars>
          <dgm:bulletEnabled val="1"/>
        </dgm:presLayoutVars>
      </dgm:prSet>
      <dgm:spPr/>
    </dgm:pt>
    <dgm:pt modelId="{80444883-2601-46BD-9CDC-F9B99B64D860}" type="pres">
      <dgm:prSet presAssocID="{1500A81C-5D3B-4DEB-AF54-68DE294A082F}" presName="accent_2" presStyleCnt="0"/>
      <dgm:spPr/>
    </dgm:pt>
    <dgm:pt modelId="{4B1873C9-205A-47BC-8195-C54ADFC71013}" type="pres">
      <dgm:prSet presAssocID="{1500A81C-5D3B-4DEB-AF54-68DE294A082F}" presName="accentRepeatNode" presStyleLbl="solidFgAcc1" presStyleIdx="1" presStyleCnt="3"/>
      <dgm:spPr/>
    </dgm:pt>
    <dgm:pt modelId="{6E1B9612-ECC1-435D-92B1-2891BCF9CD3C}" type="pres">
      <dgm:prSet presAssocID="{22946A86-D849-44D3-AC3C-E8F6B47E210A}" presName="text_3" presStyleLbl="node1" presStyleIdx="2" presStyleCnt="3">
        <dgm:presLayoutVars>
          <dgm:bulletEnabled val="1"/>
        </dgm:presLayoutVars>
      </dgm:prSet>
      <dgm:spPr/>
    </dgm:pt>
    <dgm:pt modelId="{1DA0EBB0-83FD-47B8-82CE-262E28B58C9F}" type="pres">
      <dgm:prSet presAssocID="{22946A86-D849-44D3-AC3C-E8F6B47E210A}" presName="accent_3" presStyleCnt="0"/>
      <dgm:spPr/>
    </dgm:pt>
    <dgm:pt modelId="{6FC70A23-11BA-4EE0-B386-935FDB364BCC}" type="pres">
      <dgm:prSet presAssocID="{22946A86-D849-44D3-AC3C-E8F6B47E210A}" presName="accentRepeatNode" presStyleLbl="solidFgAcc1" presStyleIdx="2" presStyleCnt="3"/>
      <dgm:spPr/>
    </dgm:pt>
  </dgm:ptLst>
  <dgm:cxnLst>
    <dgm:cxn modelId="{6AC2D203-3FFB-4819-85B4-B22FA7A64E1E}" type="presOf" srcId="{22946A86-D849-44D3-AC3C-E8F6B47E210A}" destId="{6E1B9612-ECC1-435D-92B1-2891BCF9CD3C}" srcOrd="0" destOrd="0" presId="urn:microsoft.com/office/officeart/2008/layout/VerticalCurvedList"/>
    <dgm:cxn modelId="{A761BC17-5D71-4EFB-A8E2-0706AD929588}" type="presOf" srcId="{906D0D95-5AC1-4D2E-B9B9-3257DEABF982}" destId="{AEEAACCD-F653-48E1-BC41-03DBEC944DD1}" srcOrd="0" destOrd="0" presId="urn:microsoft.com/office/officeart/2008/layout/VerticalCurvedList"/>
    <dgm:cxn modelId="{58982853-AAED-41AE-ACF0-AF0F28EF936F}" type="presOf" srcId="{257D202A-46AB-45E6-B57E-FBAB3D830B19}" destId="{57A7BA3B-FAB1-406D-9769-0C612419D433}" srcOrd="0" destOrd="0" presId="urn:microsoft.com/office/officeart/2008/layout/VerticalCurvedList"/>
    <dgm:cxn modelId="{FD92A89E-4CF3-4F8B-9ED5-93A0ACE2B5F5}" srcId="{906D0D95-5AC1-4D2E-B9B9-3257DEABF982}" destId="{257D202A-46AB-45E6-B57E-FBAB3D830B19}" srcOrd="0" destOrd="0" parTransId="{E1AD4B5F-B41F-43C0-961E-34482193FD00}" sibTransId="{2F58CE7A-C98B-479C-AD32-6B1A97FF5BB2}"/>
    <dgm:cxn modelId="{7EFA23A7-4CF3-4EF4-BE9D-82A2A2DF7186}" type="presOf" srcId="{1500A81C-5D3B-4DEB-AF54-68DE294A082F}" destId="{532ABC2B-FCE2-4EEC-B32F-F34F5ECC1538}" srcOrd="0" destOrd="0" presId="urn:microsoft.com/office/officeart/2008/layout/VerticalCurvedList"/>
    <dgm:cxn modelId="{747DE3B0-FB4F-4421-BC96-CFAE140DB470}" srcId="{906D0D95-5AC1-4D2E-B9B9-3257DEABF982}" destId="{22946A86-D849-44D3-AC3C-E8F6B47E210A}" srcOrd="2" destOrd="0" parTransId="{824AB408-D449-42C0-B6E3-83A089E5B6B8}" sibTransId="{CE0EF3D1-050D-480F-AEA3-FB3C7B45DED9}"/>
    <dgm:cxn modelId="{B00A73B6-0D87-49DB-A464-DDA8E6BEB648}" type="presOf" srcId="{2F58CE7A-C98B-479C-AD32-6B1A97FF5BB2}" destId="{6EFF6477-2CE1-4401-9BA2-75031BD825A1}" srcOrd="0" destOrd="0" presId="urn:microsoft.com/office/officeart/2008/layout/VerticalCurvedList"/>
    <dgm:cxn modelId="{D89589C8-B744-49DA-96C2-F544D6CB181A}" srcId="{906D0D95-5AC1-4D2E-B9B9-3257DEABF982}" destId="{1500A81C-5D3B-4DEB-AF54-68DE294A082F}" srcOrd="1" destOrd="0" parTransId="{7DE23D8C-9903-4D4D-A793-03318026A787}" sibTransId="{1338EA23-7B93-4474-A233-59D0D4945BE7}"/>
    <dgm:cxn modelId="{84C0A7AA-4980-4506-A0F7-7BCDD28FB6DD}" type="presParOf" srcId="{AEEAACCD-F653-48E1-BC41-03DBEC944DD1}" destId="{E63C81A4-9CDE-482F-B0B2-D740BCDE465B}" srcOrd="0" destOrd="0" presId="urn:microsoft.com/office/officeart/2008/layout/VerticalCurvedList"/>
    <dgm:cxn modelId="{1D3B16F0-1340-4417-B85E-057B52BE96BA}" type="presParOf" srcId="{E63C81A4-9CDE-482F-B0B2-D740BCDE465B}" destId="{A6456B26-6FD9-47B9-BB5E-435EFB303B0E}" srcOrd="0" destOrd="0" presId="urn:microsoft.com/office/officeart/2008/layout/VerticalCurvedList"/>
    <dgm:cxn modelId="{4F51A300-E6CF-476A-919E-ED189651CCE4}" type="presParOf" srcId="{A6456B26-6FD9-47B9-BB5E-435EFB303B0E}" destId="{83C6E3BA-0B00-40C1-9B99-A53966FCD5A3}" srcOrd="0" destOrd="0" presId="urn:microsoft.com/office/officeart/2008/layout/VerticalCurvedList"/>
    <dgm:cxn modelId="{28C7C729-5734-425A-BF8D-980A0D2FF820}" type="presParOf" srcId="{A6456B26-6FD9-47B9-BB5E-435EFB303B0E}" destId="{6EFF6477-2CE1-4401-9BA2-75031BD825A1}" srcOrd="1" destOrd="0" presId="urn:microsoft.com/office/officeart/2008/layout/VerticalCurvedList"/>
    <dgm:cxn modelId="{71D356F1-9E28-422C-B568-10E925E531D5}" type="presParOf" srcId="{A6456B26-6FD9-47B9-BB5E-435EFB303B0E}" destId="{2CBD31DF-8B81-48B9-9D36-1FA57E6945A3}" srcOrd="2" destOrd="0" presId="urn:microsoft.com/office/officeart/2008/layout/VerticalCurvedList"/>
    <dgm:cxn modelId="{765F1905-BDA2-42FB-B230-D7B8C66B2955}" type="presParOf" srcId="{A6456B26-6FD9-47B9-BB5E-435EFB303B0E}" destId="{A0D32B92-65B2-4AE7-904C-BBD5DEAA8DA0}" srcOrd="3" destOrd="0" presId="urn:microsoft.com/office/officeart/2008/layout/VerticalCurvedList"/>
    <dgm:cxn modelId="{D7DAB5D0-FFBA-446C-8863-376C20B3DBC2}" type="presParOf" srcId="{E63C81A4-9CDE-482F-B0B2-D740BCDE465B}" destId="{57A7BA3B-FAB1-406D-9769-0C612419D433}" srcOrd="1" destOrd="0" presId="urn:microsoft.com/office/officeart/2008/layout/VerticalCurvedList"/>
    <dgm:cxn modelId="{CC61BAFA-A18E-4EC7-8CDC-B054217476F6}" type="presParOf" srcId="{E63C81A4-9CDE-482F-B0B2-D740BCDE465B}" destId="{93360711-8AD2-4D3C-89DD-01F6AD2371C5}" srcOrd="2" destOrd="0" presId="urn:microsoft.com/office/officeart/2008/layout/VerticalCurvedList"/>
    <dgm:cxn modelId="{7B1E4AF4-291A-4563-9858-8CF17E06DDCC}" type="presParOf" srcId="{93360711-8AD2-4D3C-89DD-01F6AD2371C5}" destId="{BE7839CB-8A5D-4837-98EF-6225A8102944}" srcOrd="0" destOrd="0" presId="urn:microsoft.com/office/officeart/2008/layout/VerticalCurvedList"/>
    <dgm:cxn modelId="{A44A6607-2CF7-4F56-8219-95C9DAF12191}" type="presParOf" srcId="{E63C81A4-9CDE-482F-B0B2-D740BCDE465B}" destId="{532ABC2B-FCE2-4EEC-B32F-F34F5ECC1538}" srcOrd="3" destOrd="0" presId="urn:microsoft.com/office/officeart/2008/layout/VerticalCurvedList"/>
    <dgm:cxn modelId="{ACB71542-1A3A-487F-A9BD-75B40821EF17}" type="presParOf" srcId="{E63C81A4-9CDE-482F-B0B2-D740BCDE465B}" destId="{80444883-2601-46BD-9CDC-F9B99B64D860}" srcOrd="4" destOrd="0" presId="urn:microsoft.com/office/officeart/2008/layout/VerticalCurvedList"/>
    <dgm:cxn modelId="{1E39F62E-7893-4550-AE98-51D0E2C76807}" type="presParOf" srcId="{80444883-2601-46BD-9CDC-F9B99B64D860}" destId="{4B1873C9-205A-47BC-8195-C54ADFC71013}" srcOrd="0" destOrd="0" presId="urn:microsoft.com/office/officeart/2008/layout/VerticalCurvedList"/>
    <dgm:cxn modelId="{DA026212-7FEF-453F-8DB1-BDA9FA3354B8}" type="presParOf" srcId="{E63C81A4-9CDE-482F-B0B2-D740BCDE465B}" destId="{6E1B9612-ECC1-435D-92B1-2891BCF9CD3C}" srcOrd="5" destOrd="0" presId="urn:microsoft.com/office/officeart/2008/layout/VerticalCurvedList"/>
    <dgm:cxn modelId="{15FE846B-99C8-40D5-838B-C6441232550A}" type="presParOf" srcId="{E63C81A4-9CDE-482F-B0B2-D740BCDE465B}" destId="{1DA0EBB0-83FD-47B8-82CE-262E28B58C9F}" srcOrd="6" destOrd="0" presId="urn:microsoft.com/office/officeart/2008/layout/VerticalCurvedList"/>
    <dgm:cxn modelId="{4944E1B0-ACE4-4FB0-A9A3-3401C4FB54CD}" type="presParOf" srcId="{1DA0EBB0-83FD-47B8-82CE-262E28B58C9F}" destId="{6FC70A23-11BA-4EE0-B386-935FDB364BCC}" srcOrd="0" destOrd="0" presId="urn:microsoft.com/office/officeart/2008/layout/VerticalCurv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906D0D95-5AC1-4D2E-B9B9-3257DEABF982}" type="doc">
      <dgm:prSet loTypeId="urn:microsoft.com/office/officeart/2008/layout/VerticalCurvedList" loCatId="list" qsTypeId="urn:microsoft.com/office/officeart/2005/8/quickstyle/simple1" qsCatId="simple" csTypeId="urn:microsoft.com/office/officeart/2005/8/colors/accent0_1" csCatId="mainScheme" phldr="1"/>
      <dgm:spPr/>
      <dgm:t>
        <a:bodyPr/>
        <a:lstStyle/>
        <a:p>
          <a:endParaRPr lang="en-US"/>
        </a:p>
      </dgm:t>
    </dgm:pt>
    <dgm:pt modelId="{257D202A-46AB-45E6-B57E-FBAB3D830B19}">
      <dgm:prSet phldrT="[Text]" custT="1"/>
      <dgm:spPr/>
      <dgm:t>
        <a:bodyPr/>
        <a:lstStyle/>
        <a:p>
          <a:pPr>
            <a:buFont typeface="Arial" panose="020B0604020202020204" pitchFamily="34" charset="0"/>
            <a:buChar char="•"/>
          </a:pPr>
          <a:r>
            <a:rPr lang="en-US" sz="2000" dirty="0"/>
            <a:t>Highly coupled container to container communication</a:t>
          </a:r>
        </a:p>
      </dgm:t>
    </dgm:pt>
    <dgm:pt modelId="{E1AD4B5F-B41F-43C0-961E-34482193FD00}" type="parTrans" cxnId="{FD92A89E-4CF3-4F8B-9ED5-93A0ACE2B5F5}">
      <dgm:prSet/>
      <dgm:spPr/>
      <dgm:t>
        <a:bodyPr/>
        <a:lstStyle/>
        <a:p>
          <a:endParaRPr lang="en-US" sz="1400"/>
        </a:p>
      </dgm:t>
    </dgm:pt>
    <dgm:pt modelId="{2F58CE7A-C98B-479C-AD32-6B1A97FF5BB2}" type="sibTrans" cxnId="{FD92A89E-4CF3-4F8B-9ED5-93A0ACE2B5F5}">
      <dgm:prSet/>
      <dgm:spPr/>
      <dgm:t>
        <a:bodyPr/>
        <a:lstStyle/>
        <a:p>
          <a:endParaRPr lang="en-US" sz="1400"/>
        </a:p>
      </dgm:t>
    </dgm:pt>
    <dgm:pt modelId="{0BF87686-5B3C-4EA5-83C9-B65AF4A14A99}">
      <dgm:prSet phldrT="[Text]" custT="1"/>
      <dgm:spPr/>
      <dgm:t>
        <a:bodyPr/>
        <a:lstStyle/>
        <a:p>
          <a:r>
            <a:rPr lang="en-US" sz="2000" dirty="0"/>
            <a:t>Pod to pod communication</a:t>
          </a:r>
        </a:p>
      </dgm:t>
    </dgm:pt>
    <dgm:pt modelId="{B661731D-814E-4A05-978C-01EF0C99967F}" type="parTrans" cxnId="{3DEABED4-330E-4C87-8291-04C2B51EBD05}">
      <dgm:prSet/>
      <dgm:spPr/>
      <dgm:t>
        <a:bodyPr/>
        <a:lstStyle/>
        <a:p>
          <a:endParaRPr lang="en-US"/>
        </a:p>
      </dgm:t>
    </dgm:pt>
    <dgm:pt modelId="{5A2D9205-8423-4403-9222-B18DE66E6939}" type="sibTrans" cxnId="{3DEABED4-330E-4C87-8291-04C2B51EBD05}">
      <dgm:prSet/>
      <dgm:spPr/>
      <dgm:t>
        <a:bodyPr/>
        <a:lstStyle/>
        <a:p>
          <a:endParaRPr lang="en-US"/>
        </a:p>
      </dgm:t>
    </dgm:pt>
    <dgm:pt modelId="{C1988519-9520-48D3-91ED-E0E72D1A1D87}">
      <dgm:prSet phldrT="[Text]" custT="1"/>
      <dgm:spPr/>
      <dgm:t>
        <a:bodyPr/>
        <a:lstStyle/>
        <a:p>
          <a:r>
            <a:rPr lang="en-US" sz="2000" dirty="0"/>
            <a:t>Pod to service communication</a:t>
          </a:r>
        </a:p>
      </dgm:t>
    </dgm:pt>
    <dgm:pt modelId="{402A2A47-D3D5-44B4-A5AD-87D79A18074F}" type="parTrans" cxnId="{7AC32A6C-B07E-4829-BD8C-7117D4D42D24}">
      <dgm:prSet/>
      <dgm:spPr/>
      <dgm:t>
        <a:bodyPr/>
        <a:lstStyle/>
        <a:p>
          <a:endParaRPr lang="en-US"/>
        </a:p>
      </dgm:t>
    </dgm:pt>
    <dgm:pt modelId="{ABBF4BB6-16BB-43F5-9C7C-CCC28C262E87}" type="sibTrans" cxnId="{7AC32A6C-B07E-4829-BD8C-7117D4D42D24}">
      <dgm:prSet/>
      <dgm:spPr/>
      <dgm:t>
        <a:bodyPr/>
        <a:lstStyle/>
        <a:p>
          <a:endParaRPr lang="en-US"/>
        </a:p>
      </dgm:t>
    </dgm:pt>
    <dgm:pt modelId="{F10B7FF6-64B2-4B0F-AE56-32AE778122CC}">
      <dgm:prSet phldrT="[Text]" custT="1"/>
      <dgm:spPr/>
      <dgm:t>
        <a:bodyPr/>
        <a:lstStyle/>
        <a:p>
          <a:r>
            <a:rPr lang="en-US" sz="2000" dirty="0"/>
            <a:t>Egress / ingress communication with the internet</a:t>
          </a:r>
        </a:p>
      </dgm:t>
    </dgm:pt>
    <dgm:pt modelId="{827CFD13-5106-4CB2-9120-835FDABE142D}" type="parTrans" cxnId="{5B3D0399-D2BF-4C94-B53A-E49C8E15B472}">
      <dgm:prSet/>
      <dgm:spPr/>
      <dgm:t>
        <a:bodyPr/>
        <a:lstStyle/>
        <a:p>
          <a:endParaRPr lang="en-US"/>
        </a:p>
      </dgm:t>
    </dgm:pt>
    <dgm:pt modelId="{82D2FB50-FC20-40A1-B479-EA8BE94B87CF}" type="sibTrans" cxnId="{5B3D0399-D2BF-4C94-B53A-E49C8E15B472}">
      <dgm:prSet/>
      <dgm:spPr/>
      <dgm:t>
        <a:bodyPr/>
        <a:lstStyle/>
        <a:p>
          <a:endParaRPr lang="en-US"/>
        </a:p>
      </dgm:t>
    </dgm:pt>
    <dgm:pt modelId="{5CFE22FF-5D34-498E-9C22-37256643DC09}">
      <dgm:prSet phldrT="[Text]" custT="1"/>
      <dgm:spPr/>
      <dgm:t>
        <a:bodyPr/>
        <a:lstStyle/>
        <a:p>
          <a:r>
            <a:rPr lang="en-US" sz="2000" dirty="0"/>
            <a:t>Cluster internal DNS resolution</a:t>
          </a:r>
        </a:p>
      </dgm:t>
    </dgm:pt>
    <dgm:pt modelId="{C2FC45A3-A78B-42D5-B433-07C69ECBC772}" type="parTrans" cxnId="{9E1E0EBD-C8F1-4DD2-8D0D-B08EC7B7A3B5}">
      <dgm:prSet/>
      <dgm:spPr/>
      <dgm:t>
        <a:bodyPr/>
        <a:lstStyle/>
        <a:p>
          <a:endParaRPr lang="en-US"/>
        </a:p>
      </dgm:t>
    </dgm:pt>
    <dgm:pt modelId="{F1066729-CD93-4CEB-A0E4-B8DF02E98F7C}" type="sibTrans" cxnId="{9E1E0EBD-C8F1-4DD2-8D0D-B08EC7B7A3B5}">
      <dgm:prSet/>
      <dgm:spPr/>
      <dgm:t>
        <a:bodyPr/>
        <a:lstStyle/>
        <a:p>
          <a:endParaRPr lang="en-US"/>
        </a:p>
      </dgm:t>
    </dgm:pt>
    <dgm:pt modelId="{AEEAACCD-F653-48E1-BC41-03DBEC944DD1}" type="pres">
      <dgm:prSet presAssocID="{906D0D95-5AC1-4D2E-B9B9-3257DEABF982}" presName="Name0" presStyleCnt="0">
        <dgm:presLayoutVars>
          <dgm:chMax val="7"/>
          <dgm:chPref val="7"/>
          <dgm:dir/>
        </dgm:presLayoutVars>
      </dgm:prSet>
      <dgm:spPr/>
    </dgm:pt>
    <dgm:pt modelId="{E63C81A4-9CDE-482F-B0B2-D740BCDE465B}" type="pres">
      <dgm:prSet presAssocID="{906D0D95-5AC1-4D2E-B9B9-3257DEABF982}" presName="Name1" presStyleCnt="0"/>
      <dgm:spPr/>
    </dgm:pt>
    <dgm:pt modelId="{A6456B26-6FD9-47B9-BB5E-435EFB303B0E}" type="pres">
      <dgm:prSet presAssocID="{906D0D95-5AC1-4D2E-B9B9-3257DEABF982}" presName="cycle" presStyleCnt="0"/>
      <dgm:spPr/>
    </dgm:pt>
    <dgm:pt modelId="{83C6E3BA-0B00-40C1-9B99-A53966FCD5A3}" type="pres">
      <dgm:prSet presAssocID="{906D0D95-5AC1-4D2E-B9B9-3257DEABF982}" presName="srcNode" presStyleLbl="node1" presStyleIdx="0" presStyleCnt="5"/>
      <dgm:spPr/>
    </dgm:pt>
    <dgm:pt modelId="{6EFF6477-2CE1-4401-9BA2-75031BD825A1}" type="pres">
      <dgm:prSet presAssocID="{906D0D95-5AC1-4D2E-B9B9-3257DEABF982}" presName="conn" presStyleLbl="parChTrans1D2" presStyleIdx="0" presStyleCnt="1"/>
      <dgm:spPr/>
    </dgm:pt>
    <dgm:pt modelId="{2CBD31DF-8B81-48B9-9D36-1FA57E6945A3}" type="pres">
      <dgm:prSet presAssocID="{906D0D95-5AC1-4D2E-B9B9-3257DEABF982}" presName="extraNode" presStyleLbl="node1" presStyleIdx="0" presStyleCnt="5"/>
      <dgm:spPr/>
    </dgm:pt>
    <dgm:pt modelId="{A0D32B92-65B2-4AE7-904C-BBD5DEAA8DA0}" type="pres">
      <dgm:prSet presAssocID="{906D0D95-5AC1-4D2E-B9B9-3257DEABF982}" presName="dstNode" presStyleLbl="node1" presStyleIdx="0" presStyleCnt="5"/>
      <dgm:spPr/>
    </dgm:pt>
    <dgm:pt modelId="{57A7BA3B-FAB1-406D-9769-0C612419D433}" type="pres">
      <dgm:prSet presAssocID="{257D202A-46AB-45E6-B57E-FBAB3D830B19}" presName="text_1" presStyleLbl="node1" presStyleIdx="0" presStyleCnt="5">
        <dgm:presLayoutVars>
          <dgm:bulletEnabled val="1"/>
        </dgm:presLayoutVars>
      </dgm:prSet>
      <dgm:spPr/>
    </dgm:pt>
    <dgm:pt modelId="{93360711-8AD2-4D3C-89DD-01F6AD2371C5}" type="pres">
      <dgm:prSet presAssocID="{257D202A-46AB-45E6-B57E-FBAB3D830B19}" presName="accent_1" presStyleCnt="0"/>
      <dgm:spPr/>
    </dgm:pt>
    <dgm:pt modelId="{BE7839CB-8A5D-4837-98EF-6225A8102944}" type="pres">
      <dgm:prSet presAssocID="{257D202A-46AB-45E6-B57E-FBAB3D830B19}" presName="accentRepeatNode" presStyleLbl="solidFgAcc1" presStyleIdx="0" presStyleCnt="5"/>
      <dgm:spPr/>
    </dgm:pt>
    <dgm:pt modelId="{9E324B9A-F5F4-44D0-A78E-C022A943304E}" type="pres">
      <dgm:prSet presAssocID="{0BF87686-5B3C-4EA5-83C9-B65AF4A14A99}" presName="text_2" presStyleLbl="node1" presStyleIdx="1" presStyleCnt="5">
        <dgm:presLayoutVars>
          <dgm:bulletEnabled val="1"/>
        </dgm:presLayoutVars>
      </dgm:prSet>
      <dgm:spPr/>
    </dgm:pt>
    <dgm:pt modelId="{BAAC0A1A-3E42-409E-818D-F56890F2F895}" type="pres">
      <dgm:prSet presAssocID="{0BF87686-5B3C-4EA5-83C9-B65AF4A14A99}" presName="accent_2" presStyleCnt="0"/>
      <dgm:spPr/>
    </dgm:pt>
    <dgm:pt modelId="{C53D1684-42E2-4992-9DB1-DF9ED26FA8C7}" type="pres">
      <dgm:prSet presAssocID="{0BF87686-5B3C-4EA5-83C9-B65AF4A14A99}" presName="accentRepeatNode" presStyleLbl="solidFgAcc1" presStyleIdx="1" presStyleCnt="5"/>
      <dgm:spPr/>
    </dgm:pt>
    <dgm:pt modelId="{2C233A66-994A-4333-B069-9EEEFAD0FD74}" type="pres">
      <dgm:prSet presAssocID="{C1988519-9520-48D3-91ED-E0E72D1A1D87}" presName="text_3" presStyleLbl="node1" presStyleIdx="2" presStyleCnt="5">
        <dgm:presLayoutVars>
          <dgm:bulletEnabled val="1"/>
        </dgm:presLayoutVars>
      </dgm:prSet>
      <dgm:spPr/>
    </dgm:pt>
    <dgm:pt modelId="{1B201A07-343E-4F69-81CE-AD0666B7EEAF}" type="pres">
      <dgm:prSet presAssocID="{C1988519-9520-48D3-91ED-E0E72D1A1D87}" presName="accent_3" presStyleCnt="0"/>
      <dgm:spPr/>
    </dgm:pt>
    <dgm:pt modelId="{20D18A71-3AF1-4B93-8B2C-1BD1BEFC7792}" type="pres">
      <dgm:prSet presAssocID="{C1988519-9520-48D3-91ED-E0E72D1A1D87}" presName="accentRepeatNode" presStyleLbl="solidFgAcc1" presStyleIdx="2" presStyleCnt="5"/>
      <dgm:spPr/>
    </dgm:pt>
    <dgm:pt modelId="{887CF57D-243C-4C98-BC97-ECE3C90DE274}" type="pres">
      <dgm:prSet presAssocID="{F10B7FF6-64B2-4B0F-AE56-32AE778122CC}" presName="text_4" presStyleLbl="node1" presStyleIdx="3" presStyleCnt="5">
        <dgm:presLayoutVars>
          <dgm:bulletEnabled val="1"/>
        </dgm:presLayoutVars>
      </dgm:prSet>
      <dgm:spPr/>
    </dgm:pt>
    <dgm:pt modelId="{EC3BDF72-9AE6-43BE-B070-3B1D468850B7}" type="pres">
      <dgm:prSet presAssocID="{F10B7FF6-64B2-4B0F-AE56-32AE778122CC}" presName="accent_4" presStyleCnt="0"/>
      <dgm:spPr/>
    </dgm:pt>
    <dgm:pt modelId="{BFFCF418-E259-4D92-A4D8-BEE0CDAA23BB}" type="pres">
      <dgm:prSet presAssocID="{F10B7FF6-64B2-4B0F-AE56-32AE778122CC}" presName="accentRepeatNode" presStyleLbl="solidFgAcc1" presStyleIdx="3" presStyleCnt="5"/>
      <dgm:spPr/>
    </dgm:pt>
    <dgm:pt modelId="{72EFFA76-A850-40F9-8820-C18C2B0F2634}" type="pres">
      <dgm:prSet presAssocID="{5CFE22FF-5D34-498E-9C22-37256643DC09}" presName="text_5" presStyleLbl="node1" presStyleIdx="4" presStyleCnt="5">
        <dgm:presLayoutVars>
          <dgm:bulletEnabled val="1"/>
        </dgm:presLayoutVars>
      </dgm:prSet>
      <dgm:spPr/>
    </dgm:pt>
    <dgm:pt modelId="{6226ECD5-BC19-4F58-8730-6E935E599159}" type="pres">
      <dgm:prSet presAssocID="{5CFE22FF-5D34-498E-9C22-37256643DC09}" presName="accent_5" presStyleCnt="0"/>
      <dgm:spPr/>
    </dgm:pt>
    <dgm:pt modelId="{85DC2809-1BAB-4799-927F-40A38DCCE3C8}" type="pres">
      <dgm:prSet presAssocID="{5CFE22FF-5D34-498E-9C22-37256643DC09}" presName="accentRepeatNode" presStyleLbl="solidFgAcc1" presStyleIdx="4" presStyleCnt="5"/>
      <dgm:spPr/>
    </dgm:pt>
  </dgm:ptLst>
  <dgm:cxnLst>
    <dgm:cxn modelId="{A761BC17-5D71-4EFB-A8E2-0706AD929588}" type="presOf" srcId="{906D0D95-5AC1-4D2E-B9B9-3257DEABF982}" destId="{AEEAACCD-F653-48E1-BC41-03DBEC944DD1}" srcOrd="0" destOrd="0" presId="urn:microsoft.com/office/officeart/2008/layout/VerticalCurvedList"/>
    <dgm:cxn modelId="{E04BD02E-1F5F-4602-94DA-3D4E5651A0FE}" type="presOf" srcId="{0BF87686-5B3C-4EA5-83C9-B65AF4A14A99}" destId="{9E324B9A-F5F4-44D0-A78E-C022A943304E}" srcOrd="0" destOrd="0" presId="urn:microsoft.com/office/officeart/2008/layout/VerticalCurvedList"/>
    <dgm:cxn modelId="{845DFF2F-9755-4AF2-A097-DC5380837266}" type="presOf" srcId="{F10B7FF6-64B2-4B0F-AE56-32AE778122CC}" destId="{887CF57D-243C-4C98-BC97-ECE3C90DE274}" srcOrd="0" destOrd="0" presId="urn:microsoft.com/office/officeart/2008/layout/VerticalCurvedList"/>
    <dgm:cxn modelId="{7AC32A6C-B07E-4829-BD8C-7117D4D42D24}" srcId="{906D0D95-5AC1-4D2E-B9B9-3257DEABF982}" destId="{C1988519-9520-48D3-91ED-E0E72D1A1D87}" srcOrd="2" destOrd="0" parTransId="{402A2A47-D3D5-44B4-A5AD-87D79A18074F}" sibTransId="{ABBF4BB6-16BB-43F5-9C7C-CCC28C262E87}"/>
    <dgm:cxn modelId="{58982853-AAED-41AE-ACF0-AF0F28EF936F}" type="presOf" srcId="{257D202A-46AB-45E6-B57E-FBAB3D830B19}" destId="{57A7BA3B-FAB1-406D-9769-0C612419D433}" srcOrd="0" destOrd="0" presId="urn:microsoft.com/office/officeart/2008/layout/VerticalCurvedList"/>
    <dgm:cxn modelId="{D5FAA985-89D5-47F1-B403-088EB1422F9A}" type="presOf" srcId="{C1988519-9520-48D3-91ED-E0E72D1A1D87}" destId="{2C233A66-994A-4333-B069-9EEEFAD0FD74}" srcOrd="0" destOrd="0" presId="urn:microsoft.com/office/officeart/2008/layout/VerticalCurvedList"/>
    <dgm:cxn modelId="{5B3D0399-D2BF-4C94-B53A-E49C8E15B472}" srcId="{906D0D95-5AC1-4D2E-B9B9-3257DEABF982}" destId="{F10B7FF6-64B2-4B0F-AE56-32AE778122CC}" srcOrd="3" destOrd="0" parTransId="{827CFD13-5106-4CB2-9120-835FDABE142D}" sibTransId="{82D2FB50-FC20-40A1-B479-EA8BE94B87CF}"/>
    <dgm:cxn modelId="{FD92A89E-4CF3-4F8B-9ED5-93A0ACE2B5F5}" srcId="{906D0D95-5AC1-4D2E-B9B9-3257DEABF982}" destId="{257D202A-46AB-45E6-B57E-FBAB3D830B19}" srcOrd="0" destOrd="0" parTransId="{E1AD4B5F-B41F-43C0-961E-34482193FD00}" sibTransId="{2F58CE7A-C98B-479C-AD32-6B1A97FF5BB2}"/>
    <dgm:cxn modelId="{B8DB9BA5-E2C4-4E07-AADE-94BFE6480580}" type="presOf" srcId="{5CFE22FF-5D34-498E-9C22-37256643DC09}" destId="{72EFFA76-A850-40F9-8820-C18C2B0F2634}" srcOrd="0" destOrd="0" presId="urn:microsoft.com/office/officeart/2008/layout/VerticalCurvedList"/>
    <dgm:cxn modelId="{B00A73B6-0D87-49DB-A464-DDA8E6BEB648}" type="presOf" srcId="{2F58CE7A-C98B-479C-AD32-6B1A97FF5BB2}" destId="{6EFF6477-2CE1-4401-9BA2-75031BD825A1}" srcOrd="0" destOrd="0" presId="urn:microsoft.com/office/officeart/2008/layout/VerticalCurvedList"/>
    <dgm:cxn modelId="{9E1E0EBD-C8F1-4DD2-8D0D-B08EC7B7A3B5}" srcId="{906D0D95-5AC1-4D2E-B9B9-3257DEABF982}" destId="{5CFE22FF-5D34-498E-9C22-37256643DC09}" srcOrd="4" destOrd="0" parTransId="{C2FC45A3-A78B-42D5-B433-07C69ECBC772}" sibTransId="{F1066729-CD93-4CEB-A0E4-B8DF02E98F7C}"/>
    <dgm:cxn modelId="{3DEABED4-330E-4C87-8291-04C2B51EBD05}" srcId="{906D0D95-5AC1-4D2E-B9B9-3257DEABF982}" destId="{0BF87686-5B3C-4EA5-83C9-B65AF4A14A99}" srcOrd="1" destOrd="0" parTransId="{B661731D-814E-4A05-978C-01EF0C99967F}" sibTransId="{5A2D9205-8423-4403-9222-B18DE66E6939}"/>
    <dgm:cxn modelId="{84C0A7AA-4980-4506-A0F7-7BCDD28FB6DD}" type="presParOf" srcId="{AEEAACCD-F653-48E1-BC41-03DBEC944DD1}" destId="{E63C81A4-9CDE-482F-B0B2-D740BCDE465B}" srcOrd="0" destOrd="0" presId="urn:microsoft.com/office/officeart/2008/layout/VerticalCurvedList"/>
    <dgm:cxn modelId="{1D3B16F0-1340-4417-B85E-057B52BE96BA}" type="presParOf" srcId="{E63C81A4-9CDE-482F-B0B2-D740BCDE465B}" destId="{A6456B26-6FD9-47B9-BB5E-435EFB303B0E}" srcOrd="0" destOrd="0" presId="urn:microsoft.com/office/officeart/2008/layout/VerticalCurvedList"/>
    <dgm:cxn modelId="{4F51A300-E6CF-476A-919E-ED189651CCE4}" type="presParOf" srcId="{A6456B26-6FD9-47B9-BB5E-435EFB303B0E}" destId="{83C6E3BA-0B00-40C1-9B99-A53966FCD5A3}" srcOrd="0" destOrd="0" presId="urn:microsoft.com/office/officeart/2008/layout/VerticalCurvedList"/>
    <dgm:cxn modelId="{28C7C729-5734-425A-BF8D-980A0D2FF820}" type="presParOf" srcId="{A6456B26-6FD9-47B9-BB5E-435EFB303B0E}" destId="{6EFF6477-2CE1-4401-9BA2-75031BD825A1}" srcOrd="1" destOrd="0" presId="urn:microsoft.com/office/officeart/2008/layout/VerticalCurvedList"/>
    <dgm:cxn modelId="{71D356F1-9E28-422C-B568-10E925E531D5}" type="presParOf" srcId="{A6456B26-6FD9-47B9-BB5E-435EFB303B0E}" destId="{2CBD31DF-8B81-48B9-9D36-1FA57E6945A3}" srcOrd="2" destOrd="0" presId="urn:microsoft.com/office/officeart/2008/layout/VerticalCurvedList"/>
    <dgm:cxn modelId="{765F1905-BDA2-42FB-B230-D7B8C66B2955}" type="presParOf" srcId="{A6456B26-6FD9-47B9-BB5E-435EFB303B0E}" destId="{A0D32B92-65B2-4AE7-904C-BBD5DEAA8DA0}" srcOrd="3" destOrd="0" presId="urn:microsoft.com/office/officeart/2008/layout/VerticalCurvedList"/>
    <dgm:cxn modelId="{D7DAB5D0-FFBA-446C-8863-376C20B3DBC2}" type="presParOf" srcId="{E63C81A4-9CDE-482F-B0B2-D740BCDE465B}" destId="{57A7BA3B-FAB1-406D-9769-0C612419D433}" srcOrd="1" destOrd="0" presId="urn:microsoft.com/office/officeart/2008/layout/VerticalCurvedList"/>
    <dgm:cxn modelId="{CC61BAFA-A18E-4EC7-8CDC-B054217476F6}" type="presParOf" srcId="{E63C81A4-9CDE-482F-B0B2-D740BCDE465B}" destId="{93360711-8AD2-4D3C-89DD-01F6AD2371C5}" srcOrd="2" destOrd="0" presId="urn:microsoft.com/office/officeart/2008/layout/VerticalCurvedList"/>
    <dgm:cxn modelId="{7B1E4AF4-291A-4563-9858-8CF17E06DDCC}" type="presParOf" srcId="{93360711-8AD2-4D3C-89DD-01F6AD2371C5}" destId="{BE7839CB-8A5D-4837-98EF-6225A8102944}" srcOrd="0" destOrd="0" presId="urn:microsoft.com/office/officeart/2008/layout/VerticalCurvedList"/>
    <dgm:cxn modelId="{4B4F1909-F21C-47C9-B5DB-282AD40BAF63}" type="presParOf" srcId="{E63C81A4-9CDE-482F-B0B2-D740BCDE465B}" destId="{9E324B9A-F5F4-44D0-A78E-C022A943304E}" srcOrd="3" destOrd="0" presId="urn:microsoft.com/office/officeart/2008/layout/VerticalCurvedList"/>
    <dgm:cxn modelId="{0598DF1B-8A02-4FCB-A4D6-3F3C46F170C8}" type="presParOf" srcId="{E63C81A4-9CDE-482F-B0B2-D740BCDE465B}" destId="{BAAC0A1A-3E42-409E-818D-F56890F2F895}" srcOrd="4" destOrd="0" presId="urn:microsoft.com/office/officeart/2008/layout/VerticalCurvedList"/>
    <dgm:cxn modelId="{D03EC832-D61A-428E-9F0C-FC5E0A93C84B}" type="presParOf" srcId="{BAAC0A1A-3E42-409E-818D-F56890F2F895}" destId="{C53D1684-42E2-4992-9DB1-DF9ED26FA8C7}" srcOrd="0" destOrd="0" presId="urn:microsoft.com/office/officeart/2008/layout/VerticalCurvedList"/>
    <dgm:cxn modelId="{AC67FF72-5BF2-4F07-A90C-B4EAFD0DEBA6}" type="presParOf" srcId="{E63C81A4-9CDE-482F-B0B2-D740BCDE465B}" destId="{2C233A66-994A-4333-B069-9EEEFAD0FD74}" srcOrd="5" destOrd="0" presId="urn:microsoft.com/office/officeart/2008/layout/VerticalCurvedList"/>
    <dgm:cxn modelId="{D2681939-1D32-4B5E-A1E9-BDDEC9C85470}" type="presParOf" srcId="{E63C81A4-9CDE-482F-B0B2-D740BCDE465B}" destId="{1B201A07-343E-4F69-81CE-AD0666B7EEAF}" srcOrd="6" destOrd="0" presId="urn:microsoft.com/office/officeart/2008/layout/VerticalCurvedList"/>
    <dgm:cxn modelId="{01FBD000-84C3-48FB-AF78-7255B62EB763}" type="presParOf" srcId="{1B201A07-343E-4F69-81CE-AD0666B7EEAF}" destId="{20D18A71-3AF1-4B93-8B2C-1BD1BEFC7792}" srcOrd="0" destOrd="0" presId="urn:microsoft.com/office/officeart/2008/layout/VerticalCurvedList"/>
    <dgm:cxn modelId="{8E3A7FA1-50DB-491C-9A19-069BC401D4F8}" type="presParOf" srcId="{E63C81A4-9CDE-482F-B0B2-D740BCDE465B}" destId="{887CF57D-243C-4C98-BC97-ECE3C90DE274}" srcOrd="7" destOrd="0" presId="urn:microsoft.com/office/officeart/2008/layout/VerticalCurvedList"/>
    <dgm:cxn modelId="{6D4ED8A8-812B-4A32-94BD-48769EF7674D}" type="presParOf" srcId="{E63C81A4-9CDE-482F-B0B2-D740BCDE465B}" destId="{EC3BDF72-9AE6-43BE-B070-3B1D468850B7}" srcOrd="8" destOrd="0" presId="urn:microsoft.com/office/officeart/2008/layout/VerticalCurvedList"/>
    <dgm:cxn modelId="{FDC51F2C-C572-4030-B6C4-2623E2CAD58C}" type="presParOf" srcId="{EC3BDF72-9AE6-43BE-B070-3B1D468850B7}" destId="{BFFCF418-E259-4D92-A4D8-BEE0CDAA23BB}" srcOrd="0" destOrd="0" presId="urn:microsoft.com/office/officeart/2008/layout/VerticalCurvedList"/>
    <dgm:cxn modelId="{3072E4E8-F94A-4F11-8063-81F43C76AC58}" type="presParOf" srcId="{E63C81A4-9CDE-482F-B0B2-D740BCDE465B}" destId="{72EFFA76-A850-40F9-8820-C18C2B0F2634}" srcOrd="9" destOrd="0" presId="urn:microsoft.com/office/officeart/2008/layout/VerticalCurvedList"/>
    <dgm:cxn modelId="{AB62D7EB-2F87-4478-BE41-2007EDF93FB9}" type="presParOf" srcId="{E63C81A4-9CDE-482F-B0B2-D740BCDE465B}" destId="{6226ECD5-BC19-4F58-8730-6E935E599159}" srcOrd="10" destOrd="0" presId="urn:microsoft.com/office/officeart/2008/layout/VerticalCurvedList"/>
    <dgm:cxn modelId="{B8CF866C-577A-4D67-8E3B-85634339A167}" type="presParOf" srcId="{6226ECD5-BC19-4F58-8730-6E935E599159}" destId="{85DC2809-1BAB-4799-927F-40A38DCCE3C8}" srcOrd="0" destOrd="0" presId="urn:microsoft.com/office/officeart/2008/layout/VerticalCurv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EFF6477-2CE1-4401-9BA2-75031BD825A1}">
      <dsp:nvSpPr>
        <dsp:cNvPr id="0" name=""/>
        <dsp:cNvSpPr/>
      </dsp:nvSpPr>
      <dsp:spPr>
        <a:xfrm>
          <a:off x="-5663130" y="-867043"/>
          <a:ext cx="6743641" cy="6743641"/>
        </a:xfrm>
        <a:prstGeom prst="blockArc">
          <a:avLst>
            <a:gd name="adj1" fmla="val 18900000"/>
            <a:gd name="adj2" fmla="val 2700000"/>
            <a:gd name="adj3" fmla="val 320"/>
          </a:avLst>
        </a:prstGeom>
        <a:noFill/>
        <a:ln w="19050" cap="flat" cmpd="sng" algn="ctr">
          <a:solidFill>
            <a:schemeClr val="dk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57A7BA3B-FAB1-406D-9769-0C612419D433}">
      <dsp:nvSpPr>
        <dsp:cNvPr id="0" name=""/>
        <dsp:cNvSpPr/>
      </dsp:nvSpPr>
      <dsp:spPr>
        <a:xfrm>
          <a:off x="695326" y="500955"/>
          <a:ext cx="7852540" cy="1001911"/>
        </a:xfrm>
        <a:prstGeom prst="rect">
          <a:avLst/>
        </a:prstGeom>
        <a:solidFill>
          <a:schemeClr val="lt1">
            <a:hueOff val="0"/>
            <a:satOff val="0"/>
            <a:lumOff val="0"/>
            <a:alphaOff val="0"/>
          </a:schemeClr>
        </a:solidFill>
        <a:ln w="1905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95267" tIns="50800" rIns="50800" bIns="50800" numCol="1" spcCol="1270" anchor="ctr" anchorCtr="0">
          <a:noAutofit/>
        </a:bodyPr>
        <a:lstStyle/>
        <a:p>
          <a:pPr marL="0" lvl="0" indent="0" algn="l" defTabSz="889000">
            <a:lnSpc>
              <a:spcPct val="90000"/>
            </a:lnSpc>
            <a:spcBef>
              <a:spcPct val="0"/>
            </a:spcBef>
            <a:spcAft>
              <a:spcPct val="35000"/>
            </a:spcAft>
            <a:buFont typeface="Arial" panose="020B0604020202020204" pitchFamily="34" charset="0"/>
            <a:buNone/>
          </a:pPr>
          <a:r>
            <a:rPr lang="en-US" sz="2000" b="0" i="0" kern="1200" dirty="0"/>
            <a:t>all Pods can communicate with all other Pods without using network address translation (NAT).</a:t>
          </a:r>
          <a:endParaRPr lang="en-US" sz="2000" i="0" kern="1200" dirty="0"/>
        </a:p>
      </dsp:txBody>
      <dsp:txXfrm>
        <a:off x="695326" y="500955"/>
        <a:ext cx="7852540" cy="1001911"/>
      </dsp:txXfrm>
    </dsp:sp>
    <dsp:sp modelId="{BE7839CB-8A5D-4837-98EF-6225A8102944}">
      <dsp:nvSpPr>
        <dsp:cNvPr id="0" name=""/>
        <dsp:cNvSpPr/>
      </dsp:nvSpPr>
      <dsp:spPr>
        <a:xfrm>
          <a:off x="69131" y="375716"/>
          <a:ext cx="1252388" cy="1252388"/>
        </a:xfrm>
        <a:prstGeom prst="ellipse">
          <a:avLst/>
        </a:prstGeom>
        <a:solidFill>
          <a:schemeClr val="lt1">
            <a:hueOff val="0"/>
            <a:satOff val="0"/>
            <a:lumOff val="0"/>
            <a:alphaOff val="0"/>
          </a:schemeClr>
        </a:solidFill>
        <a:ln w="19050" cap="flat" cmpd="sng" algn="ctr">
          <a:solidFill>
            <a:schemeClr val="dk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532ABC2B-FCE2-4EEC-B32F-F34F5ECC1538}">
      <dsp:nvSpPr>
        <dsp:cNvPr id="0" name=""/>
        <dsp:cNvSpPr/>
      </dsp:nvSpPr>
      <dsp:spPr>
        <a:xfrm>
          <a:off x="1059520" y="2003822"/>
          <a:ext cx="7488346" cy="1001911"/>
        </a:xfrm>
        <a:prstGeom prst="rect">
          <a:avLst/>
        </a:prstGeom>
        <a:solidFill>
          <a:schemeClr val="lt1">
            <a:hueOff val="0"/>
            <a:satOff val="0"/>
            <a:lumOff val="0"/>
            <a:alphaOff val="0"/>
          </a:schemeClr>
        </a:solidFill>
        <a:ln w="1905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95267" tIns="50800" rIns="50800" bIns="50800" numCol="1" spcCol="1270" anchor="ctr" anchorCtr="0">
          <a:noAutofit/>
        </a:bodyPr>
        <a:lstStyle/>
        <a:p>
          <a:pPr marL="0" lvl="0" indent="0" algn="l" defTabSz="889000">
            <a:lnSpc>
              <a:spcPct val="90000"/>
            </a:lnSpc>
            <a:spcBef>
              <a:spcPct val="0"/>
            </a:spcBef>
            <a:spcAft>
              <a:spcPct val="35000"/>
            </a:spcAft>
            <a:buFont typeface="Arial" panose="020B0604020202020204" pitchFamily="34" charset="0"/>
            <a:buNone/>
          </a:pPr>
          <a:r>
            <a:rPr lang="en-US" sz="2000" b="0" i="0" kern="1200" dirty="0"/>
            <a:t>all Nodes can communicate with all Pods without NAT.</a:t>
          </a:r>
          <a:endParaRPr lang="en-US" sz="2000" kern="1200" dirty="0"/>
        </a:p>
      </dsp:txBody>
      <dsp:txXfrm>
        <a:off x="1059520" y="2003822"/>
        <a:ext cx="7488346" cy="1001911"/>
      </dsp:txXfrm>
    </dsp:sp>
    <dsp:sp modelId="{4B1873C9-205A-47BC-8195-C54ADFC71013}">
      <dsp:nvSpPr>
        <dsp:cNvPr id="0" name=""/>
        <dsp:cNvSpPr/>
      </dsp:nvSpPr>
      <dsp:spPr>
        <a:xfrm>
          <a:off x="433326" y="1878583"/>
          <a:ext cx="1252388" cy="1252388"/>
        </a:xfrm>
        <a:prstGeom prst="ellipse">
          <a:avLst/>
        </a:prstGeom>
        <a:solidFill>
          <a:schemeClr val="lt1">
            <a:hueOff val="0"/>
            <a:satOff val="0"/>
            <a:lumOff val="0"/>
            <a:alphaOff val="0"/>
          </a:schemeClr>
        </a:solidFill>
        <a:ln w="19050" cap="flat" cmpd="sng" algn="ctr">
          <a:solidFill>
            <a:schemeClr val="dk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6E1B9612-ECC1-435D-92B1-2891BCF9CD3C}">
      <dsp:nvSpPr>
        <dsp:cNvPr id="0" name=""/>
        <dsp:cNvSpPr/>
      </dsp:nvSpPr>
      <dsp:spPr>
        <a:xfrm>
          <a:off x="695326" y="3506688"/>
          <a:ext cx="7852540" cy="1001911"/>
        </a:xfrm>
        <a:prstGeom prst="rect">
          <a:avLst/>
        </a:prstGeom>
        <a:solidFill>
          <a:schemeClr val="lt1">
            <a:hueOff val="0"/>
            <a:satOff val="0"/>
            <a:lumOff val="0"/>
            <a:alphaOff val="0"/>
          </a:schemeClr>
        </a:solidFill>
        <a:ln w="1905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95267" tIns="50800" rIns="50800" bIns="50800" numCol="1" spcCol="1270" anchor="ctr" anchorCtr="0">
          <a:noAutofit/>
        </a:bodyPr>
        <a:lstStyle/>
        <a:p>
          <a:pPr marL="0" lvl="0" indent="0" algn="l" defTabSz="889000">
            <a:lnSpc>
              <a:spcPct val="90000"/>
            </a:lnSpc>
            <a:spcBef>
              <a:spcPct val="0"/>
            </a:spcBef>
            <a:spcAft>
              <a:spcPct val="35000"/>
            </a:spcAft>
            <a:buFont typeface="Arial" panose="020B0604020202020204" pitchFamily="34" charset="0"/>
            <a:buNone/>
          </a:pPr>
          <a:r>
            <a:rPr lang="en-US" sz="2000" b="0" i="0" kern="1200" dirty="0"/>
            <a:t>the IP that a Pod sees itself as, is the same IP that others see it as.</a:t>
          </a:r>
          <a:endParaRPr lang="en-US" sz="2000" kern="1200" dirty="0"/>
        </a:p>
      </dsp:txBody>
      <dsp:txXfrm>
        <a:off x="695326" y="3506688"/>
        <a:ext cx="7852540" cy="1001911"/>
      </dsp:txXfrm>
    </dsp:sp>
    <dsp:sp modelId="{6FC70A23-11BA-4EE0-B386-935FDB364BCC}">
      <dsp:nvSpPr>
        <dsp:cNvPr id="0" name=""/>
        <dsp:cNvSpPr/>
      </dsp:nvSpPr>
      <dsp:spPr>
        <a:xfrm>
          <a:off x="69131" y="3381449"/>
          <a:ext cx="1252388" cy="1252388"/>
        </a:xfrm>
        <a:prstGeom prst="ellipse">
          <a:avLst/>
        </a:prstGeom>
        <a:solidFill>
          <a:schemeClr val="lt1">
            <a:hueOff val="0"/>
            <a:satOff val="0"/>
            <a:lumOff val="0"/>
            <a:alphaOff val="0"/>
          </a:schemeClr>
        </a:solidFill>
        <a:ln w="19050" cap="flat" cmpd="sng" algn="ctr">
          <a:solidFill>
            <a:schemeClr val="dk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EFF6477-2CE1-4401-9BA2-75031BD825A1}">
      <dsp:nvSpPr>
        <dsp:cNvPr id="0" name=""/>
        <dsp:cNvSpPr/>
      </dsp:nvSpPr>
      <dsp:spPr>
        <a:xfrm>
          <a:off x="-5664119" y="-867043"/>
          <a:ext cx="6743641" cy="6743641"/>
        </a:xfrm>
        <a:prstGeom prst="blockArc">
          <a:avLst>
            <a:gd name="adj1" fmla="val 18900000"/>
            <a:gd name="adj2" fmla="val 2700000"/>
            <a:gd name="adj3" fmla="val 320"/>
          </a:avLst>
        </a:prstGeom>
        <a:noFill/>
        <a:ln w="19050" cap="flat" cmpd="sng" algn="ctr">
          <a:solidFill>
            <a:schemeClr val="dk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57A7BA3B-FAB1-406D-9769-0C612419D433}">
      <dsp:nvSpPr>
        <dsp:cNvPr id="0" name=""/>
        <dsp:cNvSpPr/>
      </dsp:nvSpPr>
      <dsp:spPr>
        <a:xfrm>
          <a:off x="471913" y="312996"/>
          <a:ext cx="8074965" cy="626394"/>
        </a:xfrm>
        <a:prstGeom prst="rect">
          <a:avLst/>
        </a:prstGeom>
        <a:solidFill>
          <a:schemeClr val="lt1">
            <a:hueOff val="0"/>
            <a:satOff val="0"/>
            <a:lumOff val="0"/>
            <a:alphaOff val="0"/>
          </a:schemeClr>
        </a:solidFill>
        <a:ln w="1905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7201" tIns="50800" rIns="50800" bIns="50800" numCol="1" spcCol="1270" anchor="ctr" anchorCtr="0">
          <a:noAutofit/>
        </a:bodyPr>
        <a:lstStyle/>
        <a:p>
          <a:pPr marL="0" lvl="0" indent="0" algn="l" defTabSz="889000">
            <a:lnSpc>
              <a:spcPct val="90000"/>
            </a:lnSpc>
            <a:spcBef>
              <a:spcPct val="0"/>
            </a:spcBef>
            <a:spcAft>
              <a:spcPct val="35000"/>
            </a:spcAft>
            <a:buFont typeface="Arial" panose="020B0604020202020204" pitchFamily="34" charset="0"/>
            <a:buNone/>
          </a:pPr>
          <a:r>
            <a:rPr lang="en-US" sz="2000" kern="1200" dirty="0"/>
            <a:t>Highly coupled container to container communication</a:t>
          </a:r>
        </a:p>
      </dsp:txBody>
      <dsp:txXfrm>
        <a:off x="471913" y="312996"/>
        <a:ext cx="8074965" cy="626394"/>
      </dsp:txXfrm>
    </dsp:sp>
    <dsp:sp modelId="{BE7839CB-8A5D-4837-98EF-6225A8102944}">
      <dsp:nvSpPr>
        <dsp:cNvPr id="0" name=""/>
        <dsp:cNvSpPr/>
      </dsp:nvSpPr>
      <dsp:spPr>
        <a:xfrm>
          <a:off x="80416" y="234697"/>
          <a:ext cx="782993" cy="782993"/>
        </a:xfrm>
        <a:prstGeom prst="ellipse">
          <a:avLst/>
        </a:prstGeom>
        <a:solidFill>
          <a:schemeClr val="lt1">
            <a:hueOff val="0"/>
            <a:satOff val="0"/>
            <a:lumOff val="0"/>
            <a:alphaOff val="0"/>
          </a:schemeClr>
        </a:solidFill>
        <a:ln w="19050" cap="flat" cmpd="sng" algn="ctr">
          <a:solidFill>
            <a:schemeClr val="dk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9E324B9A-F5F4-44D0-A78E-C022A943304E}">
      <dsp:nvSpPr>
        <dsp:cNvPr id="0" name=""/>
        <dsp:cNvSpPr/>
      </dsp:nvSpPr>
      <dsp:spPr>
        <a:xfrm>
          <a:off x="920769" y="1252288"/>
          <a:ext cx="7626109" cy="626394"/>
        </a:xfrm>
        <a:prstGeom prst="rect">
          <a:avLst/>
        </a:prstGeom>
        <a:solidFill>
          <a:schemeClr val="lt1">
            <a:hueOff val="0"/>
            <a:satOff val="0"/>
            <a:lumOff val="0"/>
            <a:alphaOff val="0"/>
          </a:schemeClr>
        </a:solidFill>
        <a:ln w="1905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7201" tIns="50800" rIns="50800" bIns="50800" numCol="1" spcCol="1270" anchor="ctr" anchorCtr="0">
          <a:noAutofit/>
        </a:bodyPr>
        <a:lstStyle/>
        <a:p>
          <a:pPr marL="0" lvl="0" indent="0" algn="l" defTabSz="889000">
            <a:lnSpc>
              <a:spcPct val="90000"/>
            </a:lnSpc>
            <a:spcBef>
              <a:spcPct val="0"/>
            </a:spcBef>
            <a:spcAft>
              <a:spcPct val="35000"/>
            </a:spcAft>
            <a:buNone/>
          </a:pPr>
          <a:r>
            <a:rPr lang="en-US" sz="2000" kern="1200" dirty="0"/>
            <a:t>Pod to pod communication</a:t>
          </a:r>
        </a:p>
      </dsp:txBody>
      <dsp:txXfrm>
        <a:off x="920769" y="1252288"/>
        <a:ext cx="7626109" cy="626394"/>
      </dsp:txXfrm>
    </dsp:sp>
    <dsp:sp modelId="{C53D1684-42E2-4992-9DB1-DF9ED26FA8C7}">
      <dsp:nvSpPr>
        <dsp:cNvPr id="0" name=""/>
        <dsp:cNvSpPr/>
      </dsp:nvSpPr>
      <dsp:spPr>
        <a:xfrm>
          <a:off x="529272" y="1173989"/>
          <a:ext cx="782993" cy="782993"/>
        </a:xfrm>
        <a:prstGeom prst="ellipse">
          <a:avLst/>
        </a:prstGeom>
        <a:solidFill>
          <a:schemeClr val="lt1">
            <a:hueOff val="0"/>
            <a:satOff val="0"/>
            <a:lumOff val="0"/>
            <a:alphaOff val="0"/>
          </a:schemeClr>
        </a:solidFill>
        <a:ln w="19050" cap="flat" cmpd="sng" algn="ctr">
          <a:solidFill>
            <a:schemeClr val="dk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2C233A66-994A-4333-B069-9EEEFAD0FD74}">
      <dsp:nvSpPr>
        <dsp:cNvPr id="0" name=""/>
        <dsp:cNvSpPr/>
      </dsp:nvSpPr>
      <dsp:spPr>
        <a:xfrm>
          <a:off x="1058532" y="2191580"/>
          <a:ext cx="7488346" cy="626394"/>
        </a:xfrm>
        <a:prstGeom prst="rect">
          <a:avLst/>
        </a:prstGeom>
        <a:solidFill>
          <a:schemeClr val="lt1">
            <a:hueOff val="0"/>
            <a:satOff val="0"/>
            <a:lumOff val="0"/>
            <a:alphaOff val="0"/>
          </a:schemeClr>
        </a:solidFill>
        <a:ln w="1905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7201" tIns="50800" rIns="50800" bIns="50800" numCol="1" spcCol="1270" anchor="ctr" anchorCtr="0">
          <a:noAutofit/>
        </a:bodyPr>
        <a:lstStyle/>
        <a:p>
          <a:pPr marL="0" lvl="0" indent="0" algn="l" defTabSz="889000">
            <a:lnSpc>
              <a:spcPct val="90000"/>
            </a:lnSpc>
            <a:spcBef>
              <a:spcPct val="0"/>
            </a:spcBef>
            <a:spcAft>
              <a:spcPct val="35000"/>
            </a:spcAft>
            <a:buNone/>
          </a:pPr>
          <a:r>
            <a:rPr lang="en-US" sz="2000" kern="1200" dirty="0"/>
            <a:t>Pod to service communication</a:t>
          </a:r>
        </a:p>
      </dsp:txBody>
      <dsp:txXfrm>
        <a:off x="1058532" y="2191580"/>
        <a:ext cx="7488346" cy="626394"/>
      </dsp:txXfrm>
    </dsp:sp>
    <dsp:sp modelId="{20D18A71-3AF1-4B93-8B2C-1BD1BEFC7792}">
      <dsp:nvSpPr>
        <dsp:cNvPr id="0" name=""/>
        <dsp:cNvSpPr/>
      </dsp:nvSpPr>
      <dsp:spPr>
        <a:xfrm>
          <a:off x="667035" y="2113280"/>
          <a:ext cx="782993" cy="782993"/>
        </a:xfrm>
        <a:prstGeom prst="ellipse">
          <a:avLst/>
        </a:prstGeom>
        <a:solidFill>
          <a:schemeClr val="lt1">
            <a:hueOff val="0"/>
            <a:satOff val="0"/>
            <a:lumOff val="0"/>
            <a:alphaOff val="0"/>
          </a:schemeClr>
        </a:solidFill>
        <a:ln w="19050" cap="flat" cmpd="sng" algn="ctr">
          <a:solidFill>
            <a:schemeClr val="dk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887CF57D-243C-4C98-BC97-ECE3C90DE274}">
      <dsp:nvSpPr>
        <dsp:cNvPr id="0" name=""/>
        <dsp:cNvSpPr/>
      </dsp:nvSpPr>
      <dsp:spPr>
        <a:xfrm>
          <a:off x="920769" y="3130871"/>
          <a:ext cx="7626109" cy="626394"/>
        </a:xfrm>
        <a:prstGeom prst="rect">
          <a:avLst/>
        </a:prstGeom>
        <a:solidFill>
          <a:schemeClr val="lt1">
            <a:hueOff val="0"/>
            <a:satOff val="0"/>
            <a:lumOff val="0"/>
            <a:alphaOff val="0"/>
          </a:schemeClr>
        </a:solidFill>
        <a:ln w="1905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7201" tIns="50800" rIns="50800" bIns="50800" numCol="1" spcCol="1270" anchor="ctr" anchorCtr="0">
          <a:noAutofit/>
        </a:bodyPr>
        <a:lstStyle/>
        <a:p>
          <a:pPr marL="0" lvl="0" indent="0" algn="l" defTabSz="889000">
            <a:lnSpc>
              <a:spcPct val="90000"/>
            </a:lnSpc>
            <a:spcBef>
              <a:spcPct val="0"/>
            </a:spcBef>
            <a:spcAft>
              <a:spcPct val="35000"/>
            </a:spcAft>
            <a:buNone/>
          </a:pPr>
          <a:r>
            <a:rPr lang="en-US" sz="2000" kern="1200" dirty="0"/>
            <a:t>Egress / ingress communication with the internet</a:t>
          </a:r>
        </a:p>
      </dsp:txBody>
      <dsp:txXfrm>
        <a:off x="920769" y="3130871"/>
        <a:ext cx="7626109" cy="626394"/>
      </dsp:txXfrm>
    </dsp:sp>
    <dsp:sp modelId="{BFFCF418-E259-4D92-A4D8-BEE0CDAA23BB}">
      <dsp:nvSpPr>
        <dsp:cNvPr id="0" name=""/>
        <dsp:cNvSpPr/>
      </dsp:nvSpPr>
      <dsp:spPr>
        <a:xfrm>
          <a:off x="529272" y="3052572"/>
          <a:ext cx="782993" cy="782993"/>
        </a:xfrm>
        <a:prstGeom prst="ellipse">
          <a:avLst/>
        </a:prstGeom>
        <a:solidFill>
          <a:schemeClr val="lt1">
            <a:hueOff val="0"/>
            <a:satOff val="0"/>
            <a:lumOff val="0"/>
            <a:alphaOff val="0"/>
          </a:schemeClr>
        </a:solidFill>
        <a:ln w="19050" cap="flat" cmpd="sng" algn="ctr">
          <a:solidFill>
            <a:schemeClr val="dk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72EFFA76-A850-40F9-8820-C18C2B0F2634}">
      <dsp:nvSpPr>
        <dsp:cNvPr id="0" name=""/>
        <dsp:cNvSpPr/>
      </dsp:nvSpPr>
      <dsp:spPr>
        <a:xfrm>
          <a:off x="471913" y="4070163"/>
          <a:ext cx="8074965" cy="626394"/>
        </a:xfrm>
        <a:prstGeom prst="rect">
          <a:avLst/>
        </a:prstGeom>
        <a:solidFill>
          <a:schemeClr val="lt1">
            <a:hueOff val="0"/>
            <a:satOff val="0"/>
            <a:lumOff val="0"/>
            <a:alphaOff val="0"/>
          </a:schemeClr>
        </a:solidFill>
        <a:ln w="1905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7201" tIns="50800" rIns="50800" bIns="50800" numCol="1" spcCol="1270" anchor="ctr" anchorCtr="0">
          <a:noAutofit/>
        </a:bodyPr>
        <a:lstStyle/>
        <a:p>
          <a:pPr marL="0" lvl="0" indent="0" algn="l" defTabSz="889000">
            <a:lnSpc>
              <a:spcPct val="90000"/>
            </a:lnSpc>
            <a:spcBef>
              <a:spcPct val="0"/>
            </a:spcBef>
            <a:spcAft>
              <a:spcPct val="35000"/>
            </a:spcAft>
            <a:buNone/>
          </a:pPr>
          <a:r>
            <a:rPr lang="en-US" sz="2000" kern="1200" dirty="0"/>
            <a:t>Cluster internal DNS resolution</a:t>
          </a:r>
        </a:p>
      </dsp:txBody>
      <dsp:txXfrm>
        <a:off x="471913" y="4070163"/>
        <a:ext cx="8074965" cy="626394"/>
      </dsp:txXfrm>
    </dsp:sp>
    <dsp:sp modelId="{85DC2809-1BAB-4799-927F-40A38DCCE3C8}">
      <dsp:nvSpPr>
        <dsp:cNvPr id="0" name=""/>
        <dsp:cNvSpPr/>
      </dsp:nvSpPr>
      <dsp:spPr>
        <a:xfrm>
          <a:off x="80416" y="3991863"/>
          <a:ext cx="782993" cy="782993"/>
        </a:xfrm>
        <a:prstGeom prst="ellipse">
          <a:avLst/>
        </a:prstGeom>
        <a:solidFill>
          <a:schemeClr val="lt1">
            <a:hueOff val="0"/>
            <a:satOff val="0"/>
            <a:lumOff val="0"/>
            <a:alphaOff val="0"/>
          </a:schemeClr>
        </a:solidFill>
        <a:ln w="19050" cap="flat" cmpd="sng" algn="ctr">
          <a:solidFill>
            <a:schemeClr val="dk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2.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 name="Slide Number Placeholder 4"/>
          <p:cNvSpPr>
            <a:spLocks noGrp="1"/>
          </p:cNvSpPr>
          <p:nvPr>
            <p:ph type="sldNum" sz="quarter" idx="3"/>
          </p:nvPr>
        </p:nvSpPr>
        <p:spPr>
          <a:xfrm>
            <a:off x="1943100" y="8685213"/>
            <a:ext cx="2971800" cy="457200"/>
          </a:xfrm>
          <a:prstGeom prst="rect">
            <a:avLst/>
          </a:prstGeom>
        </p:spPr>
        <p:txBody>
          <a:bodyPr vert="horz" lIns="91440" tIns="45720" rIns="91440" bIns="45720" rtlCol="0" anchor="b"/>
          <a:lstStyle>
            <a:lvl1pPr algn="r">
              <a:defRPr sz="1200"/>
            </a:lvl1pPr>
          </a:lstStyle>
          <a:p>
            <a:pPr algn="ctr"/>
            <a:fld id="{47855BD9-AF71-426C-9B9B-B0E52B88852E}" type="slidenum">
              <a:rPr lang="de-DE" sz="1000" smtClean="0"/>
              <a:pPr algn="ctr"/>
              <a:t>‹#›</a:t>
            </a:fld>
            <a:endParaRPr lang="de-DE" sz="1000" dirty="0"/>
          </a:p>
        </p:txBody>
      </p:sp>
    </p:spTree>
    <p:extLst>
      <p:ext uri="{BB962C8B-B14F-4D97-AF65-F5344CB8AC3E}">
        <p14:creationId xmlns:p14="http://schemas.microsoft.com/office/powerpoint/2010/main" val="235993245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547688" y="612775"/>
            <a:ext cx="5762625" cy="3241675"/>
          </a:xfrm>
          <a:prstGeom prst="rect">
            <a:avLst/>
          </a:prstGeom>
          <a:noFill/>
          <a:ln w="12700">
            <a:solidFill>
              <a:prstClr val="black"/>
            </a:solidFill>
          </a:ln>
        </p:spPr>
        <p:txBody>
          <a:bodyPr vert="horz" lIns="91440" tIns="45720" rIns="91440" bIns="45720" rtlCol="0" anchor="ctr"/>
          <a:lstStyle/>
          <a:p>
            <a:endParaRPr lang="de-DE" dirty="0"/>
          </a:p>
        </p:txBody>
      </p:sp>
      <p:sp>
        <p:nvSpPr>
          <p:cNvPr id="5" name="Notes Placeholder 4"/>
          <p:cNvSpPr>
            <a:spLocks noGrp="1"/>
          </p:cNvSpPr>
          <p:nvPr>
            <p:ph type="body" sz="quarter" idx="3"/>
          </p:nvPr>
        </p:nvSpPr>
        <p:spPr>
          <a:xfrm>
            <a:off x="549000" y="4120162"/>
            <a:ext cx="5760000" cy="4563560"/>
          </a:xfrm>
          <a:prstGeom prst="rect">
            <a:avLst/>
          </a:prstGeom>
        </p:spPr>
        <p:txBody>
          <a:bodyPr vert="horz" lIns="0" tIns="0" rIns="0" bIns="0" rtlCol="0">
            <a:normAutofit/>
          </a:bodyPr>
          <a:lstStyle/>
          <a:p>
            <a:pPr lvl="0"/>
            <a:r>
              <a:rPr lang="en-US" dirty="0"/>
              <a:t>Click to edit Master text styles</a:t>
            </a:r>
          </a:p>
          <a:p>
            <a:pPr lvl="1"/>
            <a:r>
              <a:rPr lang="en-US" dirty="0"/>
              <a:t>Second level</a:t>
            </a:r>
          </a:p>
          <a:p>
            <a:pPr lvl="2"/>
            <a:r>
              <a:rPr lang="en-US" dirty="0"/>
              <a:t>Third level</a:t>
            </a:r>
          </a:p>
        </p:txBody>
      </p:sp>
      <p:sp>
        <p:nvSpPr>
          <p:cNvPr id="7" name="Slide Number Placeholder 6"/>
          <p:cNvSpPr>
            <a:spLocks noGrp="1"/>
          </p:cNvSpPr>
          <p:nvPr>
            <p:ph type="sldNum" sz="quarter" idx="5"/>
          </p:nvPr>
        </p:nvSpPr>
        <p:spPr>
          <a:xfrm>
            <a:off x="2957512" y="8935722"/>
            <a:ext cx="942976" cy="205358"/>
          </a:xfrm>
          <a:prstGeom prst="rect">
            <a:avLst/>
          </a:prstGeom>
        </p:spPr>
        <p:txBody>
          <a:bodyPr vert="horz" lIns="91440" tIns="45720" rIns="91440" bIns="45720" rtlCol="0" anchor="b"/>
          <a:lstStyle>
            <a:lvl1pPr algn="ctr">
              <a:defRPr sz="800"/>
            </a:lvl1pPr>
          </a:lstStyle>
          <a:p>
            <a:fld id="{7D8C2C35-2B8A-446E-BEC0-FD36716C29AC}" type="slidenum">
              <a:rPr lang="de-DE" smtClean="0"/>
              <a:pPr/>
              <a:t>‹#›</a:t>
            </a:fld>
            <a:endParaRPr lang="de-DE" dirty="0"/>
          </a:p>
        </p:txBody>
      </p:sp>
    </p:spTree>
    <p:extLst>
      <p:ext uri="{BB962C8B-B14F-4D97-AF65-F5344CB8AC3E}">
        <p14:creationId xmlns:p14="http://schemas.microsoft.com/office/powerpoint/2010/main" val="2847385487"/>
      </p:ext>
    </p:extLst>
  </p:cSld>
  <p:clrMap bg1="lt1" tx1="dk1" bg2="lt2" tx2="dk2" accent1="accent1" accent2="accent2" accent3="accent3" accent4="accent4" accent5="accent5" accent6="accent6" hlink="hlink" folHlink="folHlink"/>
  <p:notesStyle>
    <a:lvl1pPr marL="0" algn="l" defTabSz="1088776" rtl="0" eaLnBrk="1" latinLnBrk="0" hangingPunct="1">
      <a:defRPr sz="1400" kern="1200">
        <a:solidFill>
          <a:schemeClr val="tx1"/>
        </a:solidFill>
        <a:latin typeface="+mn-lt"/>
        <a:ea typeface="+mn-ea"/>
        <a:cs typeface="+mn-cs"/>
      </a:defRPr>
    </a:lvl1pPr>
    <a:lvl2pPr marL="180000" indent="-180000" algn="l" defTabSz="1088776" rtl="0" eaLnBrk="1" latinLnBrk="0" hangingPunct="1">
      <a:buClr>
        <a:schemeClr val="accent1"/>
      </a:buClr>
      <a:buSzPct val="100000"/>
      <a:buFont typeface="Wingdings" pitchFamily="2" charset="2"/>
      <a:buChar char=""/>
      <a:defRPr sz="1400" kern="1200">
        <a:solidFill>
          <a:schemeClr val="tx1"/>
        </a:solidFill>
        <a:latin typeface="+mn-lt"/>
        <a:ea typeface="+mn-ea"/>
        <a:cs typeface="+mn-cs"/>
      </a:defRPr>
    </a:lvl2pPr>
    <a:lvl3pPr marL="360000" indent="-180000" algn="l" defTabSz="1088776" rtl="0" eaLnBrk="1" latinLnBrk="0" hangingPunct="1">
      <a:buClr>
        <a:schemeClr val="accent2"/>
      </a:buClr>
      <a:buSzPct val="80000"/>
      <a:buFont typeface="Symbol" pitchFamily="18" charset="2"/>
      <a:buChar char="-"/>
      <a:defRPr sz="1200" kern="1200">
        <a:solidFill>
          <a:schemeClr val="tx1"/>
        </a:solidFill>
        <a:latin typeface="+mn-lt"/>
        <a:ea typeface="+mn-ea"/>
        <a:cs typeface="+mn-cs"/>
      </a:defRPr>
    </a:lvl3pPr>
    <a:lvl4pPr marL="674815" indent="-158780" algn="l" defTabSz="1088776" rtl="0" eaLnBrk="1" latinLnBrk="0" hangingPunct="1">
      <a:buClr>
        <a:schemeClr val="accent2"/>
      </a:buClr>
      <a:buFont typeface="Arial" pitchFamily="34" charset="0"/>
      <a:buChar char="–"/>
      <a:defRPr sz="1200" kern="1200">
        <a:solidFill>
          <a:schemeClr val="tx1"/>
        </a:solidFill>
        <a:latin typeface="+mn-lt"/>
        <a:ea typeface="+mn-ea"/>
        <a:cs typeface="+mn-cs"/>
      </a:defRPr>
    </a:lvl4pPr>
    <a:lvl5pPr marL="2177552" algn="l" defTabSz="1088776" rtl="0" eaLnBrk="1" latinLnBrk="0" hangingPunct="1">
      <a:defRPr sz="1400" kern="1200">
        <a:solidFill>
          <a:schemeClr val="tx1"/>
        </a:solidFill>
        <a:latin typeface="+mn-lt"/>
        <a:ea typeface="+mn-ea"/>
        <a:cs typeface="+mn-cs"/>
      </a:defRPr>
    </a:lvl5pPr>
    <a:lvl6pPr marL="2721940" algn="l" defTabSz="1088776" rtl="0" eaLnBrk="1" latinLnBrk="0" hangingPunct="1">
      <a:defRPr sz="1400" kern="1200">
        <a:solidFill>
          <a:schemeClr val="tx1"/>
        </a:solidFill>
        <a:latin typeface="+mn-lt"/>
        <a:ea typeface="+mn-ea"/>
        <a:cs typeface="+mn-cs"/>
      </a:defRPr>
    </a:lvl6pPr>
    <a:lvl7pPr marL="3266328" algn="l" defTabSz="1088776" rtl="0" eaLnBrk="1" latinLnBrk="0" hangingPunct="1">
      <a:defRPr sz="1400" kern="1200">
        <a:solidFill>
          <a:schemeClr val="tx1"/>
        </a:solidFill>
        <a:latin typeface="+mn-lt"/>
        <a:ea typeface="+mn-ea"/>
        <a:cs typeface="+mn-cs"/>
      </a:defRPr>
    </a:lvl7pPr>
    <a:lvl8pPr marL="3810716" algn="l" defTabSz="1088776" rtl="0" eaLnBrk="1" latinLnBrk="0" hangingPunct="1">
      <a:defRPr sz="1400" kern="1200">
        <a:solidFill>
          <a:schemeClr val="tx1"/>
        </a:solidFill>
        <a:latin typeface="+mn-lt"/>
        <a:ea typeface="+mn-ea"/>
        <a:cs typeface="+mn-cs"/>
      </a:defRPr>
    </a:lvl8pPr>
    <a:lvl9pPr marL="4355104" algn="l" defTabSz="1088776" rtl="0" eaLnBrk="1" latinLnBrk="0" hangingPunct="1">
      <a:defRPr sz="14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D8C2C35-2B8A-446E-BEC0-FD36716C29AC}" type="slidenum">
              <a:rPr lang="de-DE" smtClean="0"/>
              <a:pPr/>
              <a:t>2</a:t>
            </a:fld>
            <a:endParaRPr lang="de-DE" dirty="0"/>
          </a:p>
        </p:txBody>
      </p:sp>
    </p:spTree>
    <p:extLst>
      <p:ext uri="{BB962C8B-B14F-4D97-AF65-F5344CB8AC3E}">
        <p14:creationId xmlns:p14="http://schemas.microsoft.com/office/powerpoint/2010/main" val="169118405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Based on the objectives, we can derive a few scenarios which the k8s network stack should be able to run.</a:t>
            </a:r>
          </a:p>
          <a:p>
            <a:endParaRPr lang="en-US" dirty="0"/>
          </a:p>
          <a:p>
            <a:pPr marL="342900" indent="-342900">
              <a:buAutoNum type="arabicParenR"/>
            </a:pPr>
            <a:r>
              <a:rPr lang="en-US" dirty="0"/>
              <a:t>The container to container communication is achieved by having all docker container joining the same </a:t>
            </a:r>
            <a:r>
              <a:rPr lang="en-US" dirty="0" err="1"/>
              <a:t>linux</a:t>
            </a:r>
            <a:r>
              <a:rPr lang="en-US" dirty="0"/>
              <a:t> namespace for networking. This way they can use the localhost interface to communicate.</a:t>
            </a:r>
          </a:p>
          <a:p>
            <a:pPr marL="342900" indent="-342900">
              <a:buAutoNum type="arabicParenR"/>
            </a:pPr>
            <a:r>
              <a:rPr lang="en-US" dirty="0"/>
              <a:t>Pod to pod communication is also achieved with docker means &amp; the overlay network</a:t>
            </a:r>
          </a:p>
          <a:p>
            <a:pPr marL="342900" indent="-342900">
              <a:buAutoNum type="arabicParenR"/>
            </a:pPr>
            <a:r>
              <a:rPr lang="en-US" dirty="0"/>
              <a:t>For services the cluster is heavily using </a:t>
            </a:r>
            <a:r>
              <a:rPr lang="en-US" dirty="0" err="1"/>
              <a:t>ip_tables</a:t>
            </a:r>
            <a:r>
              <a:rPr lang="en-US" dirty="0"/>
              <a:t> to manage </a:t>
            </a:r>
            <a:r>
              <a:rPr lang="en-US" dirty="0" err="1"/>
              <a:t>netfilter</a:t>
            </a:r>
            <a:r>
              <a:rPr lang="en-US" dirty="0"/>
              <a:t> and re-write IP addresses. In future IPVS might substitute </a:t>
            </a:r>
            <a:r>
              <a:rPr lang="en-US" dirty="0" err="1"/>
              <a:t>ip_tables</a:t>
            </a:r>
            <a:r>
              <a:rPr lang="en-US" dirty="0"/>
              <a:t>. The </a:t>
            </a:r>
            <a:r>
              <a:rPr lang="en-US" dirty="0" err="1"/>
              <a:t>kube</a:t>
            </a:r>
            <a:r>
              <a:rPr lang="en-US" dirty="0"/>
              <a:t>-proxy component is helping to maintain all of these.</a:t>
            </a:r>
          </a:p>
          <a:p>
            <a:pPr marL="342900" indent="-342900">
              <a:buAutoNum type="arabicParenR"/>
            </a:pPr>
            <a:r>
              <a:rPr lang="en-US" dirty="0"/>
              <a:t>Traffic to and from the internet is usually exposed via </a:t>
            </a:r>
            <a:r>
              <a:rPr lang="en-US" dirty="0" err="1"/>
              <a:t>ip_tables</a:t>
            </a:r>
            <a:r>
              <a:rPr lang="en-US" dirty="0"/>
              <a:t> and or network address translation.</a:t>
            </a:r>
          </a:p>
          <a:p>
            <a:pPr marL="342900" indent="-342900">
              <a:buAutoNum type="arabicParenR"/>
            </a:pPr>
            <a:r>
              <a:rPr lang="en-US" dirty="0"/>
              <a:t>It is also reasonable to have a cluster internal DNS resolution. There is a DNS service deployed to our training cluster.</a:t>
            </a:r>
          </a:p>
        </p:txBody>
      </p:sp>
      <p:sp>
        <p:nvSpPr>
          <p:cNvPr id="4" name="Slide Number Placeholder 3"/>
          <p:cNvSpPr>
            <a:spLocks noGrp="1"/>
          </p:cNvSpPr>
          <p:nvPr>
            <p:ph type="sldNum" sz="quarter" idx="10"/>
          </p:nvPr>
        </p:nvSpPr>
        <p:spPr/>
        <p:txBody>
          <a:bodyPr/>
          <a:lstStyle/>
          <a:p>
            <a:fld id="{7D8C2C35-2B8A-446E-BEC0-FD36716C29AC}" type="slidenum">
              <a:rPr lang="de-DE" smtClean="0"/>
              <a:pPr/>
              <a:t>3</a:t>
            </a:fld>
            <a:endParaRPr lang="de-DE" dirty="0"/>
          </a:p>
        </p:txBody>
      </p:sp>
    </p:spTree>
    <p:extLst>
      <p:ext uri="{BB962C8B-B14F-4D97-AF65-F5344CB8AC3E}">
        <p14:creationId xmlns:p14="http://schemas.microsoft.com/office/powerpoint/2010/main" val="301326355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Docker, as used in this course, is ok to use on one host. If more hosts are involved it is getting more and more complex. To mask/cover this, there is a software-defined network (referred to as “overlay network”) added to Kubernetes. It assigns an IP to every pod and manages the routing tables in the back.</a:t>
            </a:r>
          </a:p>
          <a:p>
            <a:r>
              <a:rPr lang="en-US" dirty="0"/>
              <a:t>So regardless on which node a pod runs, it will be reachable via its unique internal IP.</a:t>
            </a:r>
          </a:p>
          <a:p>
            <a:endParaRPr lang="en-US" dirty="0"/>
          </a:p>
          <a:p>
            <a:r>
              <a:rPr lang="en-US" dirty="0"/>
              <a:t>To enable external exposure a so called “service” resource is needed. Also services can serve as static endpoints internally to bundle several pods of the same kind (like in a load balancing scenario).</a:t>
            </a:r>
          </a:p>
        </p:txBody>
      </p:sp>
      <p:sp>
        <p:nvSpPr>
          <p:cNvPr id="4" name="Slide Number Placeholder 3"/>
          <p:cNvSpPr>
            <a:spLocks noGrp="1"/>
          </p:cNvSpPr>
          <p:nvPr>
            <p:ph type="sldNum" sz="quarter" idx="10"/>
          </p:nvPr>
        </p:nvSpPr>
        <p:spPr/>
        <p:txBody>
          <a:bodyPr/>
          <a:lstStyle/>
          <a:p>
            <a:fld id="{7D8C2C35-2B8A-446E-BEC0-FD36716C29AC}" type="slidenum">
              <a:rPr lang="de-DE" smtClean="0"/>
              <a:pPr/>
              <a:t>4</a:t>
            </a:fld>
            <a:endParaRPr lang="de-DE" dirty="0"/>
          </a:p>
        </p:txBody>
      </p:sp>
    </p:spTree>
    <p:extLst>
      <p:ext uri="{BB962C8B-B14F-4D97-AF65-F5344CB8AC3E}">
        <p14:creationId xmlns:p14="http://schemas.microsoft.com/office/powerpoint/2010/main" val="415544890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Motivation: </a:t>
            </a:r>
          </a:p>
          <a:p>
            <a:pPr marL="342900" indent="-342900">
              <a:buFont typeface="Wingdings" panose="05000000000000000000" pitchFamily="2" charset="2"/>
              <a:buChar char="§"/>
            </a:pPr>
            <a:r>
              <a:rPr lang="en-US" dirty="0"/>
              <a:t>Pods are mortal </a:t>
            </a:r>
            <a:r>
              <a:rPr lang="en-US" dirty="0">
                <a:sym typeface="Wingdings" panose="05000000000000000000" pitchFamily="2" charset="2"/>
              </a:rPr>
              <a:t> no suitable endpoints for communication</a:t>
            </a:r>
          </a:p>
          <a:p>
            <a:pPr marL="342900" indent="-342900">
              <a:buFont typeface="Wingdings" panose="05000000000000000000" pitchFamily="2" charset="2"/>
              <a:buChar char="§"/>
            </a:pPr>
            <a:r>
              <a:rPr lang="en-US" dirty="0"/>
              <a:t>IP address of a pod might change </a:t>
            </a:r>
            <a:r>
              <a:rPr lang="en-US" dirty="0">
                <a:sym typeface="Wingdings" panose="05000000000000000000" pitchFamily="2" charset="2"/>
              </a:rPr>
              <a:t> efforts to maintain routing tables increases</a:t>
            </a:r>
            <a:endParaRPr lang="en-US" dirty="0"/>
          </a:p>
          <a:p>
            <a:pPr marL="342900" indent="-342900">
              <a:buFont typeface="Wingdings" panose="05000000000000000000" pitchFamily="2" charset="2"/>
              <a:buChar char="§"/>
            </a:pPr>
            <a:r>
              <a:rPr lang="en-US" dirty="0"/>
              <a:t>Need for reliable &amp; stable endpoint</a:t>
            </a:r>
          </a:p>
        </p:txBody>
      </p:sp>
      <p:sp>
        <p:nvSpPr>
          <p:cNvPr id="4" name="Slide Number Placeholder 3"/>
          <p:cNvSpPr>
            <a:spLocks noGrp="1"/>
          </p:cNvSpPr>
          <p:nvPr>
            <p:ph type="sldNum" sz="quarter" idx="10"/>
          </p:nvPr>
        </p:nvSpPr>
        <p:spPr/>
        <p:txBody>
          <a:bodyPr/>
          <a:lstStyle/>
          <a:p>
            <a:fld id="{7D8C2C35-2B8A-446E-BEC0-FD36716C29AC}" type="slidenum">
              <a:rPr lang="de-DE" smtClean="0"/>
              <a:pPr/>
              <a:t>5</a:t>
            </a:fld>
            <a:endParaRPr lang="de-DE" dirty="0"/>
          </a:p>
        </p:txBody>
      </p:sp>
    </p:spTree>
    <p:extLst>
      <p:ext uri="{BB962C8B-B14F-4D97-AF65-F5344CB8AC3E}">
        <p14:creationId xmlns:p14="http://schemas.microsoft.com/office/powerpoint/2010/main" val="210791142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2900" indent="-342900">
              <a:buFont typeface="Wingdings" panose="05000000000000000000" pitchFamily="2" charset="2"/>
              <a:buChar char="§"/>
            </a:pPr>
            <a:r>
              <a:rPr lang="en-US" dirty="0">
                <a:sym typeface="Wingdings" panose="05000000000000000000" pitchFamily="2" charset="2"/>
              </a:rPr>
              <a:t>Services are a logical abstraction of a set of pods serving the purpose (like 3 pods with a webserver). </a:t>
            </a:r>
          </a:p>
          <a:p>
            <a:pPr marL="342900" indent="-342900">
              <a:buFont typeface="Wingdings" panose="05000000000000000000" pitchFamily="2" charset="2"/>
              <a:buChar char="§"/>
            </a:pPr>
            <a:r>
              <a:rPr lang="en-US" dirty="0">
                <a:sym typeface="Wingdings" panose="05000000000000000000" pitchFamily="2" charset="2"/>
              </a:rPr>
              <a:t>Services provide cluster-internal as well as external connectivity </a:t>
            </a:r>
          </a:p>
          <a:p>
            <a:pPr marL="342900" indent="-342900">
              <a:buFont typeface="Wingdings" panose="05000000000000000000" pitchFamily="2" charset="2"/>
              <a:buChar char="§"/>
            </a:pPr>
            <a:r>
              <a:rPr lang="en-US" dirty="0">
                <a:sym typeface="Wingdings" panose="05000000000000000000" pitchFamily="2" charset="2"/>
              </a:rPr>
              <a:t>Cluster internally, DNS entries are created for services and named ports</a:t>
            </a:r>
          </a:p>
        </p:txBody>
      </p:sp>
      <p:sp>
        <p:nvSpPr>
          <p:cNvPr id="4" name="Slide Number Placeholder 3"/>
          <p:cNvSpPr>
            <a:spLocks noGrp="1"/>
          </p:cNvSpPr>
          <p:nvPr>
            <p:ph type="sldNum" sz="quarter" idx="10"/>
          </p:nvPr>
        </p:nvSpPr>
        <p:spPr/>
        <p:txBody>
          <a:bodyPr/>
          <a:lstStyle/>
          <a:p>
            <a:fld id="{7D8C2C35-2B8A-446E-BEC0-FD36716C29AC}" type="slidenum">
              <a:rPr lang="de-DE" smtClean="0"/>
              <a:pPr/>
              <a:t>6</a:t>
            </a:fld>
            <a:endParaRPr lang="de-DE" dirty="0"/>
          </a:p>
        </p:txBody>
      </p:sp>
    </p:spTree>
    <p:extLst>
      <p:ext uri="{BB962C8B-B14F-4D97-AF65-F5344CB8AC3E}">
        <p14:creationId xmlns:p14="http://schemas.microsoft.com/office/powerpoint/2010/main" val="341430859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Similar to how deployments work, also the service determines its managed pods by labels and corresponding selectors.</a:t>
            </a:r>
          </a:p>
          <a:p>
            <a:r>
              <a:rPr lang="en-US" dirty="0"/>
              <a:t>A service always maps its own port to a target port on the actual pods. So when your pods exposes port 80 (target port), your service can expose a different port (8080). The service would receive traffic on 8080 and route it to 80 on any pod that fits its selector.</a:t>
            </a:r>
          </a:p>
          <a:p>
            <a:r>
              <a:rPr lang="en-US" dirty="0"/>
              <a:t>Another feature is the “named” port. You can assign a name to a port and use this in your implementations. If the port changes later, there is no update needed elsewhere as you are referencing it by its name.</a:t>
            </a:r>
          </a:p>
        </p:txBody>
      </p:sp>
      <p:sp>
        <p:nvSpPr>
          <p:cNvPr id="4" name="Slide Number Placeholder 3"/>
          <p:cNvSpPr>
            <a:spLocks noGrp="1"/>
          </p:cNvSpPr>
          <p:nvPr>
            <p:ph type="sldNum" sz="quarter" idx="10"/>
          </p:nvPr>
        </p:nvSpPr>
        <p:spPr/>
        <p:txBody>
          <a:bodyPr/>
          <a:lstStyle/>
          <a:p>
            <a:fld id="{7D8C2C35-2B8A-446E-BEC0-FD36716C29AC}" type="slidenum">
              <a:rPr lang="de-DE" smtClean="0"/>
              <a:pPr/>
              <a:t>7</a:t>
            </a:fld>
            <a:endParaRPr lang="de-DE" dirty="0"/>
          </a:p>
        </p:txBody>
      </p:sp>
    </p:spTree>
    <p:extLst>
      <p:ext uri="{BB962C8B-B14F-4D97-AF65-F5344CB8AC3E}">
        <p14:creationId xmlns:p14="http://schemas.microsoft.com/office/powerpoint/2010/main" val="144529696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Usually a port is referenced by its value – the port number. However the port can be considered an interface and interfaces might change over time.</a:t>
            </a:r>
          </a:p>
          <a:p>
            <a:r>
              <a:rPr lang="en-US" dirty="0"/>
              <a:t>K8s offers to give a (DNS compatible) name to any port on container &amp; service level. The DNS name is available cluster internally only, as the cluster DNS usually does not connect with an external DNS server.</a:t>
            </a:r>
          </a:p>
          <a:p>
            <a:r>
              <a:rPr lang="en-US" dirty="0"/>
              <a:t>Once you name ports, you can reference them by name and the value might change over time without impacting the application. </a:t>
            </a:r>
          </a:p>
        </p:txBody>
      </p:sp>
      <p:sp>
        <p:nvSpPr>
          <p:cNvPr id="4" name="Slide Number Placeholder 3"/>
          <p:cNvSpPr>
            <a:spLocks noGrp="1"/>
          </p:cNvSpPr>
          <p:nvPr>
            <p:ph type="sldNum" sz="quarter" idx="10"/>
          </p:nvPr>
        </p:nvSpPr>
        <p:spPr/>
        <p:txBody>
          <a:bodyPr/>
          <a:lstStyle/>
          <a:p>
            <a:fld id="{7D8C2C35-2B8A-446E-BEC0-FD36716C29AC}" type="slidenum">
              <a:rPr lang="de-DE" smtClean="0"/>
              <a:pPr/>
              <a:t>8</a:t>
            </a:fld>
            <a:endParaRPr lang="de-DE" dirty="0"/>
          </a:p>
        </p:txBody>
      </p:sp>
    </p:spTree>
    <p:extLst>
      <p:ext uri="{BB962C8B-B14F-4D97-AF65-F5344CB8AC3E}">
        <p14:creationId xmlns:p14="http://schemas.microsoft.com/office/powerpoint/2010/main" val="80920643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D8C2C35-2B8A-446E-BEC0-FD36716C29AC}" type="slidenum">
              <a:rPr lang="de-DE" smtClean="0"/>
              <a:pPr/>
              <a:t>10</a:t>
            </a:fld>
            <a:endParaRPr lang="de-DE" dirty="0"/>
          </a:p>
        </p:txBody>
      </p:sp>
    </p:spTree>
    <p:extLst>
      <p:ext uri="{BB962C8B-B14F-4D97-AF65-F5344CB8AC3E}">
        <p14:creationId xmlns:p14="http://schemas.microsoft.com/office/powerpoint/2010/main" val="421819592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85750" marR="0" lvl="0" indent="-285750" algn="l" defTabSz="1088776" rtl="0" eaLnBrk="1" fontAlgn="auto" latinLnBrk="0" hangingPunct="1">
              <a:lnSpc>
                <a:spcPct val="100000"/>
              </a:lnSpc>
              <a:spcBef>
                <a:spcPts val="0"/>
              </a:spcBef>
              <a:spcAft>
                <a:spcPts val="0"/>
              </a:spcAft>
              <a:buClrTx/>
              <a:buSzTx/>
              <a:buFontTx/>
              <a:buChar char="-"/>
              <a:tabLst/>
              <a:defRPr/>
            </a:pPr>
            <a:r>
              <a:rPr lang="en-US" baseline="0" dirty="0"/>
              <a:t>If not yet present, create a deployment of an </a:t>
            </a:r>
            <a:r>
              <a:rPr lang="en-US" baseline="0" dirty="0" err="1"/>
              <a:t>nginx</a:t>
            </a:r>
            <a:r>
              <a:rPr lang="en-US" baseline="0" dirty="0"/>
              <a:t> webserver first (</a:t>
            </a:r>
            <a:r>
              <a:rPr lang="en-US" baseline="0" dirty="0" err="1"/>
              <a:t>kubectl</a:t>
            </a:r>
            <a:r>
              <a:rPr lang="en-US" baseline="0" dirty="0"/>
              <a:t> run </a:t>
            </a:r>
            <a:r>
              <a:rPr lang="en-US" baseline="0" dirty="0" err="1"/>
              <a:t>nginx</a:t>
            </a:r>
            <a:r>
              <a:rPr lang="en-US" baseline="0" dirty="0"/>
              <a:t>-demo --image=</a:t>
            </a:r>
            <a:r>
              <a:rPr lang="en-US" baseline="0" dirty="0" err="1"/>
              <a:t>nginx:mainline</a:t>
            </a:r>
            <a:r>
              <a:rPr lang="en-US" baseline="0" dirty="0"/>
              <a:t>)</a:t>
            </a:r>
          </a:p>
          <a:p>
            <a:pPr marL="285750" marR="0" lvl="0" indent="-285750" algn="l" defTabSz="1088776" rtl="0" eaLnBrk="1" fontAlgn="auto" latinLnBrk="0" hangingPunct="1">
              <a:lnSpc>
                <a:spcPct val="100000"/>
              </a:lnSpc>
              <a:spcBef>
                <a:spcPts val="0"/>
              </a:spcBef>
              <a:spcAft>
                <a:spcPts val="0"/>
              </a:spcAft>
              <a:buClrTx/>
              <a:buSzTx/>
              <a:buFontTx/>
              <a:buChar char="-"/>
              <a:tabLst/>
              <a:defRPr/>
            </a:pPr>
            <a:r>
              <a:rPr lang="en-US" baseline="0" dirty="0"/>
              <a:t>Create a service</a:t>
            </a:r>
          </a:p>
          <a:p>
            <a:pPr marL="465750" marR="0" lvl="1" indent="-285750" algn="l" defTabSz="1088776" rtl="0" eaLnBrk="1" fontAlgn="auto" latinLnBrk="0" hangingPunct="1">
              <a:lnSpc>
                <a:spcPct val="100000"/>
              </a:lnSpc>
              <a:spcBef>
                <a:spcPts val="0"/>
              </a:spcBef>
              <a:spcAft>
                <a:spcPts val="0"/>
              </a:spcAft>
              <a:buClrTx/>
              <a:buSzTx/>
              <a:buFontTx/>
              <a:buChar char="-"/>
              <a:tabLst/>
              <a:defRPr/>
            </a:pPr>
            <a:r>
              <a:rPr lang="en-US" baseline="0" dirty="0"/>
              <a:t>Use “expose” to create a service for your deployment (</a:t>
            </a:r>
            <a:r>
              <a:rPr lang="en-US" baseline="0" dirty="0" err="1"/>
              <a:t>kubectl</a:t>
            </a:r>
            <a:r>
              <a:rPr lang="en-US" baseline="0" dirty="0"/>
              <a:t> expose deployment &lt;name&gt; --port=80 --target-port=80 –type=</a:t>
            </a:r>
            <a:r>
              <a:rPr lang="en-US" baseline="0" dirty="0" err="1"/>
              <a:t>ClusterIP</a:t>
            </a:r>
            <a:r>
              <a:rPr lang="en-US" baseline="0" dirty="0"/>
              <a:t>)</a:t>
            </a:r>
          </a:p>
          <a:p>
            <a:pPr marL="465750" marR="0" lvl="1" indent="-285750" algn="l" defTabSz="1088776" rtl="0" eaLnBrk="1" fontAlgn="auto" latinLnBrk="0" hangingPunct="1">
              <a:lnSpc>
                <a:spcPct val="100000"/>
              </a:lnSpc>
              <a:spcBef>
                <a:spcPts val="0"/>
              </a:spcBef>
              <a:spcAft>
                <a:spcPts val="0"/>
              </a:spcAft>
              <a:buClrTx/>
              <a:buSzTx/>
              <a:buFontTx/>
              <a:buChar char="-"/>
              <a:tabLst/>
              <a:defRPr/>
            </a:pPr>
            <a:r>
              <a:rPr lang="en-US" baseline="0" dirty="0"/>
              <a:t>Explain the command and the ports (port = service, target-port = pod)</a:t>
            </a:r>
          </a:p>
          <a:p>
            <a:pPr marL="465750" marR="0" lvl="1" indent="-285750" algn="l" defTabSz="1088776" rtl="0" eaLnBrk="1" fontAlgn="auto" latinLnBrk="0" hangingPunct="1">
              <a:lnSpc>
                <a:spcPct val="100000"/>
              </a:lnSpc>
              <a:spcBef>
                <a:spcPts val="0"/>
              </a:spcBef>
              <a:spcAft>
                <a:spcPts val="0"/>
              </a:spcAft>
              <a:buClrTx/>
              <a:buSzTx/>
              <a:buFontTx/>
              <a:buChar char="-"/>
              <a:tabLst/>
              <a:defRPr/>
            </a:pPr>
            <a:r>
              <a:rPr lang="en-US" baseline="0" dirty="0"/>
              <a:t>Show the service with the </a:t>
            </a:r>
            <a:r>
              <a:rPr lang="en-US" baseline="0" dirty="0" err="1"/>
              <a:t>clusterIP</a:t>
            </a:r>
            <a:r>
              <a:rPr lang="en-US" baseline="0" dirty="0"/>
              <a:t> address and associated end points (use </a:t>
            </a:r>
            <a:r>
              <a:rPr lang="en-US" baseline="0" dirty="0" err="1"/>
              <a:t>kubectl</a:t>
            </a:r>
            <a:r>
              <a:rPr lang="en-US" baseline="0" dirty="0"/>
              <a:t> describe)</a:t>
            </a:r>
          </a:p>
          <a:p>
            <a:pPr marL="465750" marR="0" lvl="1" indent="-285750" algn="l" defTabSz="1088776" rtl="0" eaLnBrk="1" fontAlgn="auto" latinLnBrk="0" hangingPunct="1">
              <a:lnSpc>
                <a:spcPct val="100000"/>
              </a:lnSpc>
              <a:spcBef>
                <a:spcPts val="0"/>
              </a:spcBef>
              <a:spcAft>
                <a:spcPts val="0"/>
              </a:spcAft>
              <a:buClrTx/>
              <a:buSzTx/>
              <a:buFontTx/>
              <a:buChar char="-"/>
              <a:tabLst/>
              <a:defRPr/>
            </a:pPr>
            <a:r>
              <a:rPr lang="en-US" baseline="0" dirty="0"/>
              <a:t>Scale the deployment up and show again the updated list of end points</a:t>
            </a:r>
          </a:p>
          <a:p>
            <a:pPr marL="285750" marR="0" lvl="0" indent="-285750" algn="l" defTabSz="1088776" rtl="0" eaLnBrk="1" fontAlgn="auto" latinLnBrk="0" hangingPunct="1">
              <a:lnSpc>
                <a:spcPct val="100000"/>
              </a:lnSpc>
              <a:spcBef>
                <a:spcPts val="0"/>
              </a:spcBef>
              <a:spcAft>
                <a:spcPts val="0"/>
              </a:spcAft>
              <a:buClrTx/>
              <a:buSzTx/>
              <a:buFontTx/>
              <a:buChar char="-"/>
              <a:tabLst/>
              <a:defRPr/>
            </a:pPr>
            <a:endParaRPr lang="en-US" baseline="0" dirty="0"/>
          </a:p>
          <a:p>
            <a:pPr marL="285750" marR="0" lvl="0" indent="-285750" algn="l" defTabSz="1088776" rtl="0" eaLnBrk="1" fontAlgn="auto" latinLnBrk="0" hangingPunct="1">
              <a:lnSpc>
                <a:spcPct val="100000"/>
              </a:lnSpc>
              <a:spcBef>
                <a:spcPts val="0"/>
              </a:spcBef>
              <a:spcAft>
                <a:spcPts val="0"/>
              </a:spcAft>
              <a:buClrTx/>
              <a:buSzTx/>
              <a:buFontTx/>
              <a:buChar char="-"/>
              <a:tabLst/>
              <a:defRPr/>
            </a:pPr>
            <a:r>
              <a:rPr lang="en-US" baseline="0" dirty="0"/>
              <a:t>Spin up a </a:t>
            </a:r>
            <a:r>
              <a:rPr lang="en-US" baseline="0" dirty="0" err="1"/>
              <a:t>tmp</a:t>
            </a:r>
            <a:r>
              <a:rPr lang="en-US" baseline="0" dirty="0"/>
              <a:t> pod “</a:t>
            </a:r>
            <a:r>
              <a:rPr lang="en-US" baseline="0" dirty="0" err="1"/>
              <a:t>kubectl</a:t>
            </a:r>
            <a:r>
              <a:rPr lang="en-US" baseline="0" dirty="0"/>
              <a:t> run </a:t>
            </a:r>
            <a:r>
              <a:rPr lang="en-US" baseline="0" dirty="0" err="1"/>
              <a:t>dns</a:t>
            </a:r>
            <a:r>
              <a:rPr lang="en-US" baseline="0" dirty="0"/>
              <a:t>-test --</a:t>
            </a:r>
            <a:r>
              <a:rPr lang="en-US" baseline="0" dirty="0" err="1"/>
              <a:t>rm</a:t>
            </a:r>
            <a:r>
              <a:rPr lang="en-US" baseline="0" dirty="0"/>
              <a:t> -</a:t>
            </a:r>
            <a:r>
              <a:rPr lang="en-US" baseline="0" dirty="0" err="1"/>
              <a:t>ti</a:t>
            </a:r>
            <a:r>
              <a:rPr lang="en-US" baseline="0" dirty="0"/>
              <a:t> --restart=Never --image=alpine:3.8”</a:t>
            </a:r>
          </a:p>
          <a:p>
            <a:pPr marL="465750" marR="0" lvl="1" indent="-285750" algn="l" defTabSz="1088776" rtl="0" eaLnBrk="1" fontAlgn="auto" latinLnBrk="0" hangingPunct="1">
              <a:lnSpc>
                <a:spcPct val="100000"/>
              </a:lnSpc>
              <a:spcBef>
                <a:spcPts val="0"/>
              </a:spcBef>
              <a:spcAft>
                <a:spcPts val="0"/>
              </a:spcAft>
              <a:buClrTx/>
              <a:buSzTx/>
              <a:buFontTx/>
              <a:buChar char="-"/>
              <a:tabLst/>
              <a:defRPr/>
            </a:pPr>
            <a:r>
              <a:rPr lang="en-US" baseline="0" dirty="0"/>
              <a:t>Do a “</a:t>
            </a:r>
            <a:r>
              <a:rPr lang="en-US" baseline="0" dirty="0" err="1"/>
              <a:t>nslookup</a:t>
            </a:r>
            <a:r>
              <a:rPr lang="en-US" baseline="0" dirty="0"/>
              <a:t> &lt;service name&gt;” and point to the the cluster DNS, every namespace is a subdomain</a:t>
            </a:r>
          </a:p>
          <a:p>
            <a:pPr marL="465750" marR="0" lvl="1" indent="-285750" algn="l" defTabSz="1088776" rtl="0" eaLnBrk="1" fontAlgn="auto" latinLnBrk="0" hangingPunct="1">
              <a:lnSpc>
                <a:spcPct val="100000"/>
              </a:lnSpc>
              <a:spcBef>
                <a:spcPts val="0"/>
              </a:spcBef>
              <a:spcAft>
                <a:spcPts val="0"/>
              </a:spcAft>
              <a:buClrTx/>
              <a:buSzTx/>
              <a:buFontTx/>
              <a:buChar char="-"/>
              <a:tabLst/>
              <a:defRPr/>
            </a:pPr>
            <a:r>
              <a:rPr lang="en-US" baseline="0" dirty="0"/>
              <a:t>use the DNS name of a service to download an index.html (i.e. “</a:t>
            </a:r>
            <a:r>
              <a:rPr lang="en-US" baseline="0" dirty="0" err="1"/>
              <a:t>wget</a:t>
            </a:r>
            <a:r>
              <a:rPr lang="en-US" baseline="0" dirty="0"/>
              <a:t> </a:t>
            </a:r>
            <a:r>
              <a:rPr lang="en-US" baseline="0" dirty="0" err="1"/>
              <a:t>nginx</a:t>
            </a:r>
            <a:r>
              <a:rPr lang="en-US" baseline="0" dirty="0"/>
              <a:t>-demo”)</a:t>
            </a:r>
          </a:p>
          <a:p>
            <a:pPr marL="465750" marR="0" lvl="1" indent="-285750" algn="l" defTabSz="1088776" rtl="0" eaLnBrk="1" fontAlgn="auto" latinLnBrk="0" hangingPunct="1">
              <a:lnSpc>
                <a:spcPct val="100000"/>
              </a:lnSpc>
              <a:spcBef>
                <a:spcPts val="0"/>
              </a:spcBef>
              <a:spcAft>
                <a:spcPts val="0"/>
              </a:spcAft>
              <a:buClrTx/>
              <a:buSzTx/>
              <a:buFontTx/>
              <a:buChar char="-"/>
              <a:tabLst/>
              <a:defRPr/>
            </a:pPr>
            <a:endParaRPr lang="en-US" baseline="0" dirty="0"/>
          </a:p>
          <a:p>
            <a:pPr marL="0" marR="0" lvl="0" indent="0" algn="l" defTabSz="1088776" rtl="0" eaLnBrk="1" fontAlgn="auto" latinLnBrk="0" hangingPunct="1">
              <a:lnSpc>
                <a:spcPct val="100000"/>
              </a:lnSpc>
              <a:spcBef>
                <a:spcPts val="0"/>
              </a:spcBef>
              <a:spcAft>
                <a:spcPts val="0"/>
              </a:spcAft>
              <a:buClrTx/>
              <a:buSzTx/>
              <a:buFontTx/>
              <a:buNone/>
              <a:tabLst/>
              <a:defRPr/>
            </a:pPr>
            <a:r>
              <a:rPr lang="en-US" baseline="0" dirty="0"/>
              <a:t>Finally, delete the service</a:t>
            </a:r>
          </a:p>
        </p:txBody>
      </p:sp>
      <p:sp>
        <p:nvSpPr>
          <p:cNvPr id="4" name="Slide Number Placeholder 3"/>
          <p:cNvSpPr>
            <a:spLocks noGrp="1"/>
          </p:cNvSpPr>
          <p:nvPr>
            <p:ph type="sldNum" sz="quarter" idx="10"/>
          </p:nvPr>
        </p:nvSpPr>
        <p:spPr/>
        <p:txBody>
          <a:bodyPr/>
          <a:lstStyle/>
          <a:p>
            <a:fld id="{7D8C2C35-2B8A-446E-BEC0-FD36716C29AC}" type="slidenum">
              <a:rPr lang="de-DE" smtClean="0"/>
              <a:pPr/>
              <a:t>11</a:t>
            </a:fld>
            <a:endParaRPr lang="de-DE" dirty="0"/>
          </a:p>
        </p:txBody>
      </p:sp>
    </p:spTree>
    <p:extLst>
      <p:ext uri="{BB962C8B-B14F-4D97-AF65-F5344CB8AC3E}">
        <p14:creationId xmlns:p14="http://schemas.microsoft.com/office/powerpoint/2010/main" val="361722636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a:t>
            </a:r>
            <a:r>
              <a:rPr lang="en-US" dirty="0" err="1"/>
              <a:t>nodePort</a:t>
            </a:r>
            <a:r>
              <a:rPr lang="en-US" dirty="0"/>
              <a:t> is a port that is opened on every node of the cluster. It is associated with a service and any incoming traffic at this </a:t>
            </a:r>
            <a:r>
              <a:rPr lang="en-US" dirty="0" err="1"/>
              <a:t>nodePort</a:t>
            </a:r>
            <a:r>
              <a:rPr lang="en-US" dirty="0"/>
              <a:t> will be routed to the corresponding service. From there it will be forwarded to service’s pods, regardless on which node it they actually run.</a:t>
            </a:r>
          </a:p>
        </p:txBody>
      </p:sp>
      <p:sp>
        <p:nvSpPr>
          <p:cNvPr id="4" name="Slide Number Placeholder 3"/>
          <p:cNvSpPr>
            <a:spLocks noGrp="1"/>
          </p:cNvSpPr>
          <p:nvPr>
            <p:ph type="sldNum" sz="quarter" idx="10"/>
          </p:nvPr>
        </p:nvSpPr>
        <p:spPr/>
        <p:txBody>
          <a:bodyPr/>
          <a:lstStyle/>
          <a:p>
            <a:fld id="{7D8C2C35-2B8A-446E-BEC0-FD36716C29AC}" type="slidenum">
              <a:rPr lang="de-DE" smtClean="0"/>
              <a:pPr/>
              <a:t>12</a:t>
            </a:fld>
            <a:endParaRPr lang="de-DE" dirty="0"/>
          </a:p>
        </p:txBody>
      </p:sp>
    </p:spTree>
    <p:extLst>
      <p:ext uri="{BB962C8B-B14F-4D97-AF65-F5344CB8AC3E}">
        <p14:creationId xmlns:p14="http://schemas.microsoft.com/office/powerpoint/2010/main" val="252244136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85750" marR="0" lvl="0" indent="-285750" algn="l" defTabSz="1088776" rtl="0" eaLnBrk="1" fontAlgn="auto" latinLnBrk="0" hangingPunct="1">
              <a:lnSpc>
                <a:spcPct val="100000"/>
              </a:lnSpc>
              <a:spcBef>
                <a:spcPts val="0"/>
              </a:spcBef>
              <a:spcAft>
                <a:spcPts val="0"/>
              </a:spcAft>
              <a:buClrTx/>
              <a:buSzTx/>
              <a:buFontTx/>
              <a:buChar char="-"/>
              <a:tabLst/>
              <a:defRPr/>
            </a:pPr>
            <a:r>
              <a:rPr lang="en-US" baseline="0" dirty="0"/>
              <a:t>Demo for node ports</a:t>
            </a:r>
          </a:p>
          <a:p>
            <a:pPr marL="285750" marR="0" lvl="0" indent="-285750" algn="l" defTabSz="1088776" rtl="0" eaLnBrk="1" fontAlgn="auto" latinLnBrk="0" hangingPunct="1">
              <a:lnSpc>
                <a:spcPct val="100000"/>
              </a:lnSpc>
              <a:spcBef>
                <a:spcPts val="0"/>
              </a:spcBef>
              <a:spcAft>
                <a:spcPts val="0"/>
              </a:spcAft>
              <a:buClrTx/>
              <a:buSzTx/>
              <a:buFontTx/>
              <a:buChar char="-"/>
              <a:tabLst/>
              <a:defRPr/>
            </a:pPr>
            <a:r>
              <a:rPr lang="en-US" baseline="0" dirty="0"/>
              <a:t>Again, create a service</a:t>
            </a:r>
          </a:p>
          <a:p>
            <a:pPr marL="465750" marR="0" lvl="1" indent="-285750" algn="l" defTabSz="1088776" rtl="0" eaLnBrk="1" fontAlgn="auto" latinLnBrk="0" hangingPunct="1">
              <a:lnSpc>
                <a:spcPct val="100000"/>
              </a:lnSpc>
              <a:spcBef>
                <a:spcPts val="0"/>
              </a:spcBef>
              <a:spcAft>
                <a:spcPts val="0"/>
              </a:spcAft>
              <a:buClrTx/>
              <a:buSzTx/>
              <a:buFontTx/>
              <a:buChar char="-"/>
              <a:tabLst/>
              <a:defRPr/>
            </a:pPr>
            <a:r>
              <a:rPr lang="en-US" baseline="0" dirty="0"/>
              <a:t>Use “expose” to create a service for your deployment (</a:t>
            </a:r>
            <a:r>
              <a:rPr lang="en-US" baseline="0" dirty="0" err="1"/>
              <a:t>kubectl</a:t>
            </a:r>
            <a:r>
              <a:rPr lang="en-US" baseline="0" dirty="0"/>
              <a:t> expose deployment &lt;name&gt; --port=80 --target-port=80 –type=</a:t>
            </a:r>
            <a:r>
              <a:rPr lang="en-US" baseline="0" dirty="0" err="1"/>
              <a:t>NodePort</a:t>
            </a:r>
            <a:r>
              <a:rPr lang="en-US" baseline="0" dirty="0"/>
              <a:t>)</a:t>
            </a:r>
          </a:p>
          <a:p>
            <a:pPr marL="465750" marR="0" lvl="1" indent="-285750" algn="l" defTabSz="1088776" rtl="0" eaLnBrk="1" fontAlgn="auto" latinLnBrk="0" hangingPunct="1">
              <a:lnSpc>
                <a:spcPct val="100000"/>
              </a:lnSpc>
              <a:spcBef>
                <a:spcPts val="0"/>
              </a:spcBef>
              <a:spcAft>
                <a:spcPts val="0"/>
              </a:spcAft>
              <a:buClrTx/>
              <a:buSzTx/>
              <a:buFontTx/>
              <a:buChar char="-"/>
              <a:tabLst/>
              <a:defRPr/>
            </a:pPr>
            <a:r>
              <a:rPr lang="en-US" baseline="0" dirty="0"/>
              <a:t>Show the service with the </a:t>
            </a:r>
            <a:r>
              <a:rPr lang="en-US" baseline="0" dirty="0" err="1"/>
              <a:t>clusterIP</a:t>
            </a:r>
            <a:r>
              <a:rPr lang="en-US" baseline="0" dirty="0"/>
              <a:t> address and the </a:t>
            </a:r>
            <a:r>
              <a:rPr lang="en-US" baseline="0" dirty="0" err="1"/>
              <a:t>nodePort</a:t>
            </a:r>
            <a:r>
              <a:rPr lang="en-US" baseline="0" dirty="0"/>
              <a:t> (use </a:t>
            </a:r>
            <a:r>
              <a:rPr lang="en-US" baseline="0" dirty="0" err="1"/>
              <a:t>kubectl</a:t>
            </a:r>
            <a:r>
              <a:rPr lang="en-US" baseline="0" dirty="0"/>
              <a:t> describe)</a:t>
            </a:r>
          </a:p>
          <a:p>
            <a:pPr marL="465750" marR="0" lvl="1" indent="-285750" algn="l" defTabSz="1088776" rtl="0" eaLnBrk="1" fontAlgn="auto" latinLnBrk="0" hangingPunct="1">
              <a:lnSpc>
                <a:spcPct val="100000"/>
              </a:lnSpc>
              <a:spcBef>
                <a:spcPts val="0"/>
              </a:spcBef>
              <a:spcAft>
                <a:spcPts val="0"/>
              </a:spcAft>
              <a:buClrTx/>
              <a:buSzTx/>
              <a:buFontTx/>
              <a:buChar char="-"/>
              <a:tabLst/>
              <a:defRPr/>
            </a:pPr>
            <a:r>
              <a:rPr lang="en-US" baseline="0" dirty="0"/>
              <a:t>Highlight, that the service also includes a cluster IP</a:t>
            </a:r>
          </a:p>
          <a:p>
            <a:pPr marL="0" marR="0" lvl="0" indent="0" algn="l" defTabSz="1088776" rtl="0" eaLnBrk="1" fontAlgn="auto" latinLnBrk="0" hangingPunct="1">
              <a:lnSpc>
                <a:spcPct val="100000"/>
              </a:lnSpc>
              <a:spcBef>
                <a:spcPts val="0"/>
              </a:spcBef>
              <a:spcAft>
                <a:spcPts val="0"/>
              </a:spcAft>
              <a:buClrTx/>
              <a:buSzTx/>
              <a:buFontTx/>
              <a:buNone/>
              <a:tabLst/>
              <a:defRPr/>
            </a:pPr>
            <a:endParaRPr lang="en-US" baseline="0" dirty="0"/>
          </a:p>
          <a:p>
            <a:pPr marL="285750" marR="0" lvl="0" indent="-285750" algn="l" defTabSz="1088776" rtl="0" eaLnBrk="1" fontAlgn="auto" latinLnBrk="0" hangingPunct="1">
              <a:lnSpc>
                <a:spcPct val="100000"/>
              </a:lnSpc>
              <a:spcBef>
                <a:spcPts val="0"/>
              </a:spcBef>
              <a:spcAft>
                <a:spcPts val="0"/>
              </a:spcAft>
              <a:buClrTx/>
              <a:buSzTx/>
              <a:buFontTx/>
              <a:buChar char="-"/>
              <a:tabLst/>
              <a:defRPr/>
            </a:pPr>
            <a:r>
              <a:rPr lang="en-US" baseline="0" dirty="0"/>
              <a:t>Connect to the </a:t>
            </a:r>
            <a:r>
              <a:rPr lang="en-US" baseline="0" dirty="0" err="1"/>
              <a:t>NodePort</a:t>
            </a:r>
            <a:r>
              <a:rPr lang="en-US" baseline="0" dirty="0"/>
              <a:t> Service from the outside (of the cluster)</a:t>
            </a:r>
          </a:p>
          <a:p>
            <a:pPr marL="465750" marR="0" lvl="1" indent="-285750" algn="l" defTabSz="1088776" rtl="0" eaLnBrk="1" fontAlgn="auto" latinLnBrk="0" hangingPunct="1">
              <a:lnSpc>
                <a:spcPct val="100000"/>
              </a:lnSpc>
              <a:spcBef>
                <a:spcPts val="0"/>
              </a:spcBef>
              <a:spcAft>
                <a:spcPts val="0"/>
              </a:spcAft>
              <a:buClrTx/>
              <a:buSzTx/>
              <a:buFontTx/>
              <a:buChar char="-"/>
              <a:tabLst/>
              <a:defRPr/>
            </a:pPr>
            <a:r>
              <a:rPr lang="en-US" baseline="0" dirty="0"/>
              <a:t>Get the IP address of the cluster’s nodes (</a:t>
            </a:r>
            <a:r>
              <a:rPr lang="en-US" baseline="0" dirty="0" err="1"/>
              <a:t>kubectl</a:t>
            </a:r>
            <a:r>
              <a:rPr lang="en-US" baseline="0" dirty="0"/>
              <a:t> get nodes –o wide)</a:t>
            </a:r>
          </a:p>
          <a:p>
            <a:pPr marL="465750" marR="0" lvl="1" indent="-285750" algn="l" defTabSz="1088776" rtl="0" eaLnBrk="1" fontAlgn="auto" latinLnBrk="0" hangingPunct="1">
              <a:lnSpc>
                <a:spcPct val="100000"/>
              </a:lnSpc>
              <a:spcBef>
                <a:spcPts val="0"/>
              </a:spcBef>
              <a:spcAft>
                <a:spcPts val="0"/>
              </a:spcAft>
              <a:buClrTx/>
              <a:buSzTx/>
              <a:buFontTx/>
              <a:buChar char="-"/>
              <a:tabLst/>
              <a:defRPr/>
            </a:pPr>
            <a:r>
              <a:rPr lang="en-US" baseline="0" dirty="0"/>
              <a:t>Combine the node’s IP with the port and access the service</a:t>
            </a:r>
          </a:p>
          <a:p>
            <a:pPr marL="180000" marR="0" lvl="1" indent="0" algn="l" defTabSz="1088776" rtl="0" eaLnBrk="1" fontAlgn="auto" latinLnBrk="0" hangingPunct="1">
              <a:lnSpc>
                <a:spcPct val="100000"/>
              </a:lnSpc>
              <a:spcBef>
                <a:spcPts val="0"/>
              </a:spcBef>
              <a:spcAft>
                <a:spcPts val="0"/>
              </a:spcAft>
              <a:buClrTx/>
              <a:buSzTx/>
              <a:buFontTx/>
              <a:buNone/>
              <a:tabLst/>
              <a:defRPr/>
            </a:pPr>
            <a:endParaRPr lang="en-US" baseline="0" dirty="0"/>
          </a:p>
          <a:p>
            <a:pPr marL="0" marR="0" lvl="0" indent="0" algn="l" defTabSz="1088776" rtl="0" eaLnBrk="1" fontAlgn="auto" latinLnBrk="0" hangingPunct="1">
              <a:lnSpc>
                <a:spcPct val="100000"/>
              </a:lnSpc>
              <a:spcBef>
                <a:spcPts val="0"/>
              </a:spcBef>
              <a:spcAft>
                <a:spcPts val="0"/>
              </a:spcAft>
              <a:buClrTx/>
              <a:buSzTx/>
              <a:buFontTx/>
              <a:buNone/>
              <a:tabLst/>
              <a:defRPr/>
            </a:pPr>
            <a:r>
              <a:rPr lang="en-US" baseline="0" dirty="0"/>
              <a:t>Finally, delete the service</a:t>
            </a:r>
          </a:p>
        </p:txBody>
      </p:sp>
      <p:sp>
        <p:nvSpPr>
          <p:cNvPr id="4" name="Slide Number Placeholder 3"/>
          <p:cNvSpPr>
            <a:spLocks noGrp="1"/>
          </p:cNvSpPr>
          <p:nvPr>
            <p:ph type="sldNum" sz="quarter" idx="10"/>
          </p:nvPr>
        </p:nvSpPr>
        <p:spPr/>
        <p:txBody>
          <a:bodyPr/>
          <a:lstStyle/>
          <a:p>
            <a:fld id="{7D8C2C35-2B8A-446E-BEC0-FD36716C29AC}" type="slidenum">
              <a:rPr lang="de-DE" smtClean="0"/>
              <a:pPr/>
              <a:t>13</a:t>
            </a:fld>
            <a:endParaRPr lang="de-DE" dirty="0"/>
          </a:p>
        </p:txBody>
      </p:sp>
    </p:spTree>
    <p:extLst>
      <p:ext uri="{BB962C8B-B14F-4D97-AF65-F5344CB8AC3E}">
        <p14:creationId xmlns:p14="http://schemas.microsoft.com/office/powerpoint/2010/main" val="93566080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LoadBalancer is a single network endpoint with a unique IP which will be associated with a service. Incoming traffic to this IP on the service port will be forwarded through the service to the pods matching the labels specified in the service description.</a:t>
            </a:r>
          </a:p>
          <a:p>
            <a:r>
              <a:rPr lang="en-US" dirty="0"/>
              <a:t>LoadBalancers are an external entity provided to the cluster by Cloud Providers and their actual implementation varies among the different cloud platforms (GCP, Azure, AWS, OpenStack). If your cluster runs in an environment that does not support LoadBalancers, you can still try to create them but their state will remain “Pending” without ever getting an IP.</a:t>
            </a:r>
          </a:p>
        </p:txBody>
      </p:sp>
      <p:sp>
        <p:nvSpPr>
          <p:cNvPr id="4" name="Slide Number Placeholder 3"/>
          <p:cNvSpPr>
            <a:spLocks noGrp="1"/>
          </p:cNvSpPr>
          <p:nvPr>
            <p:ph type="sldNum" sz="quarter" idx="10"/>
          </p:nvPr>
        </p:nvSpPr>
        <p:spPr/>
        <p:txBody>
          <a:bodyPr/>
          <a:lstStyle/>
          <a:p>
            <a:fld id="{7D8C2C35-2B8A-446E-BEC0-FD36716C29AC}" type="slidenum">
              <a:rPr lang="de-DE" smtClean="0"/>
              <a:pPr/>
              <a:t>14</a:t>
            </a:fld>
            <a:endParaRPr lang="de-DE" dirty="0"/>
          </a:p>
        </p:txBody>
      </p:sp>
    </p:spTree>
    <p:extLst>
      <p:ext uri="{BB962C8B-B14F-4D97-AF65-F5344CB8AC3E}">
        <p14:creationId xmlns:p14="http://schemas.microsoft.com/office/powerpoint/2010/main" val="38270949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pPr marL="285750" marR="0" lvl="0" indent="-285750" algn="l" defTabSz="1088776" rtl="0" eaLnBrk="1" fontAlgn="auto" latinLnBrk="0" hangingPunct="1">
              <a:lnSpc>
                <a:spcPct val="100000"/>
              </a:lnSpc>
              <a:spcBef>
                <a:spcPts val="0"/>
              </a:spcBef>
              <a:spcAft>
                <a:spcPts val="0"/>
              </a:spcAft>
              <a:buClrTx/>
              <a:buSzTx/>
              <a:buFontTx/>
              <a:buChar char="-"/>
              <a:tabLst/>
              <a:defRPr/>
            </a:pPr>
            <a:r>
              <a:rPr lang="en-US" baseline="0" dirty="0"/>
              <a:t>Demo for </a:t>
            </a:r>
            <a:r>
              <a:rPr lang="en-US" baseline="0" dirty="0" err="1"/>
              <a:t>Loadbalancer</a:t>
            </a:r>
            <a:endParaRPr lang="en-US" baseline="0" dirty="0"/>
          </a:p>
          <a:p>
            <a:pPr marL="285750" marR="0" lvl="0" indent="-285750" algn="l" defTabSz="1088776" rtl="0" eaLnBrk="1" fontAlgn="auto" latinLnBrk="0" hangingPunct="1">
              <a:lnSpc>
                <a:spcPct val="100000"/>
              </a:lnSpc>
              <a:spcBef>
                <a:spcPts val="0"/>
              </a:spcBef>
              <a:spcAft>
                <a:spcPts val="0"/>
              </a:spcAft>
              <a:buClrTx/>
              <a:buSzTx/>
              <a:buFontTx/>
              <a:buChar char="-"/>
              <a:tabLst/>
              <a:defRPr/>
            </a:pPr>
            <a:r>
              <a:rPr lang="en-US" baseline="0" dirty="0"/>
              <a:t>Again, create a service</a:t>
            </a:r>
          </a:p>
          <a:p>
            <a:pPr marL="465750" marR="0" lvl="1" indent="-285750" algn="l" defTabSz="1088776" rtl="0" eaLnBrk="1" fontAlgn="auto" latinLnBrk="0" hangingPunct="1">
              <a:lnSpc>
                <a:spcPct val="100000"/>
              </a:lnSpc>
              <a:spcBef>
                <a:spcPts val="0"/>
              </a:spcBef>
              <a:spcAft>
                <a:spcPts val="0"/>
              </a:spcAft>
              <a:buClrTx/>
              <a:buSzTx/>
              <a:buFontTx/>
              <a:buChar char="-"/>
              <a:tabLst/>
              <a:defRPr/>
            </a:pPr>
            <a:r>
              <a:rPr lang="en-US" baseline="0" dirty="0"/>
              <a:t>Use “expose” to create a service for your deployment (</a:t>
            </a:r>
            <a:r>
              <a:rPr lang="en-US" baseline="0" dirty="0" err="1"/>
              <a:t>kubectl</a:t>
            </a:r>
            <a:r>
              <a:rPr lang="en-US" baseline="0" dirty="0"/>
              <a:t> expose deployment &lt;name&gt; --port=80 --target-port=80 –type=</a:t>
            </a:r>
            <a:r>
              <a:rPr lang="en-US" baseline="0" dirty="0" err="1"/>
              <a:t>LoadBalancer</a:t>
            </a:r>
            <a:r>
              <a:rPr lang="en-US" baseline="0" dirty="0"/>
              <a:t>)</a:t>
            </a:r>
          </a:p>
          <a:p>
            <a:pPr marL="465750" marR="0" lvl="1" indent="-285750" algn="l" defTabSz="1088776" rtl="0" eaLnBrk="1" fontAlgn="auto" latinLnBrk="0" hangingPunct="1">
              <a:lnSpc>
                <a:spcPct val="100000"/>
              </a:lnSpc>
              <a:spcBef>
                <a:spcPts val="0"/>
              </a:spcBef>
              <a:spcAft>
                <a:spcPts val="0"/>
              </a:spcAft>
              <a:buClrTx/>
              <a:buSzTx/>
              <a:buFontTx/>
              <a:buChar char="-"/>
              <a:tabLst/>
              <a:defRPr/>
            </a:pPr>
            <a:r>
              <a:rPr lang="en-US" baseline="0" dirty="0"/>
              <a:t>Show the service with the </a:t>
            </a:r>
            <a:r>
              <a:rPr lang="en-US" baseline="0" dirty="0" err="1"/>
              <a:t>clusterIP</a:t>
            </a:r>
            <a:r>
              <a:rPr lang="en-US" baseline="0" dirty="0"/>
              <a:t> address and the </a:t>
            </a:r>
            <a:r>
              <a:rPr lang="en-US" baseline="0" dirty="0" err="1"/>
              <a:t>nodePort</a:t>
            </a:r>
            <a:r>
              <a:rPr lang="en-US" baseline="0" dirty="0"/>
              <a:t> and the external IP (use </a:t>
            </a:r>
            <a:r>
              <a:rPr lang="en-US" baseline="0" dirty="0" err="1"/>
              <a:t>kubectl</a:t>
            </a:r>
            <a:r>
              <a:rPr lang="en-US" baseline="0" dirty="0"/>
              <a:t> describe)</a:t>
            </a:r>
          </a:p>
          <a:p>
            <a:pPr marL="465750" marR="0" lvl="1" indent="-285750" algn="l" defTabSz="1088776" rtl="0" eaLnBrk="1" fontAlgn="auto" latinLnBrk="0" hangingPunct="1">
              <a:lnSpc>
                <a:spcPct val="100000"/>
              </a:lnSpc>
              <a:spcBef>
                <a:spcPts val="0"/>
              </a:spcBef>
              <a:spcAft>
                <a:spcPts val="0"/>
              </a:spcAft>
              <a:buClrTx/>
              <a:buSzTx/>
              <a:buFontTx/>
              <a:buChar char="-"/>
              <a:tabLst/>
              <a:defRPr/>
            </a:pPr>
            <a:r>
              <a:rPr lang="en-US" baseline="0" dirty="0"/>
              <a:t>Highlight, that the service also includes a cluster IP and a </a:t>
            </a:r>
            <a:r>
              <a:rPr lang="en-US" baseline="0" dirty="0" err="1"/>
              <a:t>nodePort</a:t>
            </a:r>
            <a:endParaRPr lang="en-US" baseline="0" dirty="0"/>
          </a:p>
          <a:p>
            <a:pPr marL="0" marR="0" lvl="0" indent="0" algn="l" defTabSz="1088776" rtl="0" eaLnBrk="1" fontAlgn="auto" latinLnBrk="0" hangingPunct="1">
              <a:lnSpc>
                <a:spcPct val="100000"/>
              </a:lnSpc>
              <a:spcBef>
                <a:spcPts val="0"/>
              </a:spcBef>
              <a:spcAft>
                <a:spcPts val="0"/>
              </a:spcAft>
              <a:buClrTx/>
              <a:buSzTx/>
              <a:buFontTx/>
              <a:buNone/>
              <a:tabLst/>
              <a:defRPr/>
            </a:pPr>
            <a:endParaRPr lang="en-US" baseline="0" dirty="0"/>
          </a:p>
          <a:p>
            <a:pPr marL="285750" marR="0" lvl="0" indent="-285750" algn="l" defTabSz="1088776" rtl="0" eaLnBrk="1" fontAlgn="auto" latinLnBrk="0" hangingPunct="1">
              <a:lnSpc>
                <a:spcPct val="100000"/>
              </a:lnSpc>
              <a:spcBef>
                <a:spcPts val="0"/>
              </a:spcBef>
              <a:spcAft>
                <a:spcPts val="0"/>
              </a:spcAft>
              <a:buClrTx/>
              <a:buSzTx/>
              <a:buFontTx/>
              <a:buChar char="-"/>
              <a:tabLst/>
              <a:defRPr/>
            </a:pPr>
            <a:r>
              <a:rPr lang="en-US" baseline="0" dirty="0"/>
              <a:t>Wait until the external IP is assigned and point out that this involves cluster external mechanisms provided by the underlying infrastructure platform. It might not work the same way everywhere.</a:t>
            </a:r>
          </a:p>
          <a:p>
            <a:pPr marL="285750" marR="0" lvl="0" indent="-285750" algn="l" defTabSz="1088776" rtl="0" eaLnBrk="1" fontAlgn="auto" latinLnBrk="0" hangingPunct="1">
              <a:lnSpc>
                <a:spcPct val="100000"/>
              </a:lnSpc>
              <a:spcBef>
                <a:spcPts val="0"/>
              </a:spcBef>
              <a:spcAft>
                <a:spcPts val="0"/>
              </a:spcAft>
              <a:buClrTx/>
              <a:buSzTx/>
              <a:buFontTx/>
              <a:buChar char="-"/>
              <a:tabLst/>
              <a:defRPr/>
            </a:pPr>
            <a:endParaRPr lang="en-US" baseline="0" dirty="0"/>
          </a:p>
          <a:p>
            <a:pPr marL="285750" marR="0" lvl="0" indent="-285750" algn="l" defTabSz="1088776" rtl="0" eaLnBrk="1" fontAlgn="auto" latinLnBrk="0" hangingPunct="1">
              <a:lnSpc>
                <a:spcPct val="100000"/>
              </a:lnSpc>
              <a:spcBef>
                <a:spcPts val="0"/>
              </a:spcBef>
              <a:spcAft>
                <a:spcPts val="0"/>
              </a:spcAft>
              <a:buClrTx/>
              <a:buSzTx/>
              <a:buFontTx/>
              <a:buChar char="-"/>
              <a:tabLst/>
              <a:defRPr/>
            </a:pPr>
            <a:r>
              <a:rPr lang="en-US" baseline="0" dirty="0"/>
              <a:t>Connect to the service from the outside (of the cluster) via the </a:t>
            </a:r>
            <a:r>
              <a:rPr lang="en-US" baseline="0" dirty="0" err="1"/>
              <a:t>LoadBalancer</a:t>
            </a:r>
            <a:r>
              <a:rPr lang="en-US" baseline="0" dirty="0"/>
              <a:t> IP and port 80 (port of the service)</a:t>
            </a:r>
          </a:p>
          <a:p>
            <a:pPr marL="285750" marR="0" lvl="0" indent="-285750" algn="l" defTabSz="1088776" rtl="0" eaLnBrk="1" fontAlgn="auto" latinLnBrk="0" hangingPunct="1">
              <a:lnSpc>
                <a:spcPct val="100000"/>
              </a:lnSpc>
              <a:spcBef>
                <a:spcPts val="0"/>
              </a:spcBef>
              <a:spcAft>
                <a:spcPts val="0"/>
              </a:spcAft>
              <a:buClrTx/>
              <a:buSzTx/>
              <a:buFontTx/>
              <a:buChar char="-"/>
              <a:tabLst/>
              <a:defRPr/>
            </a:pPr>
            <a:r>
              <a:rPr lang="en-US" baseline="0" dirty="0"/>
              <a:t>Once again, show that the new node port is working as well / additionally</a:t>
            </a:r>
          </a:p>
          <a:p>
            <a:pPr marL="465750" marR="0" lvl="1" indent="-285750" algn="l" defTabSz="1088776" rtl="0" eaLnBrk="1" fontAlgn="auto" latinLnBrk="0" hangingPunct="1">
              <a:lnSpc>
                <a:spcPct val="100000"/>
              </a:lnSpc>
              <a:spcBef>
                <a:spcPts val="0"/>
              </a:spcBef>
              <a:spcAft>
                <a:spcPts val="0"/>
              </a:spcAft>
              <a:buClrTx/>
              <a:buSzTx/>
              <a:buFontTx/>
              <a:buChar char="-"/>
              <a:tabLst/>
              <a:defRPr/>
            </a:pPr>
            <a:r>
              <a:rPr lang="en-US" baseline="0" dirty="0"/>
              <a:t>Get the IP address of the cluster’s nodes (</a:t>
            </a:r>
            <a:r>
              <a:rPr lang="en-US" baseline="0" dirty="0" err="1"/>
              <a:t>kubectl</a:t>
            </a:r>
            <a:r>
              <a:rPr lang="en-US" baseline="0" dirty="0"/>
              <a:t> get nodes –o wide)</a:t>
            </a:r>
          </a:p>
          <a:p>
            <a:pPr marL="465750" marR="0" lvl="1" indent="-285750" algn="l" defTabSz="1088776" rtl="0" eaLnBrk="1" fontAlgn="auto" latinLnBrk="0" hangingPunct="1">
              <a:lnSpc>
                <a:spcPct val="100000"/>
              </a:lnSpc>
              <a:spcBef>
                <a:spcPts val="0"/>
              </a:spcBef>
              <a:spcAft>
                <a:spcPts val="0"/>
              </a:spcAft>
              <a:buClrTx/>
              <a:buSzTx/>
              <a:buFontTx/>
              <a:buChar char="-"/>
              <a:tabLst/>
              <a:defRPr/>
            </a:pPr>
            <a:r>
              <a:rPr lang="en-US" baseline="0" dirty="0"/>
              <a:t>Combine the node’s IP with the port and access the service</a:t>
            </a:r>
          </a:p>
          <a:p>
            <a:pPr marL="180000" marR="0" lvl="1" indent="0" algn="l" defTabSz="1088776" rtl="0" eaLnBrk="1" fontAlgn="auto" latinLnBrk="0" hangingPunct="1">
              <a:lnSpc>
                <a:spcPct val="100000"/>
              </a:lnSpc>
              <a:spcBef>
                <a:spcPts val="0"/>
              </a:spcBef>
              <a:spcAft>
                <a:spcPts val="0"/>
              </a:spcAft>
              <a:buClrTx/>
              <a:buSzTx/>
              <a:buFontTx/>
              <a:buNone/>
              <a:tabLst/>
              <a:defRPr/>
            </a:pPr>
            <a:endParaRPr lang="en-US" baseline="0" dirty="0"/>
          </a:p>
          <a:p>
            <a:pPr marL="0" marR="0" lvl="0" indent="0" algn="l" defTabSz="1088776" rtl="0" eaLnBrk="1" fontAlgn="auto" latinLnBrk="0" hangingPunct="1">
              <a:lnSpc>
                <a:spcPct val="100000"/>
              </a:lnSpc>
              <a:spcBef>
                <a:spcPts val="0"/>
              </a:spcBef>
              <a:spcAft>
                <a:spcPts val="0"/>
              </a:spcAft>
              <a:buClrTx/>
              <a:buSzTx/>
              <a:buFontTx/>
              <a:buNone/>
              <a:tabLst/>
              <a:defRPr/>
            </a:pPr>
            <a:r>
              <a:rPr lang="en-US" baseline="0" dirty="0"/>
              <a:t>Finally, delete the service</a:t>
            </a:r>
          </a:p>
        </p:txBody>
      </p:sp>
      <p:sp>
        <p:nvSpPr>
          <p:cNvPr id="4" name="Slide Number Placeholder 3"/>
          <p:cNvSpPr>
            <a:spLocks noGrp="1"/>
          </p:cNvSpPr>
          <p:nvPr>
            <p:ph type="sldNum" sz="quarter" idx="10"/>
          </p:nvPr>
        </p:nvSpPr>
        <p:spPr/>
        <p:txBody>
          <a:bodyPr/>
          <a:lstStyle/>
          <a:p>
            <a:fld id="{7D8C2C35-2B8A-446E-BEC0-FD36716C29AC}" type="slidenum">
              <a:rPr lang="de-DE" smtClean="0"/>
              <a:pPr/>
              <a:t>15</a:t>
            </a:fld>
            <a:endParaRPr lang="de-DE" dirty="0"/>
          </a:p>
        </p:txBody>
      </p:sp>
    </p:spTree>
    <p:extLst>
      <p:ext uri="{BB962C8B-B14F-4D97-AF65-F5344CB8AC3E}">
        <p14:creationId xmlns:p14="http://schemas.microsoft.com/office/powerpoint/2010/main" val="137808218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LoadBalancer is a single network endpoint with a unique IP which will be associated with a service. Incoming traffic to this IP on the service port will be forwarded through the NodePorts and the service to the pods matching the labels specified in the service description.</a:t>
            </a:r>
          </a:p>
          <a:p>
            <a:endParaRPr lang="en-US" dirty="0"/>
          </a:p>
        </p:txBody>
      </p:sp>
      <p:sp>
        <p:nvSpPr>
          <p:cNvPr id="4" name="Slide Number Placeholder 3"/>
          <p:cNvSpPr>
            <a:spLocks noGrp="1"/>
          </p:cNvSpPr>
          <p:nvPr>
            <p:ph type="sldNum" sz="quarter" idx="10"/>
          </p:nvPr>
        </p:nvSpPr>
        <p:spPr/>
        <p:txBody>
          <a:bodyPr/>
          <a:lstStyle/>
          <a:p>
            <a:fld id="{7D8C2C35-2B8A-446E-BEC0-FD36716C29AC}" type="slidenum">
              <a:rPr lang="de-DE" smtClean="0"/>
              <a:pPr/>
              <a:t>16</a:t>
            </a:fld>
            <a:endParaRPr lang="de-DE" dirty="0"/>
          </a:p>
        </p:txBody>
      </p:sp>
    </p:spTree>
    <p:extLst>
      <p:ext uri="{BB962C8B-B14F-4D97-AF65-F5344CB8AC3E}">
        <p14:creationId xmlns:p14="http://schemas.microsoft.com/office/powerpoint/2010/main" val="5821966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Kubernetes Services give you simple but powerful tools to interconnect single applications, pods and deployments. However, services are just basic network concepts, working on layer 3.</a:t>
            </a:r>
          </a:p>
          <a:p>
            <a:endParaRPr lang="en-US" dirty="0"/>
          </a:p>
          <a:p>
            <a:r>
              <a:rPr lang="en-US" dirty="0"/>
              <a:t>If you need more powerful ways to shape and control your traffic, (like header extraction, blue/green traffic routing, circuit breaking, etc.) you will need a Service Mesh like </a:t>
            </a:r>
            <a:r>
              <a:rPr lang="en-US" dirty="0" err="1"/>
              <a:t>Istio</a:t>
            </a:r>
            <a:r>
              <a:rPr lang="en-US" dirty="0"/>
              <a:t> (https://istio</a:t>
            </a:r>
            <a:r>
              <a:rPr lang="en-US"/>
              <a:t>.io) </a:t>
            </a:r>
            <a:r>
              <a:rPr lang="en-US" dirty="0"/>
              <a:t>or </a:t>
            </a:r>
            <a:r>
              <a:rPr lang="en-US" dirty="0" err="1"/>
              <a:t>Linkerd</a:t>
            </a:r>
            <a:r>
              <a:rPr lang="en-US" dirty="0"/>
              <a:t> (https://linkerd.io).</a:t>
            </a:r>
          </a:p>
        </p:txBody>
      </p:sp>
      <p:sp>
        <p:nvSpPr>
          <p:cNvPr id="4" name="Slide Number Placeholder 3"/>
          <p:cNvSpPr>
            <a:spLocks noGrp="1"/>
          </p:cNvSpPr>
          <p:nvPr>
            <p:ph type="sldNum" sz="quarter" idx="10"/>
          </p:nvPr>
        </p:nvSpPr>
        <p:spPr/>
        <p:txBody>
          <a:bodyPr/>
          <a:lstStyle/>
          <a:p>
            <a:fld id="{7D8C2C35-2B8A-446E-BEC0-FD36716C29AC}" type="slidenum">
              <a:rPr lang="de-DE" smtClean="0"/>
              <a:pPr/>
              <a:t>17</a:t>
            </a:fld>
            <a:endParaRPr lang="de-DE" dirty="0"/>
          </a:p>
        </p:txBody>
      </p:sp>
    </p:spTree>
    <p:extLst>
      <p:ext uri="{BB962C8B-B14F-4D97-AF65-F5344CB8AC3E}">
        <p14:creationId xmlns:p14="http://schemas.microsoft.com/office/powerpoint/2010/main" val="418436077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de-DE" dirty="0"/>
          </a:p>
        </p:txBody>
      </p:sp>
      <p:sp>
        <p:nvSpPr>
          <p:cNvPr id="4" name="Slide Number Placeholder 3"/>
          <p:cNvSpPr>
            <a:spLocks noGrp="1"/>
          </p:cNvSpPr>
          <p:nvPr>
            <p:ph type="sldNum" sz="quarter" idx="10"/>
          </p:nvPr>
        </p:nvSpPr>
        <p:spPr/>
        <p:txBody>
          <a:bodyPr/>
          <a:lstStyle/>
          <a:p>
            <a:fld id="{7D8C2C35-2B8A-446E-BEC0-FD36716C29AC}" type="slidenum">
              <a:rPr lang="de-DE" smtClean="0"/>
              <a:pPr/>
              <a:t>18</a:t>
            </a:fld>
            <a:endParaRPr lang="de-DE" dirty="0"/>
          </a:p>
        </p:txBody>
      </p:sp>
    </p:spTree>
    <p:extLst>
      <p:ext uri="{BB962C8B-B14F-4D97-AF65-F5344CB8AC3E}">
        <p14:creationId xmlns:p14="http://schemas.microsoft.com/office/powerpoint/2010/main" val="370469619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fld id="{7D8C2C35-2B8A-446E-BEC0-FD36716C29AC}" type="slidenum">
              <a:rPr lang="de-DE" smtClean="0"/>
              <a:pPr/>
              <a:t>19</a:t>
            </a:fld>
            <a:endParaRPr lang="de-DE" dirty="0"/>
          </a:p>
        </p:txBody>
      </p:sp>
      <p:sp>
        <p:nvSpPr>
          <p:cNvPr id="6" name="Slide Image Placeholder 5"/>
          <p:cNvSpPr>
            <a:spLocks noGrp="1" noRot="1" noChangeAspect="1"/>
          </p:cNvSpPr>
          <p:nvPr>
            <p:ph type="sldImg"/>
          </p:nvPr>
        </p:nvSpPr>
        <p:spPr>
          <a:xfrm>
            <a:off x="547688" y="612775"/>
            <a:ext cx="5762625" cy="3241675"/>
          </a:xfrm>
        </p:spPr>
      </p:sp>
      <p:sp>
        <p:nvSpPr>
          <p:cNvPr id="7" name="Notes Placeholder 6"/>
          <p:cNvSpPr>
            <a:spLocks noGrp="1"/>
          </p:cNvSpPr>
          <p:nvPr>
            <p:ph type="body" idx="1"/>
          </p:nvPr>
        </p:nvSpPr>
        <p:spPr/>
        <p:txBody>
          <a:bodyPr>
            <a:normAutofit/>
          </a:bodyPr>
          <a:lstStyle/>
          <a:p>
            <a:endParaRPr lang="en-US"/>
          </a:p>
        </p:txBody>
      </p:sp>
    </p:spTree>
    <p:extLst>
      <p:ext uri="{BB962C8B-B14F-4D97-AF65-F5344CB8AC3E}">
        <p14:creationId xmlns:p14="http://schemas.microsoft.com/office/powerpoint/2010/main" val="254426430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hyperlink" Target="http://global.sap.com/corporate-en/legal/copyright/index.epx" TargetMode="External"/><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hyperlink" Target="http://www.sap.com/corporate-de/legal/copyright/index.epx"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Cover with image">
    <p:spTree>
      <p:nvGrpSpPr>
        <p:cNvPr id="1" name=""/>
        <p:cNvGrpSpPr/>
        <p:nvPr/>
      </p:nvGrpSpPr>
      <p:grpSpPr>
        <a:xfrm>
          <a:off x="0" y="0"/>
          <a:ext cx="0" cy="0"/>
          <a:chOff x="0" y="0"/>
          <a:chExt cx="0" cy="0"/>
        </a:xfrm>
      </p:grpSpPr>
      <p:sp>
        <p:nvSpPr>
          <p:cNvPr id="5" name="Cover Image Placeholder"/>
          <p:cNvSpPr>
            <a:spLocks noGrp="1"/>
          </p:cNvSpPr>
          <p:nvPr>
            <p:ph type="pic" sz="quarter" idx="12" hasCustomPrompt="1"/>
          </p:nvPr>
        </p:nvSpPr>
        <p:spPr>
          <a:xfrm>
            <a:off x="1" y="0"/>
            <a:ext cx="12195175" cy="3430006"/>
          </a:xfrm>
          <a:solidFill>
            <a:schemeClr val="tx2">
              <a:alpha val="70000"/>
            </a:schemeClr>
          </a:solidFill>
        </p:spPr>
        <p:txBody>
          <a:bodyPr tIns="504000"/>
          <a:lstStyle>
            <a:lvl1pPr algn="ctr">
              <a:defRPr sz="1600">
                <a:solidFill>
                  <a:schemeClr val="tx1"/>
                </a:solidFill>
              </a:defRPr>
            </a:lvl1pPr>
          </a:lstStyle>
          <a:p>
            <a:r>
              <a:rPr lang="en-US" dirty="0"/>
              <a:t>Click to insert title image</a:t>
            </a:r>
          </a:p>
        </p:txBody>
      </p:sp>
      <p:pic>
        <p:nvPicPr>
          <p:cNvPr id="15" name="SAP Logo"/>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88000" y="6217668"/>
            <a:ext cx="1578462" cy="360000"/>
          </a:xfrm>
          <a:prstGeom prst="rect">
            <a:avLst/>
          </a:prstGeom>
        </p:spPr>
      </p:pic>
      <p:grpSp>
        <p:nvGrpSpPr>
          <p:cNvPr id="2" name="Group 1"/>
          <p:cNvGrpSpPr/>
          <p:nvPr userDrawn="1"/>
        </p:nvGrpSpPr>
        <p:grpSpPr>
          <a:xfrm>
            <a:off x="9171173" y="0"/>
            <a:ext cx="3024002" cy="3430006"/>
            <a:chOff x="9171173" y="0"/>
            <a:chExt cx="3024002" cy="3430006"/>
          </a:xfrm>
        </p:grpSpPr>
        <p:sp>
          <p:nvSpPr>
            <p:cNvPr id="17" name="Rectangle 16"/>
            <p:cNvSpPr/>
            <p:nvPr userDrawn="1"/>
          </p:nvSpPr>
          <p:spPr bwMode="gray">
            <a:xfrm>
              <a:off x="11187175" y="0"/>
              <a:ext cx="1008000" cy="3430006"/>
            </a:xfrm>
            <a:prstGeom prst="rect">
              <a:avLst/>
            </a:prstGeom>
            <a:solidFill>
              <a:schemeClr val="accent1"/>
            </a:solidFill>
            <a:ln w="6350" algn="ctr">
              <a:noFill/>
              <a:miter lim="800000"/>
              <a:headEnd/>
              <a:tailEnd/>
            </a:ln>
          </p:spPr>
          <p:txBody>
            <a:bodyPr lIns="90000" tIns="72000" rIns="90000" bIns="72000" rtlCol="0" anchor="ctr"/>
            <a:lstStyle/>
            <a:p>
              <a:pPr marR="0" algn="ctr" defTabSz="914217" eaLnBrk="1" fontAlgn="base" latinLnBrk="0" hangingPunct="1">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18" name="Rectangle 17"/>
            <p:cNvSpPr/>
            <p:nvPr userDrawn="1"/>
          </p:nvSpPr>
          <p:spPr bwMode="gray">
            <a:xfrm>
              <a:off x="10179174" y="0"/>
              <a:ext cx="1008000" cy="3430006"/>
            </a:xfrm>
            <a:prstGeom prst="rect">
              <a:avLst/>
            </a:prstGeom>
            <a:solidFill>
              <a:schemeClr val="accent1">
                <a:alpha val="70000"/>
              </a:schemeClr>
            </a:solidFill>
            <a:ln w="6350" algn="ctr">
              <a:noFill/>
              <a:miter lim="800000"/>
              <a:headEnd/>
              <a:tailEnd/>
            </a:ln>
          </p:spPr>
          <p:txBody>
            <a:bodyPr lIns="90000" tIns="72000" rIns="90000" bIns="72000" rtlCol="0" anchor="ctr"/>
            <a:lstStyle/>
            <a:p>
              <a:pPr marR="0" algn="ctr" defTabSz="914217" eaLnBrk="1" fontAlgn="base" latinLnBrk="0" hangingPunct="1">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22" name="Rectangle 21"/>
            <p:cNvSpPr/>
            <p:nvPr userDrawn="1"/>
          </p:nvSpPr>
          <p:spPr bwMode="gray">
            <a:xfrm>
              <a:off x="9171173" y="0"/>
              <a:ext cx="1008000" cy="3430006"/>
            </a:xfrm>
            <a:prstGeom prst="rect">
              <a:avLst/>
            </a:prstGeom>
            <a:solidFill>
              <a:schemeClr val="accent1">
                <a:alpha val="40000"/>
              </a:schemeClr>
            </a:solidFill>
            <a:ln w="6350" algn="ctr">
              <a:noFill/>
              <a:miter lim="800000"/>
              <a:headEnd/>
              <a:tailEnd/>
            </a:ln>
          </p:spPr>
          <p:txBody>
            <a:bodyPr lIns="90000" tIns="72000" rIns="90000" bIns="72000" rtlCol="0" anchor="ctr"/>
            <a:lstStyle/>
            <a:p>
              <a:pPr marR="0" algn="ctr" defTabSz="914217" eaLnBrk="1" fontAlgn="base" latinLnBrk="0" hangingPunct="1">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grpSp>
      <p:sp>
        <p:nvSpPr>
          <p:cNvPr id="13" name="Classification"/>
          <p:cNvSpPr txBox="1"/>
          <p:nvPr userDrawn="1"/>
        </p:nvSpPr>
        <p:spPr>
          <a:xfrm>
            <a:off x="288000" y="5769666"/>
            <a:ext cx="4204855" cy="138499"/>
          </a:xfrm>
          <a:prstGeom prst="rect">
            <a:avLst/>
          </a:prstGeom>
        </p:spPr>
        <p:txBody>
          <a:bodyPr vert="horz" lIns="0" tIns="0" rIns="0" bIns="0" rtlCol="0">
            <a:noAutofit/>
          </a:bodyPr>
          <a:lstStyle>
            <a:lvl1pPr lvl="0" indent="0">
              <a:spcBef>
                <a:spcPts val="0"/>
              </a:spcBef>
              <a:buClr>
                <a:schemeClr val="accent1"/>
              </a:buClr>
              <a:buSzPct val="80000"/>
              <a:buFontTx/>
              <a:buNone/>
              <a:defRPr sz="1000" b="0">
                <a:latin typeface="+mn-lt"/>
              </a:defRPr>
            </a:lvl1pPr>
            <a:lvl2pPr marL="180000" indent="-180000">
              <a:spcBef>
                <a:spcPts val="600"/>
              </a:spcBef>
              <a:buClr>
                <a:schemeClr val="accent1"/>
              </a:buClr>
              <a:buFont typeface="Wingdings" pitchFamily="2" charset="2"/>
              <a:buChar char="§"/>
              <a:defRPr sz="1800">
                <a:latin typeface="+mn-lt"/>
              </a:defRPr>
            </a:lvl2pPr>
            <a:lvl3pPr marL="360000" indent="-180000">
              <a:spcBef>
                <a:spcPts val="300"/>
              </a:spcBef>
              <a:buClr>
                <a:schemeClr val="tx1"/>
              </a:buClr>
              <a:buSzPct val="100000"/>
              <a:buFont typeface="Arial" panose="020B0604020202020204" pitchFamily="34" charset="0"/>
              <a:buChar char="–"/>
              <a:defRPr lang="en-US" sz="1800" noProof="0" dirty="0" smtClean="0">
                <a:latin typeface="+mn-lt"/>
              </a:defRPr>
            </a:lvl3pPr>
            <a:lvl4pPr marL="540000" indent="-180000">
              <a:spcBef>
                <a:spcPts val="300"/>
              </a:spcBef>
              <a:buClr>
                <a:schemeClr val="tx1"/>
              </a:buClr>
              <a:buSzPct val="120000"/>
              <a:buFont typeface="Arial" pitchFamily="34" charset="0"/>
              <a:buChar char="▫"/>
              <a:defRPr sz="1600">
                <a:latin typeface="+mn-lt"/>
              </a:defRPr>
            </a:lvl4pPr>
            <a:lvl5pPr marL="720000" indent="-180000">
              <a:spcBef>
                <a:spcPts val="100"/>
              </a:spcBef>
              <a:buClr>
                <a:schemeClr val="tx1"/>
              </a:buClr>
              <a:buSzPct val="100000"/>
              <a:buFont typeface="Symbol" panose="05050102010706020507" pitchFamily="18" charset="2"/>
              <a:buChar char="-"/>
              <a:defRPr sz="1400" baseline="0">
                <a:latin typeface="+mn-lt"/>
              </a:defRPr>
            </a:lvl5pPr>
            <a:lvl6pPr marL="2994134" indent="-272194">
              <a:spcBef>
                <a:spcPct val="20000"/>
              </a:spcBef>
              <a:buFont typeface="Arial" pitchFamily="34" charset="0"/>
              <a:buChar char="•"/>
              <a:defRPr sz="2400"/>
            </a:lvl6pPr>
            <a:lvl7pPr marL="3538522" indent="-272194">
              <a:spcBef>
                <a:spcPct val="20000"/>
              </a:spcBef>
              <a:buFont typeface="Arial" pitchFamily="34" charset="0"/>
              <a:buChar char="•"/>
              <a:defRPr sz="2400"/>
            </a:lvl7pPr>
            <a:lvl8pPr marL="4082910" indent="-272194">
              <a:spcBef>
                <a:spcPct val="20000"/>
              </a:spcBef>
              <a:buFont typeface="Arial" pitchFamily="34" charset="0"/>
              <a:buChar char="•"/>
              <a:defRPr sz="2400"/>
            </a:lvl8pPr>
            <a:lvl9pPr marL="4627298" indent="-272194">
              <a:spcBef>
                <a:spcPct val="20000"/>
              </a:spcBef>
              <a:buFont typeface="Arial" pitchFamily="34" charset="0"/>
              <a:buChar char="•"/>
              <a:defRPr sz="2400"/>
            </a:lvl9pPr>
          </a:lstStyle>
          <a:p>
            <a:pPr lvl="0" algn="l"/>
            <a:r>
              <a:rPr lang="en-US" sz="900" b="0"/>
              <a:t>INTERNAL</a:t>
            </a:r>
            <a:endParaRPr lang="en-US" sz="900" b="0" dirty="0"/>
          </a:p>
        </p:txBody>
      </p:sp>
      <p:sp>
        <p:nvSpPr>
          <p:cNvPr id="19" name="Speaker"/>
          <p:cNvSpPr>
            <a:spLocks noGrp="1"/>
          </p:cNvSpPr>
          <p:nvPr userDrawn="1">
            <p:ph type="subTitle" idx="1" hasCustomPrompt="1"/>
          </p:nvPr>
        </p:nvSpPr>
        <p:spPr bwMode="gray">
          <a:xfrm>
            <a:off x="288000" y="5130489"/>
            <a:ext cx="10900800" cy="430887"/>
          </a:xfrm>
        </p:spPr>
        <p:txBody>
          <a:bodyPr wrap="square" anchor="t" anchorCtr="0">
            <a:noAutofit/>
          </a:bodyPr>
          <a:lstStyle>
            <a:lvl1pPr marL="0" marR="0" indent="0" algn="l" defTabSz="1088558" rtl="0" eaLnBrk="1" fontAlgn="auto" latinLnBrk="0" hangingPunct="1">
              <a:lnSpc>
                <a:spcPct val="100000"/>
              </a:lnSpc>
              <a:spcBef>
                <a:spcPts val="0"/>
              </a:spcBef>
              <a:spcAft>
                <a:spcPts val="0"/>
              </a:spcAft>
              <a:buClr>
                <a:schemeClr val="accent1"/>
              </a:buClr>
              <a:buSzPct val="80000"/>
              <a:buFontTx/>
              <a:buNone/>
              <a:tabLst/>
              <a:defRPr sz="1400" b="0" baseline="0">
                <a:solidFill>
                  <a:schemeClr val="tx1"/>
                </a:solidFill>
              </a:defRPr>
            </a:lvl1pPr>
            <a:lvl2pPr marL="544279" indent="0" algn="ctr">
              <a:buNone/>
              <a:defRPr>
                <a:solidFill>
                  <a:schemeClr val="tx1">
                    <a:tint val="75000"/>
                  </a:schemeClr>
                </a:solidFill>
              </a:defRPr>
            </a:lvl2pPr>
            <a:lvl3pPr marL="1088558" indent="0" algn="ctr">
              <a:buNone/>
              <a:defRPr>
                <a:solidFill>
                  <a:schemeClr val="tx1">
                    <a:tint val="75000"/>
                  </a:schemeClr>
                </a:solidFill>
              </a:defRPr>
            </a:lvl3pPr>
            <a:lvl4pPr marL="1632837" indent="0" algn="ctr">
              <a:buNone/>
              <a:defRPr>
                <a:solidFill>
                  <a:schemeClr val="tx1">
                    <a:tint val="75000"/>
                  </a:schemeClr>
                </a:solidFill>
              </a:defRPr>
            </a:lvl4pPr>
            <a:lvl5pPr marL="2177116" indent="0" algn="ctr">
              <a:buNone/>
              <a:defRPr>
                <a:solidFill>
                  <a:schemeClr val="tx1">
                    <a:tint val="75000"/>
                  </a:schemeClr>
                </a:solidFill>
              </a:defRPr>
            </a:lvl5pPr>
            <a:lvl6pPr marL="2721396" indent="0" algn="ctr">
              <a:buNone/>
              <a:defRPr>
                <a:solidFill>
                  <a:schemeClr val="tx1">
                    <a:tint val="75000"/>
                  </a:schemeClr>
                </a:solidFill>
              </a:defRPr>
            </a:lvl6pPr>
            <a:lvl7pPr marL="3265675" indent="0" algn="ctr">
              <a:buNone/>
              <a:defRPr>
                <a:solidFill>
                  <a:schemeClr val="tx1">
                    <a:tint val="75000"/>
                  </a:schemeClr>
                </a:solidFill>
              </a:defRPr>
            </a:lvl7pPr>
            <a:lvl8pPr marL="3809954" indent="0" algn="ctr">
              <a:buNone/>
              <a:defRPr>
                <a:solidFill>
                  <a:schemeClr val="tx1">
                    <a:tint val="75000"/>
                  </a:schemeClr>
                </a:solidFill>
              </a:defRPr>
            </a:lvl8pPr>
            <a:lvl9pPr marL="4354233" indent="0" algn="ctr">
              <a:buNone/>
              <a:defRPr>
                <a:solidFill>
                  <a:schemeClr val="tx1">
                    <a:tint val="75000"/>
                  </a:schemeClr>
                </a:solidFill>
              </a:defRPr>
            </a:lvl9pPr>
          </a:lstStyle>
          <a:p>
            <a:r>
              <a:rPr lang="en-US" dirty="0"/>
              <a:t>Speaker’s Name, SAP</a:t>
            </a:r>
          </a:p>
          <a:p>
            <a:pPr marL="0" marR="0" lvl="0" indent="0" algn="l" defTabSz="1088558" rtl="0" eaLnBrk="1" fontAlgn="auto" latinLnBrk="0" hangingPunct="1">
              <a:lnSpc>
                <a:spcPct val="100000"/>
              </a:lnSpc>
              <a:spcBef>
                <a:spcPts val="0"/>
              </a:spcBef>
              <a:spcAft>
                <a:spcPts val="0"/>
              </a:spcAft>
              <a:buClr>
                <a:schemeClr val="accent1"/>
              </a:buClr>
              <a:buSzPct val="80000"/>
              <a:buFontTx/>
              <a:buNone/>
              <a:tabLst/>
              <a:defRPr/>
            </a:pPr>
            <a:r>
              <a:rPr lang="en-US" dirty="0"/>
              <a:t>Month 00, 2017</a:t>
            </a:r>
          </a:p>
        </p:txBody>
      </p:sp>
      <p:sp>
        <p:nvSpPr>
          <p:cNvPr id="20" name="Presentation Title"/>
          <p:cNvSpPr>
            <a:spLocks noGrp="1"/>
          </p:cNvSpPr>
          <p:nvPr userDrawn="1">
            <p:ph type="body" sz="quarter" idx="14" hasCustomPrompt="1"/>
          </p:nvPr>
        </p:nvSpPr>
        <p:spPr>
          <a:xfrm>
            <a:off x="288000" y="4024430"/>
            <a:ext cx="10899174" cy="997196"/>
          </a:xfrm>
        </p:spPr>
        <p:txBody>
          <a:bodyPr wrap="square">
            <a:spAutoFit/>
          </a:bodyPr>
          <a:lstStyle>
            <a:lvl1pPr>
              <a:lnSpc>
                <a:spcPct val="90000"/>
              </a:lnSpc>
              <a:spcBef>
                <a:spcPts val="0"/>
              </a:spcBef>
              <a:defRPr sz="3600" b="1" baseline="0"/>
            </a:lvl1pPr>
          </a:lstStyle>
          <a:p>
            <a:pPr lvl="0"/>
            <a:r>
              <a:rPr lang="en-US" dirty="0"/>
              <a:t>Presentation Title </a:t>
            </a:r>
            <a:br>
              <a:rPr lang="en-US" dirty="0"/>
            </a:br>
            <a:r>
              <a:rPr lang="en-US" dirty="0"/>
              <a:t>Goes Here and Here.</a:t>
            </a:r>
          </a:p>
        </p:txBody>
      </p:sp>
    </p:spTree>
    <p:extLst>
      <p:ext uri="{BB962C8B-B14F-4D97-AF65-F5344CB8AC3E}">
        <p14:creationId xmlns:p14="http://schemas.microsoft.com/office/powerpoint/2010/main" val="2452717617"/>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Cover with illustration scene art">
    <p:spTree>
      <p:nvGrpSpPr>
        <p:cNvPr id="1" name=""/>
        <p:cNvGrpSpPr/>
        <p:nvPr/>
      </p:nvGrpSpPr>
      <p:grpSpPr>
        <a:xfrm>
          <a:off x="0" y="0"/>
          <a:ext cx="0" cy="0"/>
          <a:chOff x="0" y="0"/>
          <a:chExt cx="0" cy="0"/>
        </a:xfrm>
      </p:grpSpPr>
      <p:sp>
        <p:nvSpPr>
          <p:cNvPr id="5" name="Cover Image Placeholder"/>
          <p:cNvSpPr>
            <a:spLocks noGrp="1"/>
          </p:cNvSpPr>
          <p:nvPr>
            <p:ph type="pic" sz="quarter" idx="12" hasCustomPrompt="1"/>
          </p:nvPr>
        </p:nvSpPr>
        <p:spPr>
          <a:xfrm>
            <a:off x="1" y="0"/>
            <a:ext cx="12195175" cy="3430006"/>
          </a:xfrm>
          <a:noFill/>
        </p:spPr>
        <p:txBody>
          <a:bodyPr tIns="504000"/>
          <a:lstStyle>
            <a:lvl1pPr algn="ctr">
              <a:defRPr sz="1600">
                <a:solidFill>
                  <a:schemeClr val="tx1"/>
                </a:solidFill>
              </a:defRPr>
            </a:lvl1pPr>
          </a:lstStyle>
          <a:p>
            <a:r>
              <a:rPr lang="en-US" dirty="0"/>
              <a:t>Click to insert illustration scene art</a:t>
            </a:r>
          </a:p>
        </p:txBody>
      </p:sp>
      <p:pic>
        <p:nvPicPr>
          <p:cNvPr id="15" name="SAP Logo"/>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88000" y="6217668"/>
            <a:ext cx="1578462" cy="360000"/>
          </a:xfrm>
          <a:prstGeom prst="rect">
            <a:avLst/>
          </a:prstGeom>
        </p:spPr>
      </p:pic>
      <p:sp>
        <p:nvSpPr>
          <p:cNvPr id="13" name="Classification"/>
          <p:cNvSpPr txBox="1"/>
          <p:nvPr userDrawn="1"/>
        </p:nvSpPr>
        <p:spPr>
          <a:xfrm>
            <a:off x="288000" y="5769666"/>
            <a:ext cx="4204855" cy="138499"/>
          </a:xfrm>
          <a:prstGeom prst="rect">
            <a:avLst/>
          </a:prstGeom>
        </p:spPr>
        <p:txBody>
          <a:bodyPr vert="horz" lIns="0" tIns="0" rIns="0" bIns="0" rtlCol="0">
            <a:noAutofit/>
          </a:bodyPr>
          <a:lstStyle>
            <a:lvl1pPr lvl="0" indent="0">
              <a:spcBef>
                <a:spcPts val="0"/>
              </a:spcBef>
              <a:buClr>
                <a:schemeClr val="accent1"/>
              </a:buClr>
              <a:buSzPct val="80000"/>
              <a:buFontTx/>
              <a:buNone/>
              <a:defRPr sz="1000" b="0">
                <a:latin typeface="+mn-lt"/>
              </a:defRPr>
            </a:lvl1pPr>
            <a:lvl2pPr marL="180000" indent="-180000">
              <a:spcBef>
                <a:spcPts val="600"/>
              </a:spcBef>
              <a:buClr>
                <a:schemeClr val="accent1"/>
              </a:buClr>
              <a:buFont typeface="Wingdings" pitchFamily="2" charset="2"/>
              <a:buChar char="§"/>
              <a:defRPr sz="1800">
                <a:latin typeface="+mn-lt"/>
              </a:defRPr>
            </a:lvl2pPr>
            <a:lvl3pPr marL="360000" indent="-180000">
              <a:spcBef>
                <a:spcPts val="300"/>
              </a:spcBef>
              <a:buClr>
                <a:schemeClr val="tx1"/>
              </a:buClr>
              <a:buSzPct val="100000"/>
              <a:buFont typeface="Arial" panose="020B0604020202020204" pitchFamily="34" charset="0"/>
              <a:buChar char="–"/>
              <a:defRPr lang="en-US" sz="1800" noProof="0" dirty="0" smtClean="0">
                <a:latin typeface="+mn-lt"/>
              </a:defRPr>
            </a:lvl3pPr>
            <a:lvl4pPr marL="540000" indent="-180000">
              <a:spcBef>
                <a:spcPts val="300"/>
              </a:spcBef>
              <a:buClr>
                <a:schemeClr val="tx1"/>
              </a:buClr>
              <a:buSzPct val="120000"/>
              <a:buFont typeface="Arial" pitchFamily="34" charset="0"/>
              <a:buChar char="▫"/>
              <a:defRPr sz="1600">
                <a:latin typeface="+mn-lt"/>
              </a:defRPr>
            </a:lvl4pPr>
            <a:lvl5pPr marL="720000" indent="-180000">
              <a:spcBef>
                <a:spcPts val="100"/>
              </a:spcBef>
              <a:buClr>
                <a:schemeClr val="tx1"/>
              </a:buClr>
              <a:buSzPct val="100000"/>
              <a:buFont typeface="Symbol" panose="05050102010706020507" pitchFamily="18" charset="2"/>
              <a:buChar char="-"/>
              <a:defRPr sz="1400" baseline="0">
                <a:latin typeface="+mn-lt"/>
              </a:defRPr>
            </a:lvl5pPr>
            <a:lvl6pPr marL="2994134" indent="-272194">
              <a:spcBef>
                <a:spcPct val="20000"/>
              </a:spcBef>
              <a:buFont typeface="Arial" pitchFamily="34" charset="0"/>
              <a:buChar char="•"/>
              <a:defRPr sz="2400"/>
            </a:lvl6pPr>
            <a:lvl7pPr marL="3538522" indent="-272194">
              <a:spcBef>
                <a:spcPct val="20000"/>
              </a:spcBef>
              <a:buFont typeface="Arial" pitchFamily="34" charset="0"/>
              <a:buChar char="•"/>
              <a:defRPr sz="2400"/>
            </a:lvl7pPr>
            <a:lvl8pPr marL="4082910" indent="-272194">
              <a:spcBef>
                <a:spcPct val="20000"/>
              </a:spcBef>
              <a:buFont typeface="Arial" pitchFamily="34" charset="0"/>
              <a:buChar char="•"/>
              <a:defRPr sz="2400"/>
            </a:lvl8pPr>
            <a:lvl9pPr marL="4627298" indent="-272194">
              <a:spcBef>
                <a:spcPct val="20000"/>
              </a:spcBef>
              <a:buFont typeface="Arial" pitchFamily="34" charset="0"/>
              <a:buChar char="•"/>
              <a:defRPr sz="2400"/>
            </a:lvl9pPr>
          </a:lstStyle>
          <a:p>
            <a:pPr lvl="0" algn="l"/>
            <a:r>
              <a:rPr lang="en-US" sz="900" b="0"/>
              <a:t>INTERNAL</a:t>
            </a:r>
            <a:endParaRPr lang="en-US" sz="900" b="0" dirty="0"/>
          </a:p>
        </p:txBody>
      </p:sp>
      <p:sp>
        <p:nvSpPr>
          <p:cNvPr id="19" name="Speaker"/>
          <p:cNvSpPr>
            <a:spLocks noGrp="1"/>
          </p:cNvSpPr>
          <p:nvPr userDrawn="1">
            <p:ph type="subTitle" idx="1" hasCustomPrompt="1"/>
          </p:nvPr>
        </p:nvSpPr>
        <p:spPr bwMode="gray">
          <a:xfrm>
            <a:off x="288000" y="5130489"/>
            <a:ext cx="10900800" cy="430887"/>
          </a:xfrm>
        </p:spPr>
        <p:txBody>
          <a:bodyPr wrap="square" anchor="t" anchorCtr="0">
            <a:noAutofit/>
          </a:bodyPr>
          <a:lstStyle>
            <a:lvl1pPr marL="0" marR="0" indent="0" algn="l" defTabSz="1088558" rtl="0" eaLnBrk="1" fontAlgn="auto" latinLnBrk="0" hangingPunct="1">
              <a:lnSpc>
                <a:spcPct val="100000"/>
              </a:lnSpc>
              <a:spcBef>
                <a:spcPts val="0"/>
              </a:spcBef>
              <a:spcAft>
                <a:spcPts val="0"/>
              </a:spcAft>
              <a:buClr>
                <a:schemeClr val="accent1"/>
              </a:buClr>
              <a:buSzPct val="80000"/>
              <a:buFontTx/>
              <a:buNone/>
              <a:tabLst/>
              <a:defRPr sz="1400" b="0" baseline="0">
                <a:solidFill>
                  <a:schemeClr val="tx1"/>
                </a:solidFill>
              </a:defRPr>
            </a:lvl1pPr>
            <a:lvl2pPr marL="544279" indent="0" algn="ctr">
              <a:buNone/>
              <a:defRPr>
                <a:solidFill>
                  <a:schemeClr val="tx1">
                    <a:tint val="75000"/>
                  </a:schemeClr>
                </a:solidFill>
              </a:defRPr>
            </a:lvl2pPr>
            <a:lvl3pPr marL="1088558" indent="0" algn="ctr">
              <a:buNone/>
              <a:defRPr>
                <a:solidFill>
                  <a:schemeClr val="tx1">
                    <a:tint val="75000"/>
                  </a:schemeClr>
                </a:solidFill>
              </a:defRPr>
            </a:lvl3pPr>
            <a:lvl4pPr marL="1632837" indent="0" algn="ctr">
              <a:buNone/>
              <a:defRPr>
                <a:solidFill>
                  <a:schemeClr val="tx1">
                    <a:tint val="75000"/>
                  </a:schemeClr>
                </a:solidFill>
              </a:defRPr>
            </a:lvl4pPr>
            <a:lvl5pPr marL="2177116" indent="0" algn="ctr">
              <a:buNone/>
              <a:defRPr>
                <a:solidFill>
                  <a:schemeClr val="tx1">
                    <a:tint val="75000"/>
                  </a:schemeClr>
                </a:solidFill>
              </a:defRPr>
            </a:lvl5pPr>
            <a:lvl6pPr marL="2721396" indent="0" algn="ctr">
              <a:buNone/>
              <a:defRPr>
                <a:solidFill>
                  <a:schemeClr val="tx1">
                    <a:tint val="75000"/>
                  </a:schemeClr>
                </a:solidFill>
              </a:defRPr>
            </a:lvl6pPr>
            <a:lvl7pPr marL="3265675" indent="0" algn="ctr">
              <a:buNone/>
              <a:defRPr>
                <a:solidFill>
                  <a:schemeClr val="tx1">
                    <a:tint val="75000"/>
                  </a:schemeClr>
                </a:solidFill>
              </a:defRPr>
            </a:lvl7pPr>
            <a:lvl8pPr marL="3809954" indent="0" algn="ctr">
              <a:buNone/>
              <a:defRPr>
                <a:solidFill>
                  <a:schemeClr val="tx1">
                    <a:tint val="75000"/>
                  </a:schemeClr>
                </a:solidFill>
              </a:defRPr>
            </a:lvl8pPr>
            <a:lvl9pPr marL="4354233" indent="0" algn="ctr">
              <a:buNone/>
              <a:defRPr>
                <a:solidFill>
                  <a:schemeClr val="tx1">
                    <a:tint val="75000"/>
                  </a:schemeClr>
                </a:solidFill>
              </a:defRPr>
            </a:lvl9pPr>
          </a:lstStyle>
          <a:p>
            <a:r>
              <a:rPr lang="en-US" dirty="0"/>
              <a:t>Speaker’s Name, SAP</a:t>
            </a:r>
          </a:p>
          <a:p>
            <a:pPr marL="0" marR="0" lvl="0" indent="0" algn="l" defTabSz="1088558" rtl="0" eaLnBrk="1" fontAlgn="auto" latinLnBrk="0" hangingPunct="1">
              <a:lnSpc>
                <a:spcPct val="100000"/>
              </a:lnSpc>
              <a:spcBef>
                <a:spcPts val="0"/>
              </a:spcBef>
              <a:spcAft>
                <a:spcPts val="0"/>
              </a:spcAft>
              <a:buClr>
                <a:schemeClr val="accent1"/>
              </a:buClr>
              <a:buSzPct val="80000"/>
              <a:buFontTx/>
              <a:buNone/>
              <a:tabLst/>
              <a:defRPr/>
            </a:pPr>
            <a:r>
              <a:rPr lang="en-US" dirty="0"/>
              <a:t>Month 00, 2017</a:t>
            </a:r>
          </a:p>
        </p:txBody>
      </p:sp>
      <p:sp>
        <p:nvSpPr>
          <p:cNvPr id="20" name="Presentation Title"/>
          <p:cNvSpPr>
            <a:spLocks noGrp="1"/>
          </p:cNvSpPr>
          <p:nvPr userDrawn="1">
            <p:ph type="body" sz="quarter" idx="14" hasCustomPrompt="1"/>
          </p:nvPr>
        </p:nvSpPr>
        <p:spPr>
          <a:xfrm>
            <a:off x="288000" y="4024430"/>
            <a:ext cx="10899174" cy="997196"/>
          </a:xfrm>
        </p:spPr>
        <p:txBody>
          <a:bodyPr wrap="square">
            <a:spAutoFit/>
          </a:bodyPr>
          <a:lstStyle>
            <a:lvl1pPr>
              <a:lnSpc>
                <a:spcPct val="90000"/>
              </a:lnSpc>
              <a:spcBef>
                <a:spcPts val="0"/>
              </a:spcBef>
              <a:defRPr sz="3600" b="1" baseline="0"/>
            </a:lvl1pPr>
          </a:lstStyle>
          <a:p>
            <a:pPr lvl="0"/>
            <a:r>
              <a:rPr lang="en-US" dirty="0"/>
              <a:t>Presentation Title </a:t>
            </a:r>
            <a:br>
              <a:rPr lang="en-US" dirty="0"/>
            </a:br>
            <a:r>
              <a:rPr lang="en-US" dirty="0"/>
              <a:t>Goes Here and Here.</a:t>
            </a:r>
          </a:p>
        </p:txBody>
      </p:sp>
    </p:spTree>
    <p:extLst>
      <p:ext uri="{BB962C8B-B14F-4D97-AF65-F5344CB8AC3E}">
        <p14:creationId xmlns:p14="http://schemas.microsoft.com/office/powerpoint/2010/main" val="3018874800"/>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Cover black">
    <p:spTree>
      <p:nvGrpSpPr>
        <p:cNvPr id="1" name=""/>
        <p:cNvGrpSpPr/>
        <p:nvPr/>
      </p:nvGrpSpPr>
      <p:grpSpPr>
        <a:xfrm>
          <a:off x="0" y="0"/>
          <a:ext cx="0" cy="0"/>
          <a:chOff x="0" y="0"/>
          <a:chExt cx="0" cy="0"/>
        </a:xfrm>
      </p:grpSpPr>
      <p:sp>
        <p:nvSpPr>
          <p:cNvPr id="24" name="Classification"/>
          <p:cNvSpPr txBox="1"/>
          <p:nvPr userDrawn="1"/>
        </p:nvSpPr>
        <p:spPr>
          <a:xfrm>
            <a:off x="288000" y="5093865"/>
            <a:ext cx="4204855" cy="153852"/>
          </a:xfrm>
          <a:prstGeom prst="rect">
            <a:avLst/>
          </a:prstGeom>
        </p:spPr>
        <p:txBody>
          <a:bodyPr vert="horz" lIns="0" tIns="0" rIns="0" bIns="0" rtlCol="0">
            <a:noAutofit/>
          </a:bodyPr>
          <a:lstStyle>
            <a:lvl1pPr lvl="0" indent="0">
              <a:spcBef>
                <a:spcPts val="0"/>
              </a:spcBef>
              <a:buClr>
                <a:schemeClr val="accent1"/>
              </a:buClr>
              <a:buSzPct val="80000"/>
              <a:buFontTx/>
              <a:buNone/>
              <a:defRPr sz="1000" b="0">
                <a:latin typeface="+mn-lt"/>
              </a:defRPr>
            </a:lvl1pPr>
            <a:lvl2pPr marL="180000" indent="-180000">
              <a:spcBef>
                <a:spcPts val="600"/>
              </a:spcBef>
              <a:buClr>
                <a:schemeClr val="accent1"/>
              </a:buClr>
              <a:buFont typeface="Wingdings" pitchFamily="2" charset="2"/>
              <a:buChar char="§"/>
              <a:defRPr sz="1800">
                <a:latin typeface="+mn-lt"/>
              </a:defRPr>
            </a:lvl2pPr>
            <a:lvl3pPr marL="360000" indent="-180000">
              <a:spcBef>
                <a:spcPts val="300"/>
              </a:spcBef>
              <a:buClr>
                <a:schemeClr val="tx1"/>
              </a:buClr>
              <a:buSzPct val="100000"/>
              <a:buFont typeface="Arial" panose="020B0604020202020204" pitchFamily="34" charset="0"/>
              <a:buChar char="–"/>
              <a:defRPr lang="en-US" sz="1800" noProof="0" dirty="0" smtClean="0">
                <a:latin typeface="+mn-lt"/>
              </a:defRPr>
            </a:lvl3pPr>
            <a:lvl4pPr marL="540000" indent="-180000">
              <a:spcBef>
                <a:spcPts val="300"/>
              </a:spcBef>
              <a:buClr>
                <a:schemeClr val="tx1"/>
              </a:buClr>
              <a:buSzPct val="120000"/>
              <a:buFont typeface="Arial" pitchFamily="34" charset="0"/>
              <a:buChar char="▫"/>
              <a:defRPr sz="1600">
                <a:latin typeface="+mn-lt"/>
              </a:defRPr>
            </a:lvl4pPr>
            <a:lvl5pPr marL="720000" indent="-180000">
              <a:spcBef>
                <a:spcPts val="100"/>
              </a:spcBef>
              <a:buClr>
                <a:schemeClr val="tx1"/>
              </a:buClr>
              <a:buSzPct val="100000"/>
              <a:buFont typeface="Symbol" panose="05050102010706020507" pitchFamily="18" charset="2"/>
              <a:buChar char="-"/>
              <a:defRPr sz="1400" baseline="0">
                <a:latin typeface="+mn-lt"/>
              </a:defRPr>
            </a:lvl5pPr>
            <a:lvl6pPr marL="2994134" indent="-272194">
              <a:spcBef>
                <a:spcPct val="20000"/>
              </a:spcBef>
              <a:buFont typeface="Arial" pitchFamily="34" charset="0"/>
              <a:buChar char="•"/>
              <a:defRPr sz="2400"/>
            </a:lvl6pPr>
            <a:lvl7pPr marL="3538522" indent="-272194">
              <a:spcBef>
                <a:spcPct val="20000"/>
              </a:spcBef>
              <a:buFont typeface="Arial" pitchFamily="34" charset="0"/>
              <a:buChar char="•"/>
              <a:defRPr sz="2400"/>
            </a:lvl7pPr>
            <a:lvl8pPr marL="4082910" indent="-272194">
              <a:spcBef>
                <a:spcPct val="20000"/>
              </a:spcBef>
              <a:buFont typeface="Arial" pitchFamily="34" charset="0"/>
              <a:buChar char="•"/>
              <a:defRPr sz="2400"/>
            </a:lvl8pPr>
            <a:lvl9pPr marL="4627298" indent="-272194">
              <a:spcBef>
                <a:spcPct val="20000"/>
              </a:spcBef>
              <a:buFont typeface="Arial" pitchFamily="34" charset="0"/>
              <a:buChar char="•"/>
              <a:defRPr sz="2400"/>
            </a:lvl9pPr>
          </a:lstStyle>
          <a:p>
            <a:pPr lvl="0" algn="l"/>
            <a:r>
              <a:rPr lang="en-US" sz="900" b="0"/>
              <a:t>INTERNAL</a:t>
            </a:r>
            <a:endParaRPr lang="en-US" sz="900" b="0" dirty="0"/>
          </a:p>
        </p:txBody>
      </p:sp>
      <p:sp>
        <p:nvSpPr>
          <p:cNvPr id="6" name="Speaker"/>
          <p:cNvSpPr>
            <a:spLocks noGrp="1"/>
          </p:cNvSpPr>
          <p:nvPr userDrawn="1">
            <p:ph type="subTitle" idx="1" hasCustomPrompt="1"/>
          </p:nvPr>
        </p:nvSpPr>
        <p:spPr bwMode="gray">
          <a:xfrm>
            <a:off x="288000" y="4268503"/>
            <a:ext cx="8595171" cy="430887"/>
          </a:xfrm>
        </p:spPr>
        <p:txBody>
          <a:bodyPr wrap="square" anchor="t" anchorCtr="0">
            <a:noAutofit/>
          </a:bodyPr>
          <a:lstStyle>
            <a:lvl1pPr marL="0" marR="0" indent="0" algn="l" defTabSz="1088558" rtl="0" eaLnBrk="1" fontAlgn="auto" latinLnBrk="0" hangingPunct="1">
              <a:lnSpc>
                <a:spcPct val="100000"/>
              </a:lnSpc>
              <a:spcBef>
                <a:spcPts val="0"/>
              </a:spcBef>
              <a:spcAft>
                <a:spcPts val="0"/>
              </a:spcAft>
              <a:buClr>
                <a:schemeClr val="accent1"/>
              </a:buClr>
              <a:buSzPct val="80000"/>
              <a:buFontTx/>
              <a:buNone/>
              <a:tabLst/>
              <a:defRPr sz="1400" b="0" baseline="0">
                <a:solidFill>
                  <a:schemeClr val="tx1"/>
                </a:solidFill>
              </a:defRPr>
            </a:lvl1pPr>
            <a:lvl2pPr marL="544279" indent="0" algn="ctr">
              <a:buNone/>
              <a:defRPr>
                <a:solidFill>
                  <a:schemeClr val="tx1">
                    <a:tint val="75000"/>
                  </a:schemeClr>
                </a:solidFill>
              </a:defRPr>
            </a:lvl2pPr>
            <a:lvl3pPr marL="1088558" indent="0" algn="ctr">
              <a:buNone/>
              <a:defRPr>
                <a:solidFill>
                  <a:schemeClr val="tx1">
                    <a:tint val="75000"/>
                  </a:schemeClr>
                </a:solidFill>
              </a:defRPr>
            </a:lvl3pPr>
            <a:lvl4pPr marL="1632837" indent="0" algn="ctr">
              <a:buNone/>
              <a:defRPr>
                <a:solidFill>
                  <a:schemeClr val="tx1">
                    <a:tint val="75000"/>
                  </a:schemeClr>
                </a:solidFill>
              </a:defRPr>
            </a:lvl4pPr>
            <a:lvl5pPr marL="2177116" indent="0" algn="ctr">
              <a:buNone/>
              <a:defRPr>
                <a:solidFill>
                  <a:schemeClr val="tx1">
                    <a:tint val="75000"/>
                  </a:schemeClr>
                </a:solidFill>
              </a:defRPr>
            </a:lvl5pPr>
            <a:lvl6pPr marL="2721396" indent="0" algn="ctr">
              <a:buNone/>
              <a:defRPr>
                <a:solidFill>
                  <a:schemeClr val="tx1">
                    <a:tint val="75000"/>
                  </a:schemeClr>
                </a:solidFill>
              </a:defRPr>
            </a:lvl6pPr>
            <a:lvl7pPr marL="3265675" indent="0" algn="ctr">
              <a:buNone/>
              <a:defRPr>
                <a:solidFill>
                  <a:schemeClr val="tx1">
                    <a:tint val="75000"/>
                  </a:schemeClr>
                </a:solidFill>
              </a:defRPr>
            </a:lvl7pPr>
            <a:lvl8pPr marL="3809954" indent="0" algn="ctr">
              <a:buNone/>
              <a:defRPr>
                <a:solidFill>
                  <a:schemeClr val="tx1">
                    <a:tint val="75000"/>
                  </a:schemeClr>
                </a:solidFill>
              </a:defRPr>
            </a:lvl8pPr>
            <a:lvl9pPr marL="4354233" indent="0" algn="ctr">
              <a:buNone/>
              <a:defRPr>
                <a:solidFill>
                  <a:schemeClr val="tx1">
                    <a:tint val="75000"/>
                  </a:schemeClr>
                </a:solidFill>
              </a:defRPr>
            </a:lvl9pPr>
          </a:lstStyle>
          <a:p>
            <a:r>
              <a:rPr lang="en-US" dirty="0"/>
              <a:t>Speaker’s Name, SAP</a:t>
            </a:r>
          </a:p>
          <a:p>
            <a:pPr marL="0" marR="0" lvl="0" indent="0" algn="l" defTabSz="1088558" rtl="0" eaLnBrk="1" fontAlgn="auto" latinLnBrk="0" hangingPunct="1">
              <a:lnSpc>
                <a:spcPct val="100000"/>
              </a:lnSpc>
              <a:spcBef>
                <a:spcPts val="0"/>
              </a:spcBef>
              <a:spcAft>
                <a:spcPts val="0"/>
              </a:spcAft>
              <a:buClr>
                <a:schemeClr val="accent1"/>
              </a:buClr>
              <a:buSzPct val="80000"/>
              <a:buFontTx/>
              <a:buNone/>
              <a:tabLst/>
              <a:defRPr/>
            </a:pPr>
            <a:r>
              <a:rPr lang="en-US" dirty="0"/>
              <a:t>Month 00, 2017</a:t>
            </a:r>
          </a:p>
        </p:txBody>
      </p:sp>
      <p:sp>
        <p:nvSpPr>
          <p:cNvPr id="10" name="Presentation Title"/>
          <p:cNvSpPr>
            <a:spLocks noGrp="1"/>
          </p:cNvSpPr>
          <p:nvPr>
            <p:ph type="body" sz="quarter" idx="14" hasCustomPrompt="1"/>
          </p:nvPr>
        </p:nvSpPr>
        <p:spPr>
          <a:xfrm>
            <a:off x="288000" y="2706317"/>
            <a:ext cx="8595171" cy="997196"/>
          </a:xfrm>
        </p:spPr>
        <p:txBody>
          <a:bodyPr wrap="square">
            <a:noAutofit/>
          </a:bodyPr>
          <a:lstStyle>
            <a:lvl1pPr>
              <a:lnSpc>
                <a:spcPct val="90000"/>
              </a:lnSpc>
              <a:spcBef>
                <a:spcPts val="0"/>
              </a:spcBef>
              <a:defRPr sz="3600" b="1" baseline="0"/>
            </a:lvl1pPr>
          </a:lstStyle>
          <a:p>
            <a:pPr lvl="0"/>
            <a:r>
              <a:rPr lang="en-US" dirty="0"/>
              <a:t>Title Goes Here </a:t>
            </a:r>
            <a:br>
              <a:rPr lang="en-US" dirty="0"/>
            </a:br>
            <a:r>
              <a:rPr lang="en-US" dirty="0"/>
              <a:t>and Here and Here.</a:t>
            </a:r>
          </a:p>
        </p:txBody>
      </p:sp>
      <p:grpSp>
        <p:nvGrpSpPr>
          <p:cNvPr id="2" name="Group 1"/>
          <p:cNvGrpSpPr/>
          <p:nvPr userDrawn="1"/>
        </p:nvGrpSpPr>
        <p:grpSpPr>
          <a:xfrm>
            <a:off x="9171173" y="0"/>
            <a:ext cx="3024002" cy="6858000"/>
            <a:chOff x="9171173" y="0"/>
            <a:chExt cx="3024002" cy="6855990"/>
          </a:xfrm>
        </p:grpSpPr>
        <p:sp>
          <p:nvSpPr>
            <p:cNvPr id="17" name="Rectangle 16"/>
            <p:cNvSpPr/>
            <p:nvPr userDrawn="1"/>
          </p:nvSpPr>
          <p:spPr bwMode="gray">
            <a:xfrm>
              <a:off x="11187175" y="0"/>
              <a:ext cx="1008000" cy="6855990"/>
            </a:xfrm>
            <a:prstGeom prst="rect">
              <a:avLst/>
            </a:prstGeom>
            <a:solidFill>
              <a:schemeClr val="accent1"/>
            </a:solidFill>
            <a:ln w="6350" algn="ctr">
              <a:noFill/>
              <a:miter lim="800000"/>
              <a:headEnd/>
              <a:tailEnd/>
            </a:ln>
          </p:spPr>
          <p:txBody>
            <a:bodyPr lIns="90000" tIns="72000" rIns="90000" bIns="72000" rtlCol="0" anchor="ctr"/>
            <a:lstStyle/>
            <a:p>
              <a:pPr marR="0" algn="ctr" defTabSz="914217" eaLnBrk="1" fontAlgn="base" latinLnBrk="0" hangingPunct="1">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18" name="Rectangle 17"/>
            <p:cNvSpPr/>
            <p:nvPr userDrawn="1"/>
          </p:nvSpPr>
          <p:spPr bwMode="gray">
            <a:xfrm>
              <a:off x="10179174" y="0"/>
              <a:ext cx="1008000" cy="6855990"/>
            </a:xfrm>
            <a:prstGeom prst="rect">
              <a:avLst/>
            </a:prstGeom>
            <a:solidFill>
              <a:schemeClr val="accent1">
                <a:alpha val="70000"/>
              </a:schemeClr>
            </a:solidFill>
            <a:ln w="6350" algn="ctr">
              <a:noFill/>
              <a:miter lim="800000"/>
              <a:headEnd/>
              <a:tailEnd/>
            </a:ln>
          </p:spPr>
          <p:txBody>
            <a:bodyPr lIns="90000" tIns="72000" rIns="90000" bIns="72000" rtlCol="0" anchor="ctr"/>
            <a:lstStyle/>
            <a:p>
              <a:pPr marR="0" algn="ctr" defTabSz="914217" eaLnBrk="1" fontAlgn="base" latinLnBrk="0" hangingPunct="1">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22" name="Rectangle 21"/>
            <p:cNvSpPr/>
            <p:nvPr userDrawn="1"/>
          </p:nvSpPr>
          <p:spPr bwMode="gray">
            <a:xfrm>
              <a:off x="9171173" y="0"/>
              <a:ext cx="1008000" cy="6855990"/>
            </a:xfrm>
            <a:prstGeom prst="rect">
              <a:avLst/>
            </a:prstGeom>
            <a:solidFill>
              <a:schemeClr val="accent1">
                <a:alpha val="40000"/>
              </a:schemeClr>
            </a:solidFill>
            <a:ln w="6350" algn="ctr">
              <a:noFill/>
              <a:miter lim="800000"/>
              <a:headEnd/>
              <a:tailEnd/>
            </a:ln>
          </p:spPr>
          <p:txBody>
            <a:bodyPr lIns="90000" tIns="72000" rIns="90000" bIns="72000" rtlCol="0" anchor="ctr"/>
            <a:lstStyle/>
            <a:p>
              <a:pPr marR="0" algn="ctr" defTabSz="914217" eaLnBrk="1" fontAlgn="base" latinLnBrk="0" hangingPunct="1">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grpSp>
      <p:pic>
        <p:nvPicPr>
          <p:cNvPr id="15" name="SAP Logo"/>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88000" y="6217668"/>
            <a:ext cx="1578462" cy="360000"/>
          </a:xfrm>
          <a:prstGeom prst="rect">
            <a:avLst/>
          </a:prstGeom>
        </p:spPr>
      </p:pic>
    </p:spTree>
    <p:extLst>
      <p:ext uri="{BB962C8B-B14F-4D97-AF65-F5344CB8AC3E}">
        <p14:creationId xmlns:p14="http://schemas.microsoft.com/office/powerpoint/2010/main" val="1982410628"/>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Cover with pictogram">
    <p:spTree>
      <p:nvGrpSpPr>
        <p:cNvPr id="1" name=""/>
        <p:cNvGrpSpPr/>
        <p:nvPr/>
      </p:nvGrpSpPr>
      <p:grpSpPr>
        <a:xfrm>
          <a:off x="0" y="0"/>
          <a:ext cx="0" cy="0"/>
          <a:chOff x="0" y="0"/>
          <a:chExt cx="0" cy="0"/>
        </a:xfrm>
      </p:grpSpPr>
      <p:sp>
        <p:nvSpPr>
          <p:cNvPr id="24" name="Classification"/>
          <p:cNvSpPr txBox="1"/>
          <p:nvPr userDrawn="1"/>
        </p:nvSpPr>
        <p:spPr>
          <a:xfrm>
            <a:off x="288000" y="5093865"/>
            <a:ext cx="4204855" cy="153852"/>
          </a:xfrm>
          <a:prstGeom prst="rect">
            <a:avLst/>
          </a:prstGeom>
        </p:spPr>
        <p:txBody>
          <a:bodyPr vert="horz" lIns="0" tIns="0" rIns="0" bIns="0" rtlCol="0">
            <a:noAutofit/>
          </a:bodyPr>
          <a:lstStyle>
            <a:lvl1pPr lvl="0" indent="0">
              <a:spcBef>
                <a:spcPts val="0"/>
              </a:spcBef>
              <a:buClr>
                <a:schemeClr val="accent1"/>
              </a:buClr>
              <a:buSzPct val="80000"/>
              <a:buFontTx/>
              <a:buNone/>
              <a:defRPr sz="1000" b="0">
                <a:latin typeface="+mn-lt"/>
              </a:defRPr>
            </a:lvl1pPr>
            <a:lvl2pPr marL="180000" indent="-180000">
              <a:spcBef>
                <a:spcPts val="600"/>
              </a:spcBef>
              <a:buClr>
                <a:schemeClr val="accent1"/>
              </a:buClr>
              <a:buFont typeface="Wingdings" pitchFamily="2" charset="2"/>
              <a:buChar char="§"/>
              <a:defRPr sz="1800">
                <a:latin typeface="+mn-lt"/>
              </a:defRPr>
            </a:lvl2pPr>
            <a:lvl3pPr marL="360000" indent="-180000">
              <a:spcBef>
                <a:spcPts val="300"/>
              </a:spcBef>
              <a:buClr>
                <a:schemeClr val="tx1"/>
              </a:buClr>
              <a:buSzPct val="100000"/>
              <a:buFont typeface="Arial" panose="020B0604020202020204" pitchFamily="34" charset="0"/>
              <a:buChar char="–"/>
              <a:defRPr lang="en-US" sz="1800" noProof="0" dirty="0" smtClean="0">
                <a:latin typeface="+mn-lt"/>
              </a:defRPr>
            </a:lvl3pPr>
            <a:lvl4pPr marL="540000" indent="-180000">
              <a:spcBef>
                <a:spcPts val="300"/>
              </a:spcBef>
              <a:buClr>
                <a:schemeClr val="tx1"/>
              </a:buClr>
              <a:buSzPct val="120000"/>
              <a:buFont typeface="Arial" pitchFamily="34" charset="0"/>
              <a:buChar char="▫"/>
              <a:defRPr sz="1600">
                <a:latin typeface="+mn-lt"/>
              </a:defRPr>
            </a:lvl4pPr>
            <a:lvl5pPr marL="720000" indent="-180000">
              <a:spcBef>
                <a:spcPts val="100"/>
              </a:spcBef>
              <a:buClr>
                <a:schemeClr val="tx1"/>
              </a:buClr>
              <a:buSzPct val="100000"/>
              <a:buFont typeface="Symbol" panose="05050102010706020507" pitchFamily="18" charset="2"/>
              <a:buChar char="-"/>
              <a:defRPr sz="1400" baseline="0">
                <a:latin typeface="+mn-lt"/>
              </a:defRPr>
            </a:lvl5pPr>
            <a:lvl6pPr marL="2994134" indent="-272194">
              <a:spcBef>
                <a:spcPct val="20000"/>
              </a:spcBef>
              <a:buFont typeface="Arial" pitchFamily="34" charset="0"/>
              <a:buChar char="•"/>
              <a:defRPr sz="2400"/>
            </a:lvl6pPr>
            <a:lvl7pPr marL="3538522" indent="-272194">
              <a:spcBef>
                <a:spcPct val="20000"/>
              </a:spcBef>
              <a:buFont typeface="Arial" pitchFamily="34" charset="0"/>
              <a:buChar char="•"/>
              <a:defRPr sz="2400"/>
            </a:lvl7pPr>
            <a:lvl8pPr marL="4082910" indent="-272194">
              <a:spcBef>
                <a:spcPct val="20000"/>
              </a:spcBef>
              <a:buFont typeface="Arial" pitchFamily="34" charset="0"/>
              <a:buChar char="•"/>
              <a:defRPr sz="2400"/>
            </a:lvl8pPr>
            <a:lvl9pPr marL="4627298" indent="-272194">
              <a:spcBef>
                <a:spcPct val="20000"/>
              </a:spcBef>
              <a:buFont typeface="Arial" pitchFamily="34" charset="0"/>
              <a:buChar char="•"/>
              <a:defRPr sz="2400"/>
            </a:lvl9pPr>
          </a:lstStyle>
          <a:p>
            <a:pPr lvl="0" algn="l"/>
            <a:r>
              <a:rPr lang="en-US" sz="900" b="0"/>
              <a:t>INTERNAL</a:t>
            </a:r>
            <a:endParaRPr lang="en-US" sz="900" b="0" dirty="0"/>
          </a:p>
        </p:txBody>
      </p:sp>
      <p:sp>
        <p:nvSpPr>
          <p:cNvPr id="6" name="Speaker"/>
          <p:cNvSpPr>
            <a:spLocks noGrp="1"/>
          </p:cNvSpPr>
          <p:nvPr userDrawn="1">
            <p:ph type="subTitle" idx="1" hasCustomPrompt="1"/>
          </p:nvPr>
        </p:nvSpPr>
        <p:spPr bwMode="gray">
          <a:xfrm>
            <a:off x="288001" y="4268503"/>
            <a:ext cx="6373430" cy="430887"/>
          </a:xfrm>
        </p:spPr>
        <p:txBody>
          <a:bodyPr wrap="square" anchor="t" anchorCtr="0">
            <a:noAutofit/>
          </a:bodyPr>
          <a:lstStyle>
            <a:lvl1pPr marL="0" marR="0" indent="0" algn="l" defTabSz="1088558" rtl="0" eaLnBrk="1" fontAlgn="auto" latinLnBrk="0" hangingPunct="1">
              <a:lnSpc>
                <a:spcPct val="100000"/>
              </a:lnSpc>
              <a:spcBef>
                <a:spcPts val="0"/>
              </a:spcBef>
              <a:spcAft>
                <a:spcPts val="0"/>
              </a:spcAft>
              <a:buClr>
                <a:schemeClr val="accent1"/>
              </a:buClr>
              <a:buSzPct val="80000"/>
              <a:buFontTx/>
              <a:buNone/>
              <a:tabLst/>
              <a:defRPr sz="1400" b="0" baseline="0">
                <a:solidFill>
                  <a:schemeClr val="tx1"/>
                </a:solidFill>
              </a:defRPr>
            </a:lvl1pPr>
            <a:lvl2pPr marL="544279" indent="0" algn="ctr">
              <a:buNone/>
              <a:defRPr>
                <a:solidFill>
                  <a:schemeClr val="tx1">
                    <a:tint val="75000"/>
                  </a:schemeClr>
                </a:solidFill>
              </a:defRPr>
            </a:lvl2pPr>
            <a:lvl3pPr marL="1088558" indent="0" algn="ctr">
              <a:buNone/>
              <a:defRPr>
                <a:solidFill>
                  <a:schemeClr val="tx1">
                    <a:tint val="75000"/>
                  </a:schemeClr>
                </a:solidFill>
              </a:defRPr>
            </a:lvl3pPr>
            <a:lvl4pPr marL="1632837" indent="0" algn="ctr">
              <a:buNone/>
              <a:defRPr>
                <a:solidFill>
                  <a:schemeClr val="tx1">
                    <a:tint val="75000"/>
                  </a:schemeClr>
                </a:solidFill>
              </a:defRPr>
            </a:lvl4pPr>
            <a:lvl5pPr marL="2177116" indent="0" algn="ctr">
              <a:buNone/>
              <a:defRPr>
                <a:solidFill>
                  <a:schemeClr val="tx1">
                    <a:tint val="75000"/>
                  </a:schemeClr>
                </a:solidFill>
              </a:defRPr>
            </a:lvl5pPr>
            <a:lvl6pPr marL="2721396" indent="0" algn="ctr">
              <a:buNone/>
              <a:defRPr>
                <a:solidFill>
                  <a:schemeClr val="tx1">
                    <a:tint val="75000"/>
                  </a:schemeClr>
                </a:solidFill>
              </a:defRPr>
            </a:lvl6pPr>
            <a:lvl7pPr marL="3265675" indent="0" algn="ctr">
              <a:buNone/>
              <a:defRPr>
                <a:solidFill>
                  <a:schemeClr val="tx1">
                    <a:tint val="75000"/>
                  </a:schemeClr>
                </a:solidFill>
              </a:defRPr>
            </a:lvl7pPr>
            <a:lvl8pPr marL="3809954" indent="0" algn="ctr">
              <a:buNone/>
              <a:defRPr>
                <a:solidFill>
                  <a:schemeClr val="tx1">
                    <a:tint val="75000"/>
                  </a:schemeClr>
                </a:solidFill>
              </a:defRPr>
            </a:lvl8pPr>
            <a:lvl9pPr marL="4354233" indent="0" algn="ctr">
              <a:buNone/>
              <a:defRPr>
                <a:solidFill>
                  <a:schemeClr val="tx1">
                    <a:tint val="75000"/>
                  </a:schemeClr>
                </a:solidFill>
              </a:defRPr>
            </a:lvl9pPr>
          </a:lstStyle>
          <a:p>
            <a:r>
              <a:rPr lang="en-US" dirty="0"/>
              <a:t>Speaker’s Name, SAP</a:t>
            </a:r>
          </a:p>
          <a:p>
            <a:pPr marL="0" marR="0" lvl="0" indent="0" algn="l" defTabSz="1088558" rtl="0" eaLnBrk="1" fontAlgn="auto" latinLnBrk="0" hangingPunct="1">
              <a:lnSpc>
                <a:spcPct val="100000"/>
              </a:lnSpc>
              <a:spcBef>
                <a:spcPts val="0"/>
              </a:spcBef>
              <a:spcAft>
                <a:spcPts val="0"/>
              </a:spcAft>
              <a:buClr>
                <a:schemeClr val="accent1"/>
              </a:buClr>
              <a:buSzPct val="80000"/>
              <a:buFontTx/>
              <a:buNone/>
              <a:tabLst/>
              <a:defRPr/>
            </a:pPr>
            <a:r>
              <a:rPr lang="en-US" dirty="0"/>
              <a:t>Month 00, 2017</a:t>
            </a:r>
          </a:p>
        </p:txBody>
      </p:sp>
      <p:sp>
        <p:nvSpPr>
          <p:cNvPr id="10" name="Presentation Title"/>
          <p:cNvSpPr>
            <a:spLocks noGrp="1"/>
          </p:cNvSpPr>
          <p:nvPr>
            <p:ph type="body" sz="quarter" idx="14" hasCustomPrompt="1"/>
          </p:nvPr>
        </p:nvSpPr>
        <p:spPr>
          <a:xfrm>
            <a:off x="288001" y="2706317"/>
            <a:ext cx="6373430" cy="997196"/>
          </a:xfrm>
        </p:spPr>
        <p:txBody>
          <a:bodyPr wrap="square">
            <a:noAutofit/>
          </a:bodyPr>
          <a:lstStyle>
            <a:lvl1pPr>
              <a:lnSpc>
                <a:spcPct val="90000"/>
              </a:lnSpc>
              <a:spcBef>
                <a:spcPts val="0"/>
              </a:spcBef>
              <a:defRPr sz="3600" b="1" baseline="0"/>
            </a:lvl1pPr>
          </a:lstStyle>
          <a:p>
            <a:pPr lvl="0"/>
            <a:r>
              <a:rPr lang="en-US" dirty="0"/>
              <a:t>Title Goes Here </a:t>
            </a:r>
            <a:br>
              <a:rPr lang="en-US" dirty="0"/>
            </a:br>
            <a:r>
              <a:rPr lang="en-US" dirty="0"/>
              <a:t>and Here and Here.</a:t>
            </a:r>
          </a:p>
        </p:txBody>
      </p:sp>
      <p:pic>
        <p:nvPicPr>
          <p:cNvPr id="15" name="SAP Logo"/>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88000" y="6217668"/>
            <a:ext cx="1578462" cy="360000"/>
          </a:xfrm>
          <a:prstGeom prst="rect">
            <a:avLst/>
          </a:prstGeom>
        </p:spPr>
      </p:pic>
      <p:sp>
        <p:nvSpPr>
          <p:cNvPr id="7" name="Picture Placeholder 6"/>
          <p:cNvSpPr>
            <a:spLocks noGrp="1"/>
          </p:cNvSpPr>
          <p:nvPr>
            <p:ph type="pic" sz="quarter" idx="16"/>
          </p:nvPr>
        </p:nvSpPr>
        <p:spPr>
          <a:xfrm>
            <a:off x="6954855" y="963000"/>
            <a:ext cx="4932000" cy="4932000"/>
          </a:xfrm>
        </p:spPr>
        <p:txBody>
          <a:bodyPr/>
          <a:lstStyle/>
          <a:p>
            <a:endParaRPr lang="de-DE" dirty="0"/>
          </a:p>
        </p:txBody>
      </p:sp>
    </p:spTree>
    <p:extLst>
      <p:ext uri="{BB962C8B-B14F-4D97-AF65-F5344CB8AC3E}">
        <p14:creationId xmlns:p14="http://schemas.microsoft.com/office/powerpoint/2010/main" val="3048046299"/>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4" name="Agenda items placeholder"/>
          <p:cNvSpPr>
            <a:spLocks noGrp="1"/>
          </p:cNvSpPr>
          <p:nvPr>
            <p:ph type="body" sz="quarter" idx="10" hasCustomPrompt="1"/>
          </p:nvPr>
        </p:nvSpPr>
        <p:spPr>
          <a:xfrm>
            <a:off x="504000" y="1620000"/>
            <a:ext cx="11185200" cy="4230000"/>
          </a:xfrm>
        </p:spPr>
        <p:txBody>
          <a:bodyPr>
            <a:noAutofit/>
          </a:bodyPr>
          <a:lstStyle>
            <a:lvl1pPr marL="0" marR="0" indent="0" algn="l" defTabSz="1088558" rtl="0" eaLnBrk="1" fontAlgn="auto" latinLnBrk="0" hangingPunct="1">
              <a:lnSpc>
                <a:spcPct val="100000"/>
              </a:lnSpc>
              <a:spcBef>
                <a:spcPts val="3000"/>
              </a:spcBef>
              <a:spcAft>
                <a:spcPts val="0"/>
              </a:spcAft>
              <a:buClr>
                <a:schemeClr val="accent1"/>
              </a:buClr>
              <a:buSzPct val="80000"/>
              <a:buFontTx/>
              <a:buNone/>
              <a:tabLst/>
              <a:defRPr sz="2000" b="0"/>
            </a:lvl1pPr>
            <a:lvl2pPr marL="179964" marR="0" indent="-179964" algn="l" defTabSz="1088558" rtl="0" eaLnBrk="1" fontAlgn="auto" latinLnBrk="0" hangingPunct="1">
              <a:lnSpc>
                <a:spcPct val="100000"/>
              </a:lnSpc>
              <a:spcBef>
                <a:spcPts val="600"/>
              </a:spcBef>
              <a:spcAft>
                <a:spcPts val="0"/>
              </a:spcAft>
              <a:buClr>
                <a:schemeClr val="accent1"/>
              </a:buClr>
              <a:buSzPct val="100000"/>
              <a:buFont typeface="Wingdings" panose="05000000000000000000" pitchFamily="2" charset="2"/>
              <a:buChar char="§"/>
              <a:tabLst/>
              <a:defRPr sz="1800"/>
            </a:lvl2pPr>
            <a:lvl3pPr marL="359928" marR="0" indent="-179352" algn="l" defTabSz="1088558" rtl="0" eaLnBrk="1" fontAlgn="auto" latinLnBrk="0" hangingPunct="1">
              <a:lnSpc>
                <a:spcPct val="100000"/>
              </a:lnSpc>
              <a:spcBef>
                <a:spcPts val="400"/>
              </a:spcBef>
              <a:spcAft>
                <a:spcPts val="0"/>
              </a:spcAft>
              <a:buClr>
                <a:schemeClr val="tx1"/>
              </a:buClr>
              <a:buSzPct val="100000"/>
              <a:buFont typeface="Arial" pitchFamily="34" charset="0"/>
              <a:buChar char="–"/>
              <a:tabLst/>
              <a:defRPr sz="1800" baseline="0"/>
            </a:lvl3pPr>
            <a:lvl4pPr marL="539892" marR="0" indent="-179964" algn="l" defTabSz="1088558" rtl="0" eaLnBrk="1" fontAlgn="auto" latinLnBrk="0" hangingPunct="1">
              <a:lnSpc>
                <a:spcPct val="100000"/>
              </a:lnSpc>
              <a:spcBef>
                <a:spcPts val="250"/>
              </a:spcBef>
              <a:spcAft>
                <a:spcPts val="0"/>
              </a:spcAft>
              <a:buClr>
                <a:schemeClr val="tx1"/>
              </a:buClr>
              <a:buSzPct val="100000"/>
              <a:buFont typeface="Courier New" pitchFamily="49" charset="0"/>
              <a:buChar char="o"/>
              <a:tabLst/>
              <a:defRPr sz="1600"/>
            </a:lvl4pPr>
            <a:lvl5pPr>
              <a:buClr>
                <a:schemeClr val="accent2"/>
              </a:buClr>
              <a:buFont typeface="Arial" pitchFamily="34" charset="0"/>
              <a:buChar char="–"/>
              <a:defRPr/>
            </a:lvl5pPr>
          </a:lstStyle>
          <a:p>
            <a:pPr lvl="0"/>
            <a:r>
              <a:rPr lang="en-US" dirty="0"/>
              <a:t>Agenda Item/Divider Headline</a:t>
            </a:r>
          </a:p>
          <a:p>
            <a:pPr lvl="1"/>
            <a:r>
              <a:rPr lang="en-US" dirty="0"/>
              <a:t>Details</a:t>
            </a:r>
          </a:p>
        </p:txBody>
      </p:sp>
      <p:sp>
        <p:nvSpPr>
          <p:cNvPr id="3" name="Agenda title"/>
          <p:cNvSpPr>
            <a:spLocks noGrp="1"/>
          </p:cNvSpPr>
          <p:nvPr>
            <p:ph type="title" hasCustomPrompt="1"/>
          </p:nvPr>
        </p:nvSpPr>
        <p:spPr/>
        <p:txBody>
          <a:bodyPr/>
          <a:lstStyle>
            <a:lvl1pPr>
              <a:defRPr/>
            </a:lvl1pPr>
          </a:lstStyle>
          <a:p>
            <a:r>
              <a:rPr lang="en-US" dirty="0"/>
              <a:t>Agenda</a:t>
            </a:r>
          </a:p>
        </p:txBody>
      </p:sp>
    </p:spTree>
    <p:extLst>
      <p:ext uri="{BB962C8B-B14F-4D97-AF65-F5344CB8AC3E}">
        <p14:creationId xmlns:p14="http://schemas.microsoft.com/office/powerpoint/2010/main" val="18593606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Divider Page">
    <p:spTree>
      <p:nvGrpSpPr>
        <p:cNvPr id="1" name=""/>
        <p:cNvGrpSpPr/>
        <p:nvPr/>
      </p:nvGrpSpPr>
      <p:grpSpPr>
        <a:xfrm>
          <a:off x="0" y="0"/>
          <a:ext cx="0" cy="0"/>
          <a:chOff x="0" y="0"/>
          <a:chExt cx="0" cy="0"/>
        </a:xfrm>
      </p:grpSpPr>
      <p:sp>
        <p:nvSpPr>
          <p:cNvPr id="2" name="Divider text"/>
          <p:cNvSpPr>
            <a:spLocks noGrp="1"/>
          </p:cNvSpPr>
          <p:nvPr>
            <p:ph type="ctrTitle" hasCustomPrompt="1"/>
          </p:nvPr>
        </p:nvSpPr>
        <p:spPr bwMode="gray">
          <a:xfrm>
            <a:off x="504000" y="3090446"/>
            <a:ext cx="11185200" cy="677108"/>
          </a:xfrm>
        </p:spPr>
        <p:txBody>
          <a:bodyPr anchor="ctr" anchorCtr="0">
            <a:noAutofit/>
          </a:bodyPr>
          <a:lstStyle>
            <a:lvl1pPr>
              <a:defRPr sz="4400">
                <a:solidFill>
                  <a:schemeClr val="tx1"/>
                </a:solidFill>
                <a:latin typeface="+mj-lt"/>
              </a:defRPr>
            </a:lvl1pPr>
          </a:lstStyle>
          <a:p>
            <a:r>
              <a:rPr lang="en-US" dirty="0"/>
              <a:t>Divider page</a:t>
            </a:r>
            <a:endParaRPr lang="de-DE" dirty="0"/>
          </a:p>
        </p:txBody>
      </p:sp>
    </p:spTree>
    <p:extLst>
      <p:ext uri="{BB962C8B-B14F-4D97-AF65-F5344CB8AC3E}">
        <p14:creationId xmlns:p14="http://schemas.microsoft.com/office/powerpoint/2010/main" val="4109527874"/>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Divider Page with image">
    <p:spTree>
      <p:nvGrpSpPr>
        <p:cNvPr id="1" name=""/>
        <p:cNvGrpSpPr/>
        <p:nvPr/>
      </p:nvGrpSpPr>
      <p:grpSpPr>
        <a:xfrm>
          <a:off x="0" y="0"/>
          <a:ext cx="0" cy="0"/>
          <a:chOff x="0" y="0"/>
          <a:chExt cx="0" cy="0"/>
        </a:xfrm>
      </p:grpSpPr>
      <p:sp>
        <p:nvSpPr>
          <p:cNvPr id="4" name="Divider image placeholder"/>
          <p:cNvSpPr>
            <a:spLocks noGrp="1"/>
          </p:cNvSpPr>
          <p:nvPr>
            <p:ph type="pic" sz="quarter" idx="12" hasCustomPrompt="1"/>
          </p:nvPr>
        </p:nvSpPr>
        <p:spPr>
          <a:xfrm>
            <a:off x="1" y="3427200"/>
            <a:ext cx="12195175" cy="3430800"/>
          </a:xfrm>
          <a:noFill/>
        </p:spPr>
        <p:txBody>
          <a:bodyPr tIns="324000"/>
          <a:lstStyle>
            <a:lvl1pPr marL="0" marR="0" indent="0" algn="ctr" defTabSz="1088558" rtl="0" eaLnBrk="1" fontAlgn="auto" latinLnBrk="0" hangingPunct="1">
              <a:lnSpc>
                <a:spcPct val="100000"/>
              </a:lnSpc>
              <a:spcBef>
                <a:spcPts val="1200"/>
              </a:spcBef>
              <a:spcAft>
                <a:spcPts val="0"/>
              </a:spcAft>
              <a:buClr>
                <a:schemeClr val="accent1"/>
              </a:buClr>
              <a:buSzPct val="80000"/>
              <a:buFontTx/>
              <a:buNone/>
              <a:tabLst/>
              <a:defRPr sz="1600">
                <a:solidFill>
                  <a:schemeClr val="tx1"/>
                </a:solidFill>
              </a:defRPr>
            </a:lvl1pPr>
          </a:lstStyle>
          <a:p>
            <a:pPr marL="0" marR="0" lvl="0" indent="0" algn="ctr" defTabSz="1088558" rtl="0" eaLnBrk="1" fontAlgn="auto" latinLnBrk="0" hangingPunct="1">
              <a:lnSpc>
                <a:spcPct val="100000"/>
              </a:lnSpc>
              <a:spcBef>
                <a:spcPts val="1200"/>
              </a:spcBef>
              <a:spcAft>
                <a:spcPts val="0"/>
              </a:spcAft>
              <a:buClr>
                <a:schemeClr val="accent1"/>
              </a:buClr>
              <a:buSzPct val="80000"/>
              <a:buFontTx/>
              <a:buNone/>
              <a:tabLst/>
              <a:defRPr/>
            </a:pPr>
            <a:r>
              <a:rPr lang="en-US" dirty="0"/>
              <a:t>Placeholder for image and illustration scene art</a:t>
            </a:r>
          </a:p>
        </p:txBody>
      </p:sp>
      <p:sp>
        <p:nvSpPr>
          <p:cNvPr id="2" name="Divider text"/>
          <p:cNvSpPr>
            <a:spLocks noGrp="1"/>
          </p:cNvSpPr>
          <p:nvPr>
            <p:ph type="ctrTitle" hasCustomPrompt="1"/>
          </p:nvPr>
        </p:nvSpPr>
        <p:spPr bwMode="gray">
          <a:xfrm>
            <a:off x="504000" y="1375046"/>
            <a:ext cx="11185200" cy="677108"/>
          </a:xfrm>
        </p:spPr>
        <p:txBody>
          <a:bodyPr anchor="t" anchorCtr="0">
            <a:noAutofit/>
          </a:bodyPr>
          <a:lstStyle>
            <a:lvl1pPr>
              <a:defRPr sz="4400">
                <a:solidFill>
                  <a:schemeClr val="tx1"/>
                </a:solidFill>
                <a:latin typeface="+mj-lt"/>
              </a:defRPr>
            </a:lvl1pPr>
          </a:lstStyle>
          <a:p>
            <a:r>
              <a:rPr lang="en-US" dirty="0"/>
              <a:t>Divider page</a:t>
            </a:r>
            <a:endParaRPr lang="de-DE" dirty="0"/>
          </a:p>
        </p:txBody>
      </p:sp>
    </p:spTree>
    <p:extLst>
      <p:ext uri="{BB962C8B-B14F-4D97-AF65-F5344CB8AC3E}">
        <p14:creationId xmlns:p14="http://schemas.microsoft.com/office/powerpoint/2010/main" val="1008985274"/>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Title 2"/>
          <p:cNvSpPr>
            <a:spLocks noGrp="1"/>
          </p:cNvSpPr>
          <p:nvPr>
            <p:ph type="title" hasCustomPrompt="1"/>
          </p:nvPr>
        </p:nvSpPr>
        <p:spPr/>
        <p:txBody>
          <a:bodyPr/>
          <a:lstStyle/>
          <a:p>
            <a:r>
              <a:rPr lang="en-US" noProof="0" dirty="0"/>
              <a:t>Insert page title (sentence case)</a:t>
            </a:r>
            <a:endParaRPr lang="en-US" dirty="0"/>
          </a:p>
        </p:txBody>
      </p:sp>
    </p:spTree>
    <p:extLst>
      <p:ext uri="{BB962C8B-B14F-4D97-AF65-F5344CB8AC3E}">
        <p14:creationId xmlns:p14="http://schemas.microsoft.com/office/powerpoint/2010/main" val="24667436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and text">
    <p:spTree>
      <p:nvGrpSpPr>
        <p:cNvPr id="1" name=""/>
        <p:cNvGrpSpPr/>
        <p:nvPr/>
      </p:nvGrpSpPr>
      <p:grpSpPr>
        <a:xfrm>
          <a:off x="0" y="0"/>
          <a:ext cx="0" cy="0"/>
          <a:chOff x="0" y="0"/>
          <a:chExt cx="0" cy="0"/>
        </a:xfrm>
      </p:grpSpPr>
      <p:sp>
        <p:nvSpPr>
          <p:cNvPr id="4" name="Text placeholder - column 2"/>
          <p:cNvSpPr>
            <a:spLocks noGrp="1"/>
          </p:cNvSpPr>
          <p:nvPr>
            <p:ph type="body" sz="quarter" idx="10" hasCustomPrompt="1"/>
          </p:nvPr>
        </p:nvSpPr>
        <p:spPr>
          <a:xfrm>
            <a:off x="503999" y="1620000"/>
            <a:ext cx="11186477" cy="4230000"/>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2"/>
          <p:cNvSpPr>
            <a:spLocks noGrp="1"/>
          </p:cNvSpPr>
          <p:nvPr>
            <p:ph type="title" hasCustomPrompt="1"/>
          </p:nvPr>
        </p:nvSpPr>
        <p:spPr>
          <a:xfrm>
            <a:off x="504001" y="504000"/>
            <a:ext cx="11186476" cy="369332"/>
          </a:xfrm>
        </p:spPr>
        <p:txBody>
          <a:bodyPr/>
          <a:lstStyle/>
          <a:p>
            <a:r>
              <a:rPr lang="en-US" noProof="0" dirty="0"/>
              <a:t>Insert page title (sentence case)</a:t>
            </a:r>
            <a:endParaRPr lang="en-US" dirty="0"/>
          </a:p>
        </p:txBody>
      </p:sp>
    </p:spTree>
    <p:extLst>
      <p:ext uri="{BB962C8B-B14F-4D97-AF65-F5344CB8AC3E}">
        <p14:creationId xmlns:p14="http://schemas.microsoft.com/office/powerpoint/2010/main" val="21293322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text: 2 columns">
    <p:spTree>
      <p:nvGrpSpPr>
        <p:cNvPr id="1" name=""/>
        <p:cNvGrpSpPr/>
        <p:nvPr/>
      </p:nvGrpSpPr>
      <p:grpSpPr>
        <a:xfrm>
          <a:off x="0" y="0"/>
          <a:ext cx="0" cy="0"/>
          <a:chOff x="0" y="0"/>
          <a:chExt cx="0" cy="0"/>
        </a:xfrm>
      </p:grpSpPr>
      <p:sp>
        <p:nvSpPr>
          <p:cNvPr id="4" name="Text placeholder - column 2"/>
          <p:cNvSpPr>
            <a:spLocks noGrp="1"/>
          </p:cNvSpPr>
          <p:nvPr>
            <p:ph type="body" sz="quarter" idx="10" hasCustomPrompt="1"/>
          </p:nvPr>
        </p:nvSpPr>
        <p:spPr>
          <a:xfrm>
            <a:off x="504000" y="1620000"/>
            <a:ext cx="5328000" cy="4230000"/>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 column 1"/>
          <p:cNvSpPr>
            <a:spLocks noGrp="1"/>
          </p:cNvSpPr>
          <p:nvPr>
            <p:ph type="body" sz="quarter" idx="11" hasCustomPrompt="1"/>
          </p:nvPr>
        </p:nvSpPr>
        <p:spPr>
          <a:xfrm>
            <a:off x="6362477" y="1620000"/>
            <a:ext cx="5328000" cy="4230000"/>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2"/>
          <p:cNvSpPr>
            <a:spLocks noGrp="1"/>
          </p:cNvSpPr>
          <p:nvPr>
            <p:ph type="title" hasCustomPrompt="1"/>
          </p:nvPr>
        </p:nvSpPr>
        <p:spPr>
          <a:xfrm>
            <a:off x="504001" y="504000"/>
            <a:ext cx="11186476" cy="369332"/>
          </a:xfrm>
        </p:spPr>
        <p:txBody>
          <a:bodyPr/>
          <a:lstStyle/>
          <a:p>
            <a:r>
              <a:rPr lang="en-US" noProof="0" dirty="0"/>
              <a:t>Insert page title (sentence case)</a:t>
            </a:r>
            <a:endParaRPr lang="en-US" dirty="0"/>
          </a:p>
        </p:txBody>
      </p:sp>
    </p:spTree>
    <p:extLst>
      <p:ext uri="{BB962C8B-B14F-4D97-AF65-F5344CB8AC3E}">
        <p14:creationId xmlns:p14="http://schemas.microsoft.com/office/powerpoint/2010/main" val="2630481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text: 3 columns">
    <p:spTree>
      <p:nvGrpSpPr>
        <p:cNvPr id="1" name=""/>
        <p:cNvGrpSpPr/>
        <p:nvPr/>
      </p:nvGrpSpPr>
      <p:grpSpPr>
        <a:xfrm>
          <a:off x="0" y="0"/>
          <a:ext cx="0" cy="0"/>
          <a:chOff x="0" y="0"/>
          <a:chExt cx="0" cy="0"/>
        </a:xfrm>
      </p:grpSpPr>
      <p:sp>
        <p:nvSpPr>
          <p:cNvPr id="7" name="Text Placeholder - column 3"/>
          <p:cNvSpPr>
            <a:spLocks noGrp="1"/>
          </p:cNvSpPr>
          <p:nvPr>
            <p:ph type="body" sz="quarter" idx="13" hasCustomPrompt="1"/>
          </p:nvPr>
        </p:nvSpPr>
        <p:spPr>
          <a:xfrm>
            <a:off x="8126477" y="1620000"/>
            <a:ext cx="3564000" cy="4230000"/>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ext Placeholder - column 2"/>
          <p:cNvSpPr>
            <a:spLocks noGrp="1"/>
          </p:cNvSpPr>
          <p:nvPr>
            <p:ph type="body" sz="quarter" idx="12" hasCustomPrompt="1"/>
          </p:nvPr>
        </p:nvSpPr>
        <p:spPr>
          <a:xfrm>
            <a:off x="4315238" y="1620000"/>
            <a:ext cx="3564000" cy="4230000"/>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 column 1"/>
          <p:cNvSpPr>
            <a:spLocks noGrp="1"/>
          </p:cNvSpPr>
          <p:nvPr>
            <p:ph type="body" sz="quarter" idx="10" hasCustomPrompt="1"/>
          </p:nvPr>
        </p:nvSpPr>
        <p:spPr>
          <a:xfrm>
            <a:off x="504000" y="1620000"/>
            <a:ext cx="3564000" cy="4230000"/>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1"/>
          <p:cNvSpPr>
            <a:spLocks noGrp="1"/>
          </p:cNvSpPr>
          <p:nvPr>
            <p:ph type="title" hasCustomPrompt="1"/>
          </p:nvPr>
        </p:nvSpPr>
        <p:spPr>
          <a:xfrm>
            <a:off x="504001" y="504000"/>
            <a:ext cx="11186476" cy="369332"/>
          </a:xfrm>
        </p:spPr>
        <p:txBody>
          <a:bodyPr/>
          <a:lstStyle/>
          <a:p>
            <a:r>
              <a:rPr lang="en-US" noProof="0" dirty="0"/>
              <a:t>Insert page title (sentence case)</a:t>
            </a:r>
            <a:endParaRPr lang="en-US" dirty="0"/>
          </a:p>
        </p:txBody>
      </p:sp>
    </p:spTree>
    <p:extLst>
      <p:ext uri="{BB962C8B-B14F-4D97-AF65-F5344CB8AC3E}">
        <p14:creationId xmlns:p14="http://schemas.microsoft.com/office/powerpoint/2010/main" val="86641637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 columns - text and images">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04001" y="504000"/>
            <a:ext cx="11186476" cy="369332"/>
          </a:xfrm>
        </p:spPr>
        <p:txBody>
          <a:bodyPr/>
          <a:lstStyle/>
          <a:p>
            <a:r>
              <a:rPr lang="en-US" noProof="0" dirty="0"/>
              <a:t>Insert page title (sentence case)</a:t>
            </a:r>
            <a:endParaRPr lang="en-US" dirty="0"/>
          </a:p>
        </p:txBody>
      </p:sp>
      <p:sp>
        <p:nvSpPr>
          <p:cNvPr id="3" name="Text placeholder - column 2"/>
          <p:cNvSpPr>
            <a:spLocks noGrp="1"/>
          </p:cNvSpPr>
          <p:nvPr>
            <p:ph type="body" sz="quarter" idx="10" hasCustomPrompt="1"/>
          </p:nvPr>
        </p:nvSpPr>
        <p:spPr>
          <a:xfrm>
            <a:off x="504000" y="4770000"/>
            <a:ext cx="5328000" cy="1080000"/>
          </a:xfrm>
        </p:spPr>
        <p:txBody>
          <a:bodyPr/>
          <a:lstStyle>
            <a:lvl1pPr>
              <a:spcBef>
                <a:spcPts val="600"/>
              </a:spcBef>
              <a:defRPr sz="1800"/>
            </a:lvl1pPr>
            <a:lvl2pPr>
              <a:defRPr sz="1600"/>
            </a:lvl2pPr>
            <a:lvl3pPr>
              <a:defRPr sz="1400"/>
            </a:lvl3pPr>
          </a:lstStyle>
          <a:p>
            <a:pPr lvl="0"/>
            <a:r>
              <a:rPr lang="en-US" noProof="0" dirty="0"/>
              <a:t>First level</a:t>
            </a:r>
          </a:p>
          <a:p>
            <a:pPr lvl="1"/>
            <a:r>
              <a:rPr lang="en-US" dirty="0"/>
              <a:t>Second level</a:t>
            </a:r>
          </a:p>
          <a:p>
            <a:pPr lvl="2"/>
            <a:r>
              <a:rPr lang="en-US" dirty="0"/>
              <a:t>Third level</a:t>
            </a:r>
          </a:p>
        </p:txBody>
      </p:sp>
      <p:sp>
        <p:nvSpPr>
          <p:cNvPr id="5" name="Picture Placeholder 4"/>
          <p:cNvSpPr>
            <a:spLocks noGrp="1"/>
          </p:cNvSpPr>
          <p:nvPr>
            <p:ph type="pic" sz="quarter" idx="12" hasCustomPrompt="1"/>
          </p:nvPr>
        </p:nvSpPr>
        <p:spPr bwMode="gray">
          <a:xfrm>
            <a:off x="504000" y="1620000"/>
            <a:ext cx="5328000" cy="2631000"/>
          </a:xfrm>
          <a:solidFill>
            <a:schemeClr val="tx2">
              <a:alpha val="70000"/>
            </a:schemeClr>
          </a:solid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a:t>
            </a:r>
            <a:endParaRPr lang="de-DE" dirty="0"/>
          </a:p>
        </p:txBody>
      </p:sp>
      <p:sp>
        <p:nvSpPr>
          <p:cNvPr id="17" name="Text placeholder - column 2"/>
          <p:cNvSpPr>
            <a:spLocks noGrp="1"/>
          </p:cNvSpPr>
          <p:nvPr>
            <p:ph type="body" sz="quarter" idx="13" hasCustomPrompt="1"/>
          </p:nvPr>
        </p:nvSpPr>
        <p:spPr>
          <a:xfrm>
            <a:off x="6362477" y="4770000"/>
            <a:ext cx="5328000" cy="1080000"/>
          </a:xfrm>
        </p:spPr>
        <p:txBody>
          <a:bodyPr/>
          <a:lstStyle>
            <a:lvl1pPr>
              <a:spcBef>
                <a:spcPts val="600"/>
              </a:spcBef>
              <a:defRPr sz="1800"/>
            </a:lvl1pPr>
            <a:lvl2pPr>
              <a:defRPr sz="1600"/>
            </a:lvl2pPr>
            <a:lvl3pPr>
              <a:defRPr sz="1400"/>
            </a:lvl3pPr>
          </a:lstStyle>
          <a:p>
            <a:pPr lvl="0"/>
            <a:r>
              <a:rPr lang="en-US" noProof="0" dirty="0"/>
              <a:t>First level</a:t>
            </a:r>
          </a:p>
          <a:p>
            <a:pPr lvl="1"/>
            <a:r>
              <a:rPr lang="en-US" dirty="0"/>
              <a:t>Second level</a:t>
            </a:r>
          </a:p>
          <a:p>
            <a:pPr lvl="2"/>
            <a:r>
              <a:rPr lang="en-US" dirty="0"/>
              <a:t>Third level</a:t>
            </a:r>
          </a:p>
        </p:txBody>
      </p:sp>
      <p:sp>
        <p:nvSpPr>
          <p:cNvPr id="18" name="Picture Placeholder 4"/>
          <p:cNvSpPr>
            <a:spLocks noGrp="1"/>
          </p:cNvSpPr>
          <p:nvPr>
            <p:ph type="pic" sz="quarter" idx="14" hasCustomPrompt="1"/>
          </p:nvPr>
        </p:nvSpPr>
        <p:spPr bwMode="gray">
          <a:xfrm>
            <a:off x="6362477" y="1620000"/>
            <a:ext cx="5328000" cy="2631000"/>
          </a:xfrm>
          <a:solidFill>
            <a:schemeClr val="tx2">
              <a:alpha val="70000"/>
            </a:schemeClr>
          </a:solid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a:t>
            </a:r>
            <a:endParaRPr lang="de-DE" dirty="0"/>
          </a:p>
        </p:txBody>
      </p:sp>
    </p:spTree>
    <p:extLst>
      <p:ext uri="{BB962C8B-B14F-4D97-AF65-F5344CB8AC3E}">
        <p14:creationId xmlns:p14="http://schemas.microsoft.com/office/powerpoint/2010/main" val="250494129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3 columns - text and images">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04001" y="504000"/>
            <a:ext cx="11186476" cy="369332"/>
          </a:xfrm>
        </p:spPr>
        <p:txBody>
          <a:bodyPr/>
          <a:lstStyle/>
          <a:p>
            <a:r>
              <a:rPr lang="en-US" noProof="0" dirty="0"/>
              <a:t>Insert page title (sentence case)</a:t>
            </a:r>
            <a:endParaRPr lang="en-US" dirty="0"/>
          </a:p>
        </p:txBody>
      </p:sp>
      <p:sp>
        <p:nvSpPr>
          <p:cNvPr id="3" name="Text placeholder - column 2"/>
          <p:cNvSpPr>
            <a:spLocks noGrp="1"/>
          </p:cNvSpPr>
          <p:nvPr>
            <p:ph type="body" sz="quarter" idx="10" hasCustomPrompt="1"/>
          </p:nvPr>
        </p:nvSpPr>
        <p:spPr>
          <a:xfrm>
            <a:off x="504000" y="4354921"/>
            <a:ext cx="3391200" cy="1495079"/>
          </a:xfrm>
        </p:spPr>
        <p:txBody>
          <a:bodyPr/>
          <a:lstStyle>
            <a:lvl1pPr>
              <a:spcBef>
                <a:spcPts val="600"/>
              </a:spcBef>
              <a:defRPr sz="1800"/>
            </a:lvl1pPr>
            <a:lvl2pPr>
              <a:defRPr sz="1600"/>
            </a:lvl2pPr>
            <a:lvl3pPr>
              <a:defRPr sz="1400"/>
            </a:lvl3pPr>
          </a:lstStyle>
          <a:p>
            <a:pPr lvl="0"/>
            <a:r>
              <a:rPr lang="en-US" noProof="0" dirty="0"/>
              <a:t>First level</a:t>
            </a:r>
          </a:p>
          <a:p>
            <a:pPr lvl="1"/>
            <a:r>
              <a:rPr lang="en-US" dirty="0"/>
              <a:t>Second level</a:t>
            </a:r>
          </a:p>
          <a:p>
            <a:pPr lvl="2"/>
            <a:r>
              <a:rPr lang="en-US" dirty="0"/>
              <a:t>Third level</a:t>
            </a:r>
          </a:p>
        </p:txBody>
      </p:sp>
      <p:sp>
        <p:nvSpPr>
          <p:cNvPr id="5" name="Picture Placeholder 4"/>
          <p:cNvSpPr>
            <a:spLocks noGrp="1"/>
          </p:cNvSpPr>
          <p:nvPr>
            <p:ph type="pic" sz="quarter" idx="12" hasCustomPrompt="1"/>
          </p:nvPr>
        </p:nvSpPr>
        <p:spPr bwMode="gray">
          <a:xfrm>
            <a:off x="504000" y="1620000"/>
            <a:ext cx="3391200" cy="2232000"/>
          </a:xfrm>
          <a:solidFill>
            <a:schemeClr val="tx2">
              <a:alpha val="70000"/>
            </a:schemeClr>
          </a:solid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a:t>
            </a:r>
            <a:endParaRPr lang="de-DE" dirty="0"/>
          </a:p>
        </p:txBody>
      </p:sp>
      <p:sp>
        <p:nvSpPr>
          <p:cNvPr id="17" name="Text placeholder - column 2"/>
          <p:cNvSpPr>
            <a:spLocks noGrp="1"/>
          </p:cNvSpPr>
          <p:nvPr>
            <p:ph type="body" sz="quarter" idx="13" hasCustomPrompt="1"/>
          </p:nvPr>
        </p:nvSpPr>
        <p:spPr>
          <a:xfrm>
            <a:off x="8299277" y="4354921"/>
            <a:ext cx="3391200" cy="1495079"/>
          </a:xfrm>
        </p:spPr>
        <p:txBody>
          <a:bodyPr/>
          <a:lstStyle>
            <a:lvl1pPr>
              <a:spcBef>
                <a:spcPts val="600"/>
              </a:spcBef>
              <a:defRPr sz="1800"/>
            </a:lvl1pPr>
            <a:lvl2pPr>
              <a:defRPr sz="1600"/>
            </a:lvl2pPr>
            <a:lvl3pPr>
              <a:defRPr sz="1400"/>
            </a:lvl3pPr>
          </a:lstStyle>
          <a:p>
            <a:pPr lvl="0"/>
            <a:r>
              <a:rPr lang="en-US" noProof="0" dirty="0"/>
              <a:t>First level</a:t>
            </a:r>
          </a:p>
          <a:p>
            <a:pPr lvl="1"/>
            <a:r>
              <a:rPr lang="en-US" dirty="0"/>
              <a:t>Second level</a:t>
            </a:r>
          </a:p>
          <a:p>
            <a:pPr lvl="2"/>
            <a:r>
              <a:rPr lang="en-US" dirty="0"/>
              <a:t>Third level</a:t>
            </a:r>
          </a:p>
        </p:txBody>
      </p:sp>
      <p:sp>
        <p:nvSpPr>
          <p:cNvPr id="18" name="Picture Placeholder 4"/>
          <p:cNvSpPr>
            <a:spLocks noGrp="1"/>
          </p:cNvSpPr>
          <p:nvPr>
            <p:ph type="pic" sz="quarter" idx="14" hasCustomPrompt="1"/>
          </p:nvPr>
        </p:nvSpPr>
        <p:spPr bwMode="gray">
          <a:xfrm>
            <a:off x="8299277" y="1620000"/>
            <a:ext cx="3391200" cy="2232000"/>
          </a:xfrm>
          <a:solidFill>
            <a:schemeClr val="tx2">
              <a:alpha val="70000"/>
            </a:schemeClr>
          </a:solid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a:t>
            </a:r>
            <a:endParaRPr lang="de-DE" dirty="0"/>
          </a:p>
        </p:txBody>
      </p:sp>
      <p:sp>
        <p:nvSpPr>
          <p:cNvPr id="9" name="Text placeholder - column 2"/>
          <p:cNvSpPr>
            <a:spLocks noGrp="1"/>
          </p:cNvSpPr>
          <p:nvPr>
            <p:ph type="body" sz="quarter" idx="15" hasCustomPrompt="1"/>
          </p:nvPr>
        </p:nvSpPr>
        <p:spPr>
          <a:xfrm>
            <a:off x="4401639" y="4354921"/>
            <a:ext cx="3391200" cy="1495079"/>
          </a:xfrm>
        </p:spPr>
        <p:txBody>
          <a:bodyPr/>
          <a:lstStyle>
            <a:lvl1pPr>
              <a:spcBef>
                <a:spcPts val="600"/>
              </a:spcBef>
              <a:defRPr sz="1800"/>
            </a:lvl1pPr>
            <a:lvl2pPr>
              <a:defRPr sz="1600"/>
            </a:lvl2pPr>
            <a:lvl3pPr>
              <a:defRPr sz="1400"/>
            </a:lvl3pPr>
          </a:lstStyle>
          <a:p>
            <a:pPr lvl="0"/>
            <a:r>
              <a:rPr lang="en-US" noProof="0" dirty="0"/>
              <a:t>First level</a:t>
            </a:r>
          </a:p>
          <a:p>
            <a:pPr lvl="1"/>
            <a:r>
              <a:rPr lang="en-US" dirty="0"/>
              <a:t>Second level</a:t>
            </a:r>
          </a:p>
          <a:p>
            <a:pPr lvl="2"/>
            <a:r>
              <a:rPr lang="en-US" dirty="0"/>
              <a:t>Third level</a:t>
            </a:r>
          </a:p>
        </p:txBody>
      </p:sp>
      <p:sp>
        <p:nvSpPr>
          <p:cNvPr id="10" name="Picture Placeholder 4"/>
          <p:cNvSpPr>
            <a:spLocks noGrp="1"/>
          </p:cNvSpPr>
          <p:nvPr>
            <p:ph type="pic" sz="quarter" idx="16" hasCustomPrompt="1"/>
          </p:nvPr>
        </p:nvSpPr>
        <p:spPr bwMode="gray">
          <a:xfrm>
            <a:off x="4401639" y="1620000"/>
            <a:ext cx="3391200" cy="2232000"/>
          </a:xfrm>
          <a:solidFill>
            <a:schemeClr val="tx2">
              <a:alpha val="70000"/>
            </a:schemeClr>
          </a:solid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a:t>
            </a:r>
            <a:endParaRPr lang="de-DE" dirty="0"/>
          </a:p>
        </p:txBody>
      </p:sp>
    </p:spTree>
    <p:extLst>
      <p:ext uri="{BB962C8B-B14F-4D97-AF65-F5344CB8AC3E}">
        <p14:creationId xmlns:p14="http://schemas.microsoft.com/office/powerpoint/2010/main" val="72766759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4 columns - text and images">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04001" y="504000"/>
            <a:ext cx="11186476" cy="369332"/>
          </a:xfrm>
        </p:spPr>
        <p:txBody>
          <a:bodyPr/>
          <a:lstStyle/>
          <a:p>
            <a:r>
              <a:rPr lang="en-US" noProof="0" dirty="0"/>
              <a:t>Insert page title (sentence case)</a:t>
            </a:r>
            <a:endParaRPr lang="en-US" dirty="0"/>
          </a:p>
        </p:txBody>
      </p:sp>
      <p:sp>
        <p:nvSpPr>
          <p:cNvPr id="3" name="Text placeholder - column 2"/>
          <p:cNvSpPr>
            <a:spLocks noGrp="1"/>
          </p:cNvSpPr>
          <p:nvPr>
            <p:ph type="body" sz="quarter" idx="10" hasCustomPrompt="1"/>
          </p:nvPr>
        </p:nvSpPr>
        <p:spPr>
          <a:xfrm>
            <a:off x="504000" y="3878220"/>
            <a:ext cx="2415600" cy="1971780"/>
          </a:xfrm>
        </p:spPr>
        <p:txBody>
          <a:bodyPr/>
          <a:lstStyle>
            <a:lvl1pPr>
              <a:spcBef>
                <a:spcPts val="600"/>
              </a:spcBef>
              <a:defRPr sz="1800"/>
            </a:lvl1pPr>
            <a:lvl2pPr>
              <a:defRPr sz="1600"/>
            </a:lvl2pPr>
            <a:lvl3pPr>
              <a:defRPr sz="1400"/>
            </a:lvl3pPr>
          </a:lstStyle>
          <a:p>
            <a:pPr lvl="0"/>
            <a:r>
              <a:rPr lang="en-US" noProof="0" dirty="0"/>
              <a:t>First level</a:t>
            </a:r>
          </a:p>
          <a:p>
            <a:pPr lvl="1"/>
            <a:r>
              <a:rPr lang="en-US" dirty="0"/>
              <a:t>Second level</a:t>
            </a:r>
          </a:p>
          <a:p>
            <a:pPr lvl="2"/>
            <a:r>
              <a:rPr lang="en-US" dirty="0"/>
              <a:t>Third level</a:t>
            </a:r>
          </a:p>
        </p:txBody>
      </p:sp>
      <p:sp>
        <p:nvSpPr>
          <p:cNvPr id="5" name="Picture Placeholder 4"/>
          <p:cNvSpPr>
            <a:spLocks noGrp="1"/>
          </p:cNvSpPr>
          <p:nvPr>
            <p:ph type="pic" sz="quarter" idx="12" hasCustomPrompt="1"/>
          </p:nvPr>
        </p:nvSpPr>
        <p:spPr bwMode="gray">
          <a:xfrm>
            <a:off x="504000" y="1620000"/>
            <a:ext cx="2415600" cy="1728000"/>
          </a:xfrm>
          <a:solidFill>
            <a:schemeClr val="tx2">
              <a:alpha val="70000"/>
            </a:schemeClr>
          </a:solid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a:t>
            </a:r>
            <a:endParaRPr lang="de-DE" dirty="0"/>
          </a:p>
        </p:txBody>
      </p:sp>
      <p:sp>
        <p:nvSpPr>
          <p:cNvPr id="17" name="Text placeholder - column 2"/>
          <p:cNvSpPr>
            <a:spLocks noGrp="1"/>
          </p:cNvSpPr>
          <p:nvPr>
            <p:ph type="body" sz="quarter" idx="13" hasCustomPrompt="1"/>
          </p:nvPr>
        </p:nvSpPr>
        <p:spPr>
          <a:xfrm>
            <a:off x="9274877" y="3878221"/>
            <a:ext cx="2415600" cy="1971780"/>
          </a:xfrm>
        </p:spPr>
        <p:txBody>
          <a:bodyPr/>
          <a:lstStyle>
            <a:lvl1pPr>
              <a:spcBef>
                <a:spcPts val="600"/>
              </a:spcBef>
              <a:defRPr sz="1800"/>
            </a:lvl1pPr>
            <a:lvl2pPr>
              <a:defRPr sz="1600"/>
            </a:lvl2pPr>
            <a:lvl3pPr>
              <a:defRPr sz="1400"/>
            </a:lvl3pPr>
          </a:lstStyle>
          <a:p>
            <a:pPr lvl="0"/>
            <a:r>
              <a:rPr lang="en-US" noProof="0" dirty="0"/>
              <a:t>First level</a:t>
            </a:r>
          </a:p>
          <a:p>
            <a:pPr lvl="1"/>
            <a:r>
              <a:rPr lang="en-US" dirty="0"/>
              <a:t>Second level</a:t>
            </a:r>
          </a:p>
          <a:p>
            <a:pPr lvl="2"/>
            <a:r>
              <a:rPr lang="en-US" dirty="0"/>
              <a:t>Third level</a:t>
            </a:r>
          </a:p>
        </p:txBody>
      </p:sp>
      <p:sp>
        <p:nvSpPr>
          <p:cNvPr id="18" name="Picture Placeholder 4"/>
          <p:cNvSpPr>
            <a:spLocks noGrp="1"/>
          </p:cNvSpPr>
          <p:nvPr>
            <p:ph type="pic" sz="quarter" idx="14" hasCustomPrompt="1"/>
          </p:nvPr>
        </p:nvSpPr>
        <p:spPr bwMode="gray">
          <a:xfrm>
            <a:off x="9274877" y="1620000"/>
            <a:ext cx="2415600" cy="1728000"/>
          </a:xfrm>
          <a:solidFill>
            <a:schemeClr val="tx2">
              <a:alpha val="70000"/>
            </a:schemeClr>
          </a:solid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a:t>
            </a:r>
            <a:endParaRPr lang="de-DE" dirty="0"/>
          </a:p>
        </p:txBody>
      </p:sp>
      <p:sp>
        <p:nvSpPr>
          <p:cNvPr id="9" name="Text placeholder - column 2"/>
          <p:cNvSpPr>
            <a:spLocks noGrp="1"/>
          </p:cNvSpPr>
          <p:nvPr>
            <p:ph type="body" sz="quarter" idx="15" hasCustomPrompt="1"/>
          </p:nvPr>
        </p:nvSpPr>
        <p:spPr>
          <a:xfrm>
            <a:off x="3427626" y="3878221"/>
            <a:ext cx="2415600" cy="1971780"/>
          </a:xfrm>
        </p:spPr>
        <p:txBody>
          <a:bodyPr/>
          <a:lstStyle>
            <a:lvl1pPr>
              <a:spcBef>
                <a:spcPts val="600"/>
              </a:spcBef>
              <a:defRPr sz="1800"/>
            </a:lvl1pPr>
            <a:lvl2pPr>
              <a:defRPr sz="1600"/>
            </a:lvl2pPr>
            <a:lvl3pPr>
              <a:defRPr sz="1400"/>
            </a:lvl3pPr>
          </a:lstStyle>
          <a:p>
            <a:pPr lvl="0"/>
            <a:r>
              <a:rPr lang="en-US" noProof="0" dirty="0"/>
              <a:t>First level</a:t>
            </a:r>
          </a:p>
          <a:p>
            <a:pPr lvl="1"/>
            <a:r>
              <a:rPr lang="en-US" dirty="0"/>
              <a:t>Second level</a:t>
            </a:r>
          </a:p>
          <a:p>
            <a:pPr lvl="2"/>
            <a:r>
              <a:rPr lang="en-US" dirty="0"/>
              <a:t>Third level</a:t>
            </a:r>
          </a:p>
        </p:txBody>
      </p:sp>
      <p:sp>
        <p:nvSpPr>
          <p:cNvPr id="10" name="Picture Placeholder 4"/>
          <p:cNvSpPr>
            <a:spLocks noGrp="1"/>
          </p:cNvSpPr>
          <p:nvPr>
            <p:ph type="pic" sz="quarter" idx="16" hasCustomPrompt="1"/>
          </p:nvPr>
        </p:nvSpPr>
        <p:spPr bwMode="gray">
          <a:xfrm>
            <a:off x="3427626" y="1620000"/>
            <a:ext cx="2415600" cy="1728000"/>
          </a:xfrm>
          <a:solidFill>
            <a:schemeClr val="tx2">
              <a:alpha val="70000"/>
            </a:schemeClr>
          </a:solid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a:t>
            </a:r>
            <a:endParaRPr lang="de-DE" dirty="0"/>
          </a:p>
        </p:txBody>
      </p:sp>
      <p:sp>
        <p:nvSpPr>
          <p:cNvPr id="13" name="Text placeholder - column 2"/>
          <p:cNvSpPr>
            <a:spLocks noGrp="1"/>
          </p:cNvSpPr>
          <p:nvPr>
            <p:ph type="body" sz="quarter" idx="17" hasCustomPrompt="1"/>
          </p:nvPr>
        </p:nvSpPr>
        <p:spPr>
          <a:xfrm>
            <a:off x="6351252" y="3878221"/>
            <a:ext cx="2415600" cy="1971780"/>
          </a:xfrm>
        </p:spPr>
        <p:txBody>
          <a:bodyPr/>
          <a:lstStyle>
            <a:lvl1pPr>
              <a:spcBef>
                <a:spcPts val="600"/>
              </a:spcBef>
              <a:defRPr sz="1800"/>
            </a:lvl1pPr>
            <a:lvl2pPr>
              <a:defRPr sz="1600"/>
            </a:lvl2pPr>
            <a:lvl3pPr>
              <a:defRPr sz="1400"/>
            </a:lvl3pPr>
          </a:lstStyle>
          <a:p>
            <a:pPr lvl="0"/>
            <a:r>
              <a:rPr lang="en-US" noProof="0" dirty="0"/>
              <a:t>First level</a:t>
            </a:r>
          </a:p>
          <a:p>
            <a:pPr lvl="1"/>
            <a:r>
              <a:rPr lang="en-US" dirty="0"/>
              <a:t>Second level</a:t>
            </a:r>
          </a:p>
          <a:p>
            <a:pPr lvl="2"/>
            <a:r>
              <a:rPr lang="en-US" dirty="0"/>
              <a:t>Third level</a:t>
            </a:r>
          </a:p>
        </p:txBody>
      </p:sp>
      <p:sp>
        <p:nvSpPr>
          <p:cNvPr id="14" name="Picture Placeholder 4"/>
          <p:cNvSpPr>
            <a:spLocks noGrp="1"/>
          </p:cNvSpPr>
          <p:nvPr>
            <p:ph type="pic" sz="quarter" idx="18" hasCustomPrompt="1"/>
          </p:nvPr>
        </p:nvSpPr>
        <p:spPr bwMode="gray">
          <a:xfrm>
            <a:off x="6351252" y="1620000"/>
            <a:ext cx="2415600" cy="1728000"/>
          </a:xfrm>
          <a:solidFill>
            <a:schemeClr val="tx2">
              <a:alpha val="70000"/>
            </a:schemeClr>
          </a:solid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a:t>
            </a:r>
            <a:endParaRPr lang="de-DE" dirty="0"/>
          </a:p>
        </p:txBody>
      </p:sp>
    </p:spTree>
    <p:extLst>
      <p:ext uri="{BB962C8B-B14F-4D97-AF65-F5344CB8AC3E}">
        <p14:creationId xmlns:p14="http://schemas.microsoft.com/office/powerpoint/2010/main" val="268059447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5" name="Quote placeholder"/>
          <p:cNvSpPr>
            <a:spLocks noGrp="1"/>
          </p:cNvSpPr>
          <p:nvPr>
            <p:ph type="body" sz="quarter" idx="10" hasCustomPrompt="1"/>
          </p:nvPr>
        </p:nvSpPr>
        <p:spPr>
          <a:xfrm>
            <a:off x="504000" y="1800000"/>
            <a:ext cx="11185200" cy="3285032"/>
          </a:xfrm>
        </p:spPr>
        <p:txBody>
          <a:bodyPr/>
          <a:lstStyle>
            <a:lvl1pPr marL="395921" indent="-395921">
              <a:lnSpc>
                <a:spcPct val="90000"/>
              </a:lnSpc>
              <a:spcBef>
                <a:spcPts val="600"/>
              </a:spcBef>
              <a:defRPr sz="5999" b="1"/>
            </a:lvl1pPr>
            <a:lvl2pPr marL="395921" indent="0">
              <a:buNone/>
              <a:defRPr sz="1200"/>
            </a:lvl2pPr>
          </a:lstStyle>
          <a:p>
            <a:pPr lvl="0"/>
            <a:r>
              <a:rPr lang="en-US" noProof="0" dirty="0"/>
              <a:t>“Quote goes here </a:t>
            </a:r>
            <a:br>
              <a:rPr lang="en-US" noProof="0" dirty="0"/>
            </a:br>
            <a:r>
              <a:rPr lang="en-US" noProof="0" dirty="0"/>
              <a:t>and here.”</a:t>
            </a:r>
          </a:p>
          <a:p>
            <a:pPr lvl="1"/>
            <a:r>
              <a:rPr lang="en-US" noProof="0" dirty="0"/>
              <a:t>Source</a:t>
            </a:r>
          </a:p>
        </p:txBody>
      </p:sp>
      <p:sp>
        <p:nvSpPr>
          <p:cNvPr id="2" name="Title 1"/>
          <p:cNvSpPr>
            <a:spLocks noGrp="1"/>
          </p:cNvSpPr>
          <p:nvPr>
            <p:ph type="title" hasCustomPrompt="1"/>
          </p:nvPr>
        </p:nvSpPr>
        <p:spPr/>
        <p:txBody>
          <a:bodyPr/>
          <a:lstStyle/>
          <a:p>
            <a:r>
              <a:rPr lang="en-US" noProof="0" dirty="0"/>
              <a:t>Insert page title (sentence case)</a:t>
            </a:r>
            <a:endParaRPr lang="en-US" dirty="0"/>
          </a:p>
        </p:txBody>
      </p:sp>
      <p:grpSp>
        <p:nvGrpSpPr>
          <p:cNvPr id="3" name="Group 2"/>
          <p:cNvGrpSpPr/>
          <p:nvPr userDrawn="1"/>
        </p:nvGrpSpPr>
        <p:grpSpPr>
          <a:xfrm>
            <a:off x="0" y="0"/>
            <a:ext cx="12195175" cy="251942"/>
            <a:chOff x="0" y="0"/>
            <a:chExt cx="12195175" cy="251942"/>
          </a:xfrm>
        </p:grpSpPr>
        <p:sp>
          <p:nvSpPr>
            <p:cNvPr id="9" name="Rectangle 8"/>
            <p:cNvSpPr/>
            <p:nvPr userDrawn="1"/>
          </p:nvSpPr>
          <p:spPr bwMode="gray">
            <a:xfrm>
              <a:off x="0" y="0"/>
              <a:ext cx="12195175" cy="251942"/>
            </a:xfrm>
            <a:prstGeom prst="rect">
              <a:avLst/>
            </a:prstGeom>
            <a:solidFill>
              <a:schemeClr val="bg1"/>
            </a:solidFill>
            <a:ln w="6350" algn="ctr">
              <a:noFill/>
              <a:miter lim="800000"/>
              <a:headEnd/>
              <a:tailEnd/>
            </a:ln>
          </p:spPr>
          <p:txBody>
            <a:bodyPr lIns="90000" tIns="72000" rIns="90000" bIns="72000" rtlCol="0" anchor="ctr"/>
            <a:lstStyle/>
            <a:p>
              <a:pPr marR="0" lvl="0" algn="ctr" defTabSz="914217" fontAlgn="base">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grpSp>
          <p:nvGrpSpPr>
            <p:cNvPr id="4" name="Secondary Motion Band"/>
            <p:cNvGrpSpPr/>
            <p:nvPr userDrawn="1"/>
          </p:nvGrpSpPr>
          <p:grpSpPr>
            <a:xfrm>
              <a:off x="10682127" y="0"/>
              <a:ext cx="1513048" cy="251942"/>
              <a:chOff x="10682127" y="0"/>
              <a:chExt cx="1513048" cy="252000"/>
            </a:xfrm>
          </p:grpSpPr>
          <p:sp>
            <p:nvSpPr>
              <p:cNvPr id="6" name="Rectangle 5"/>
              <p:cNvSpPr/>
              <p:nvPr userDrawn="1"/>
            </p:nvSpPr>
            <p:spPr bwMode="gray">
              <a:xfrm>
                <a:off x="11691175" y="0"/>
                <a:ext cx="504000" cy="252000"/>
              </a:xfrm>
              <a:prstGeom prst="rect">
                <a:avLst/>
              </a:prstGeom>
              <a:solidFill>
                <a:schemeClr val="accent1"/>
              </a:solidFill>
              <a:ln w="6350" algn="ctr">
                <a:noFill/>
                <a:miter lim="800000"/>
                <a:headEnd/>
                <a:tailEnd/>
              </a:ln>
            </p:spPr>
            <p:txBody>
              <a:bodyPr lIns="90000" tIns="72000" rIns="90000" bIns="72000" rtlCol="0" anchor="ctr"/>
              <a:lstStyle/>
              <a:p>
                <a:pPr marR="0" lvl="0" algn="ctr" defTabSz="914217" fontAlgn="base">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7" name="Rectangle 6"/>
              <p:cNvSpPr/>
              <p:nvPr userDrawn="1"/>
            </p:nvSpPr>
            <p:spPr bwMode="gray">
              <a:xfrm>
                <a:off x="11186476" y="0"/>
                <a:ext cx="504000" cy="252000"/>
              </a:xfrm>
              <a:prstGeom prst="rect">
                <a:avLst/>
              </a:prstGeom>
              <a:solidFill>
                <a:schemeClr val="accent1">
                  <a:alpha val="70000"/>
                </a:schemeClr>
              </a:solidFill>
              <a:ln w="6350" algn="ctr">
                <a:noFill/>
                <a:miter lim="800000"/>
                <a:headEnd/>
                <a:tailEnd/>
              </a:ln>
            </p:spPr>
            <p:txBody>
              <a:bodyPr lIns="90000" tIns="72000" rIns="90000" bIns="72000" rtlCol="0" anchor="ctr"/>
              <a:lstStyle/>
              <a:p>
                <a:pPr marR="0" lvl="0" algn="ctr" defTabSz="914217" fontAlgn="base">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8" name="Rectangle 7"/>
              <p:cNvSpPr/>
              <p:nvPr userDrawn="1"/>
            </p:nvSpPr>
            <p:spPr bwMode="gray">
              <a:xfrm>
                <a:off x="10682127" y="0"/>
                <a:ext cx="504000" cy="252000"/>
              </a:xfrm>
              <a:prstGeom prst="rect">
                <a:avLst/>
              </a:prstGeom>
              <a:solidFill>
                <a:schemeClr val="accent1">
                  <a:alpha val="40000"/>
                </a:schemeClr>
              </a:solidFill>
              <a:ln w="6350" algn="ctr">
                <a:noFill/>
                <a:miter lim="800000"/>
                <a:headEnd/>
                <a:tailEnd/>
              </a:ln>
            </p:spPr>
            <p:txBody>
              <a:bodyPr lIns="90000" tIns="72000" rIns="90000" bIns="72000" rtlCol="0" anchor="ctr"/>
              <a:lstStyle/>
              <a:p>
                <a:pPr marR="0" lvl="0" algn="ctr" defTabSz="914217" fontAlgn="base">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grpSp>
      </p:grpSp>
    </p:spTree>
    <p:extLst>
      <p:ext uri="{BB962C8B-B14F-4D97-AF65-F5344CB8AC3E}">
        <p14:creationId xmlns:p14="http://schemas.microsoft.com/office/powerpoint/2010/main" val="93278590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and text with image 1">
    <p:spTree>
      <p:nvGrpSpPr>
        <p:cNvPr id="1" name=""/>
        <p:cNvGrpSpPr/>
        <p:nvPr/>
      </p:nvGrpSpPr>
      <p:grpSpPr>
        <a:xfrm>
          <a:off x="0" y="0"/>
          <a:ext cx="0" cy="0"/>
          <a:chOff x="0" y="0"/>
          <a:chExt cx="0" cy="0"/>
        </a:xfrm>
      </p:grpSpPr>
      <p:sp>
        <p:nvSpPr>
          <p:cNvPr id="5" name="Picture Placeholder 4"/>
          <p:cNvSpPr>
            <a:spLocks noGrp="1"/>
          </p:cNvSpPr>
          <p:nvPr>
            <p:ph type="pic" sz="quarter" idx="10" hasCustomPrompt="1"/>
          </p:nvPr>
        </p:nvSpPr>
        <p:spPr bwMode="gray">
          <a:xfrm>
            <a:off x="8127175" y="252000"/>
            <a:ext cx="4068000" cy="6606000"/>
          </a:xfrm>
          <a:solidFill>
            <a:schemeClr val="tx2">
              <a:alpha val="70000"/>
            </a:schemeClr>
          </a:solidFill>
        </p:spPr>
        <p:txBody>
          <a:bodyPr vert="horz" lIns="0" tIns="2448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a:t>
            </a:r>
            <a:endParaRPr lang="de-DE" dirty="0"/>
          </a:p>
        </p:txBody>
      </p:sp>
      <p:sp>
        <p:nvSpPr>
          <p:cNvPr id="7" name="Text Placeholder 6"/>
          <p:cNvSpPr>
            <a:spLocks noGrp="1"/>
          </p:cNvSpPr>
          <p:nvPr>
            <p:ph type="body" sz="quarter" idx="11" hasCustomPrompt="1"/>
          </p:nvPr>
        </p:nvSpPr>
        <p:spPr bwMode="gray">
          <a:xfrm>
            <a:off x="503999" y="1620000"/>
            <a:ext cx="7092000" cy="4230000"/>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endParaRPr lang="de-DE" dirty="0"/>
          </a:p>
        </p:txBody>
      </p:sp>
      <p:sp>
        <p:nvSpPr>
          <p:cNvPr id="3" name="Title 2"/>
          <p:cNvSpPr>
            <a:spLocks noGrp="1"/>
          </p:cNvSpPr>
          <p:nvPr>
            <p:ph type="title" hasCustomPrompt="1"/>
          </p:nvPr>
        </p:nvSpPr>
        <p:spPr>
          <a:xfrm>
            <a:off x="504001" y="504000"/>
            <a:ext cx="7092000" cy="369332"/>
          </a:xfrm>
        </p:spPr>
        <p:txBody>
          <a:bodyPr/>
          <a:lstStyle/>
          <a:p>
            <a:r>
              <a:rPr lang="en-US" noProof="0" dirty="0"/>
              <a:t>Insert page title (sentence case)</a:t>
            </a:r>
            <a:endParaRPr lang="en-US" dirty="0"/>
          </a:p>
        </p:txBody>
      </p:sp>
    </p:spTree>
    <p:extLst>
      <p:ext uri="{BB962C8B-B14F-4D97-AF65-F5344CB8AC3E}">
        <p14:creationId xmlns:p14="http://schemas.microsoft.com/office/powerpoint/2010/main" val="342502026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and text with image 2">
    <p:spTree>
      <p:nvGrpSpPr>
        <p:cNvPr id="1" name=""/>
        <p:cNvGrpSpPr/>
        <p:nvPr/>
      </p:nvGrpSpPr>
      <p:grpSpPr>
        <a:xfrm>
          <a:off x="0" y="0"/>
          <a:ext cx="0" cy="0"/>
          <a:chOff x="0" y="0"/>
          <a:chExt cx="0" cy="0"/>
        </a:xfrm>
      </p:grpSpPr>
      <p:sp>
        <p:nvSpPr>
          <p:cNvPr id="5" name="Picture Placeholder 4"/>
          <p:cNvSpPr>
            <a:spLocks noGrp="1"/>
          </p:cNvSpPr>
          <p:nvPr>
            <p:ph type="pic" sz="quarter" idx="10" hasCustomPrompt="1"/>
          </p:nvPr>
        </p:nvSpPr>
        <p:spPr bwMode="gray">
          <a:xfrm>
            <a:off x="6111175" y="252000"/>
            <a:ext cx="6084000" cy="6606000"/>
          </a:xfrm>
          <a:solidFill>
            <a:schemeClr val="tx2">
              <a:alpha val="70000"/>
            </a:schemeClr>
          </a:solidFill>
        </p:spPr>
        <p:txBody>
          <a:bodyPr vert="horz" lIns="0" tIns="2448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a:t>
            </a:r>
            <a:endParaRPr lang="de-DE" dirty="0"/>
          </a:p>
        </p:txBody>
      </p:sp>
      <p:sp>
        <p:nvSpPr>
          <p:cNvPr id="7" name="Text Placeholder 6"/>
          <p:cNvSpPr>
            <a:spLocks noGrp="1"/>
          </p:cNvSpPr>
          <p:nvPr>
            <p:ph type="body" sz="quarter" idx="11" hasCustomPrompt="1"/>
          </p:nvPr>
        </p:nvSpPr>
        <p:spPr bwMode="gray">
          <a:xfrm>
            <a:off x="503999" y="1620000"/>
            <a:ext cx="5112000" cy="4230000"/>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endParaRPr lang="de-DE" dirty="0"/>
          </a:p>
        </p:txBody>
      </p:sp>
      <p:sp>
        <p:nvSpPr>
          <p:cNvPr id="2" name="Title 1"/>
          <p:cNvSpPr>
            <a:spLocks noGrp="1"/>
          </p:cNvSpPr>
          <p:nvPr>
            <p:ph type="title" hasCustomPrompt="1"/>
          </p:nvPr>
        </p:nvSpPr>
        <p:spPr>
          <a:xfrm>
            <a:off x="504001" y="504000"/>
            <a:ext cx="5112000" cy="369332"/>
          </a:xfrm>
        </p:spPr>
        <p:txBody>
          <a:bodyPr/>
          <a:lstStyle/>
          <a:p>
            <a:r>
              <a:rPr lang="en-US" noProof="0" dirty="0"/>
              <a:t>Insert page title (sentence case)</a:t>
            </a:r>
            <a:endParaRPr lang="en-US" dirty="0"/>
          </a:p>
        </p:txBody>
      </p:sp>
    </p:spTree>
    <p:extLst>
      <p:ext uri="{BB962C8B-B14F-4D97-AF65-F5344CB8AC3E}">
        <p14:creationId xmlns:p14="http://schemas.microsoft.com/office/powerpoint/2010/main" val="55278771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Image with motion band">
    <p:spTree>
      <p:nvGrpSpPr>
        <p:cNvPr id="1" name=""/>
        <p:cNvGrpSpPr/>
        <p:nvPr/>
      </p:nvGrpSpPr>
      <p:grpSpPr>
        <a:xfrm>
          <a:off x="0" y="0"/>
          <a:ext cx="0" cy="0"/>
          <a:chOff x="0" y="0"/>
          <a:chExt cx="0" cy="0"/>
        </a:xfrm>
      </p:grpSpPr>
      <p:sp>
        <p:nvSpPr>
          <p:cNvPr id="5" name="Picture Placeholder 4"/>
          <p:cNvSpPr>
            <a:spLocks noGrp="1"/>
          </p:cNvSpPr>
          <p:nvPr>
            <p:ph type="pic" sz="quarter" idx="10" hasCustomPrompt="1"/>
          </p:nvPr>
        </p:nvSpPr>
        <p:spPr bwMode="gray">
          <a:xfrm>
            <a:off x="1" y="252000"/>
            <a:ext cx="12195175" cy="6606000"/>
          </a:xfrm>
          <a:solidFill>
            <a:schemeClr val="tx2">
              <a:alpha val="70000"/>
            </a:schemeClr>
          </a:solidFill>
        </p:spPr>
        <p:txBody>
          <a:bodyPr vert="horz" lIns="0" tIns="2448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a:t>
            </a:r>
            <a:endParaRPr lang="de-DE" dirty="0"/>
          </a:p>
        </p:txBody>
      </p:sp>
    </p:spTree>
    <p:extLst>
      <p:ext uri="{BB962C8B-B14F-4D97-AF65-F5344CB8AC3E}">
        <p14:creationId xmlns:p14="http://schemas.microsoft.com/office/powerpoint/2010/main" val="190104987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Full bleed image ">
    <p:spTree>
      <p:nvGrpSpPr>
        <p:cNvPr id="1" name=""/>
        <p:cNvGrpSpPr/>
        <p:nvPr/>
      </p:nvGrpSpPr>
      <p:grpSpPr>
        <a:xfrm>
          <a:off x="0" y="0"/>
          <a:ext cx="0" cy="0"/>
          <a:chOff x="0" y="0"/>
          <a:chExt cx="0" cy="0"/>
        </a:xfrm>
      </p:grpSpPr>
      <p:sp>
        <p:nvSpPr>
          <p:cNvPr id="5" name="Picture Placeholder 4"/>
          <p:cNvSpPr>
            <a:spLocks noGrp="1"/>
          </p:cNvSpPr>
          <p:nvPr>
            <p:ph type="pic" sz="quarter" idx="10" hasCustomPrompt="1"/>
          </p:nvPr>
        </p:nvSpPr>
        <p:spPr bwMode="gray">
          <a:xfrm>
            <a:off x="1" y="0"/>
            <a:ext cx="12195175" cy="6858000"/>
          </a:xfrm>
          <a:solidFill>
            <a:schemeClr val="tx2">
              <a:alpha val="70000"/>
            </a:schemeClr>
          </a:solidFill>
        </p:spPr>
        <p:txBody>
          <a:bodyPr vert="horz" lIns="0" tIns="2448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a:t>
            </a:r>
            <a:endParaRPr lang="de-DE" dirty="0"/>
          </a:p>
        </p:txBody>
      </p:sp>
    </p:spTree>
    <p:extLst>
      <p:ext uri="{BB962C8B-B14F-4D97-AF65-F5344CB8AC3E}">
        <p14:creationId xmlns:p14="http://schemas.microsoft.com/office/powerpoint/2010/main" val="413979114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ext and screenshot">
    <p:spTree>
      <p:nvGrpSpPr>
        <p:cNvPr id="1" name=""/>
        <p:cNvGrpSpPr/>
        <p:nvPr/>
      </p:nvGrpSpPr>
      <p:grpSpPr>
        <a:xfrm>
          <a:off x="0" y="0"/>
          <a:ext cx="0" cy="0"/>
          <a:chOff x="0" y="0"/>
          <a:chExt cx="0" cy="0"/>
        </a:xfrm>
      </p:grpSpPr>
      <p:sp>
        <p:nvSpPr>
          <p:cNvPr id="5" name="Picture Placeholder 4"/>
          <p:cNvSpPr>
            <a:spLocks noGrp="1"/>
          </p:cNvSpPr>
          <p:nvPr>
            <p:ph type="pic" sz="quarter" idx="13" hasCustomPrompt="1"/>
          </p:nvPr>
        </p:nvSpPr>
        <p:spPr bwMode="gray">
          <a:xfrm>
            <a:off x="6362477" y="1601628"/>
            <a:ext cx="5328000" cy="4230000"/>
          </a:xfrm>
          <a:solidFill>
            <a:schemeClr val="tx2">
              <a:alpha val="70000"/>
            </a:schemeClr>
          </a:solidFill>
        </p:spPr>
        <p:txBody>
          <a:bodyPr vert="horz" lIns="0" tIns="1512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screenshot</a:t>
            </a:r>
            <a:endParaRPr lang="de-DE" dirty="0"/>
          </a:p>
        </p:txBody>
      </p:sp>
      <p:sp>
        <p:nvSpPr>
          <p:cNvPr id="4" name="Text Placeholder 3"/>
          <p:cNvSpPr>
            <a:spLocks noGrp="1"/>
          </p:cNvSpPr>
          <p:nvPr>
            <p:ph type="body" sz="quarter" idx="10" hasCustomPrompt="1"/>
          </p:nvPr>
        </p:nvSpPr>
        <p:spPr>
          <a:xfrm>
            <a:off x="504000" y="1620000"/>
            <a:ext cx="5328000" cy="4230000"/>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2"/>
          <p:cNvSpPr>
            <a:spLocks noGrp="1"/>
          </p:cNvSpPr>
          <p:nvPr>
            <p:ph type="title" hasCustomPrompt="1"/>
          </p:nvPr>
        </p:nvSpPr>
        <p:spPr>
          <a:xfrm>
            <a:off x="504001" y="504000"/>
            <a:ext cx="11186476" cy="369332"/>
          </a:xfrm>
        </p:spPr>
        <p:txBody>
          <a:bodyPr/>
          <a:lstStyle/>
          <a:p>
            <a:r>
              <a:rPr lang="en-US" noProof="0" dirty="0"/>
              <a:t>Insert page title (sentence case)</a:t>
            </a:r>
            <a:endParaRPr lang="en-US" dirty="0"/>
          </a:p>
        </p:txBody>
      </p:sp>
    </p:spTree>
    <p:extLst>
      <p:ext uri="{BB962C8B-B14F-4D97-AF65-F5344CB8AC3E}">
        <p14:creationId xmlns:p14="http://schemas.microsoft.com/office/powerpoint/2010/main" val="1287227243"/>
      </p:ext>
    </p:extLst>
  </p:cSld>
  <p:clrMapOvr>
    <a:masterClrMapping/>
  </p:clrMapOvr>
  <p:extLst>
    <p:ext uri="{DCECCB84-F9BA-43D5-87BE-67443E8EF086}">
      <p15:sldGuideLst xmlns:p15="http://schemas.microsoft.com/office/powerpoint/2012/main"/>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7" name="Content Placeholder 2"/>
          <p:cNvSpPr>
            <a:spLocks noGrp="1"/>
          </p:cNvSpPr>
          <p:nvPr>
            <p:ph idx="1" hasCustomPrompt="1"/>
          </p:nvPr>
        </p:nvSpPr>
        <p:spPr>
          <a:xfrm>
            <a:off x="504000" y="1620000"/>
            <a:ext cx="11185200" cy="4230000"/>
          </a:xfrm>
          <a:solidFill>
            <a:schemeClr val="tx2">
              <a:alpha val="70000"/>
            </a:schemeClr>
          </a:solidFill>
        </p:spPr>
        <p:txBody>
          <a:bodyPr tIns="1368000"/>
          <a:lstStyle>
            <a:lvl1pPr algn="ctr">
              <a:defRPr sz="1400" b="0"/>
            </a:lvl1pPr>
          </a:lstStyle>
          <a:p>
            <a:pPr lvl="0"/>
            <a:r>
              <a:rPr lang="en-US" dirty="0"/>
              <a:t>Click to add content</a:t>
            </a:r>
          </a:p>
        </p:txBody>
      </p:sp>
      <p:sp>
        <p:nvSpPr>
          <p:cNvPr id="2" name="Title 1"/>
          <p:cNvSpPr>
            <a:spLocks noGrp="1"/>
          </p:cNvSpPr>
          <p:nvPr>
            <p:ph type="title" hasCustomPrompt="1"/>
          </p:nvPr>
        </p:nvSpPr>
        <p:spPr/>
        <p:txBody>
          <a:bodyPr/>
          <a:lstStyle/>
          <a:p>
            <a:r>
              <a:rPr lang="en-US" noProof="0" dirty="0"/>
              <a:t>Insert page title (sentence case)</a:t>
            </a:r>
            <a:endParaRPr lang="en-US" dirty="0"/>
          </a:p>
        </p:txBody>
      </p:sp>
    </p:spTree>
    <p:extLst>
      <p:ext uri="{BB962C8B-B14F-4D97-AF65-F5344CB8AC3E}">
        <p14:creationId xmlns:p14="http://schemas.microsoft.com/office/powerpoint/2010/main" val="418609874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Blank with motion band">
    <p:spTree>
      <p:nvGrpSpPr>
        <p:cNvPr id="1" name=""/>
        <p:cNvGrpSpPr/>
        <p:nvPr/>
      </p:nvGrpSpPr>
      <p:grpSpPr>
        <a:xfrm>
          <a:off x="0" y="0"/>
          <a:ext cx="0" cy="0"/>
          <a:chOff x="0" y="0"/>
          <a:chExt cx="0" cy="0"/>
        </a:xfrm>
      </p:grpSpPr>
      <p:sp>
        <p:nvSpPr>
          <p:cNvPr id="7" name="Rectangle 6"/>
          <p:cNvSpPr/>
          <p:nvPr userDrawn="1"/>
        </p:nvSpPr>
        <p:spPr bwMode="gray">
          <a:xfrm>
            <a:off x="236220" y="1142735"/>
            <a:ext cx="11795760" cy="220929"/>
          </a:xfrm>
          <a:prstGeom prst="rect">
            <a:avLst/>
          </a:prstGeom>
          <a:solidFill>
            <a:schemeClr val="bg1"/>
          </a:solidFill>
          <a:ln w="6350" algn="ctr">
            <a:noFill/>
            <a:miter lim="800000"/>
            <a:headEnd/>
            <a:tailEnd/>
          </a:ln>
        </p:spPr>
        <p:txBody>
          <a:bodyPr lIns="89979" tIns="71983" rIns="89979" bIns="71983" rtlCol="0" anchor="ctr"/>
          <a:lstStyle/>
          <a:p>
            <a:pPr marR="0" algn="ctr" defTabSz="914217" eaLnBrk="1" fontAlgn="base" latinLnBrk="0" hangingPunct="1">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spTree>
    <p:extLst>
      <p:ext uri="{BB962C8B-B14F-4D97-AF65-F5344CB8AC3E}">
        <p14:creationId xmlns:p14="http://schemas.microsoft.com/office/powerpoint/2010/main" val="337924837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3421819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p:cSld name="Thank you and contact information">
    <p:spTree>
      <p:nvGrpSpPr>
        <p:cNvPr id="1" name=""/>
        <p:cNvGrpSpPr/>
        <p:nvPr/>
      </p:nvGrpSpPr>
      <p:grpSpPr>
        <a:xfrm>
          <a:off x="0" y="0"/>
          <a:ext cx="0" cy="0"/>
          <a:chOff x="0" y="0"/>
          <a:chExt cx="0" cy="0"/>
        </a:xfrm>
      </p:grpSpPr>
      <p:sp>
        <p:nvSpPr>
          <p:cNvPr id="93" name="Contact information"/>
          <p:cNvSpPr>
            <a:spLocks noGrp="1"/>
          </p:cNvSpPr>
          <p:nvPr>
            <p:ph type="body" sz="quarter" idx="10" hasCustomPrompt="1"/>
          </p:nvPr>
        </p:nvSpPr>
        <p:spPr>
          <a:xfrm>
            <a:off x="504000" y="2905487"/>
            <a:ext cx="5328000" cy="2501010"/>
          </a:xfrm>
        </p:spPr>
        <p:txBody>
          <a:bodyPr anchor="t" anchorCtr="0">
            <a:noAutofit/>
          </a:bodyPr>
          <a:lstStyle>
            <a:lvl1pPr>
              <a:spcBef>
                <a:spcPts val="0"/>
              </a:spcBef>
              <a:spcAft>
                <a:spcPts val="1200"/>
              </a:spcAft>
              <a:defRPr sz="1600" b="0"/>
            </a:lvl1pPr>
            <a:lvl2pPr marL="0" indent="0">
              <a:spcBef>
                <a:spcPts val="0"/>
              </a:spcBef>
              <a:buNone/>
              <a:defRPr sz="1600" b="0"/>
            </a:lvl2pPr>
          </a:lstStyle>
          <a:p>
            <a:r>
              <a:rPr lang="en-US" dirty="0"/>
              <a:t>Contact information:</a:t>
            </a:r>
          </a:p>
          <a:p>
            <a:pPr lvl="1"/>
            <a:r>
              <a:rPr lang="en-US" dirty="0"/>
              <a:t>F name L name</a:t>
            </a:r>
          </a:p>
          <a:p>
            <a:pPr lvl="1"/>
            <a:r>
              <a:rPr lang="en-US" dirty="0"/>
              <a:t>Title</a:t>
            </a:r>
          </a:p>
          <a:p>
            <a:pPr lvl="1"/>
            <a:r>
              <a:rPr lang="en-US" dirty="0"/>
              <a:t>Address</a:t>
            </a:r>
          </a:p>
          <a:p>
            <a:pPr lvl="1"/>
            <a:r>
              <a:rPr lang="en-US" dirty="0"/>
              <a:t>Phone number</a:t>
            </a:r>
          </a:p>
        </p:txBody>
      </p:sp>
      <p:sp>
        <p:nvSpPr>
          <p:cNvPr id="2" name="Thank you"/>
          <p:cNvSpPr>
            <a:spLocks noGrp="1"/>
          </p:cNvSpPr>
          <p:nvPr>
            <p:ph type="ctrTitle" hasCustomPrompt="1"/>
          </p:nvPr>
        </p:nvSpPr>
        <p:spPr bwMode="gray">
          <a:xfrm>
            <a:off x="504000" y="1467009"/>
            <a:ext cx="5328000" cy="923116"/>
          </a:xfrm>
        </p:spPr>
        <p:txBody>
          <a:bodyPr anchor="t" anchorCtr="0">
            <a:noAutofit/>
          </a:bodyPr>
          <a:lstStyle>
            <a:lvl1pPr>
              <a:defRPr sz="5500">
                <a:solidFill>
                  <a:schemeClr val="accent1"/>
                </a:solidFill>
                <a:latin typeface="+mj-lt"/>
              </a:defRPr>
            </a:lvl1pPr>
          </a:lstStyle>
          <a:p>
            <a:r>
              <a:rPr lang="en-US" dirty="0"/>
              <a:t>Thank you.</a:t>
            </a:r>
            <a:endParaRPr lang="de-DE" dirty="0"/>
          </a:p>
        </p:txBody>
      </p:sp>
      <p:pic>
        <p:nvPicPr>
          <p:cNvPr id="10" name="SAP logo"/>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04000" y="5994000"/>
            <a:ext cx="1578462" cy="360000"/>
          </a:xfrm>
          <a:prstGeom prst="rect">
            <a:avLst/>
          </a:prstGeom>
        </p:spPr>
      </p:pic>
    </p:spTree>
    <p:extLst>
      <p:ext uri="{BB962C8B-B14F-4D97-AF65-F5344CB8AC3E}">
        <p14:creationId xmlns:p14="http://schemas.microsoft.com/office/powerpoint/2010/main" val="781090314"/>
      </p:ext>
    </p:extLst>
  </p:cSld>
  <p:clrMapOvr>
    <a:masterClrMapping/>
  </p:clrMapOvr>
  <p:hf sldNum="0" hdr="0" ftr="0" dt="0"/>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Copyright">
    <p:spTree>
      <p:nvGrpSpPr>
        <p:cNvPr id="1" name=""/>
        <p:cNvGrpSpPr/>
        <p:nvPr/>
      </p:nvGrpSpPr>
      <p:grpSpPr>
        <a:xfrm>
          <a:off x="0" y="0"/>
          <a:ext cx="0" cy="0"/>
          <a:chOff x="0" y="0"/>
          <a:chExt cx="0" cy="0"/>
        </a:xfrm>
      </p:grpSpPr>
      <p:sp>
        <p:nvSpPr>
          <p:cNvPr id="4" name="TextBox 3"/>
          <p:cNvSpPr txBox="1"/>
          <p:nvPr/>
        </p:nvSpPr>
        <p:spPr bwMode="gray">
          <a:xfrm>
            <a:off x="503999" y="1620000"/>
            <a:ext cx="11185200" cy="3153980"/>
          </a:xfrm>
          <a:prstGeom prst="rect">
            <a:avLst/>
          </a:prstGeom>
          <a:noFill/>
        </p:spPr>
        <p:txBody>
          <a:bodyPr wrap="square" lIns="0" tIns="0" rIns="0" bIns="0" rtlCol="0">
            <a:spAutoFit/>
          </a:bodyPr>
          <a:lstStyle/>
          <a:p>
            <a:pPr>
              <a:spcBef>
                <a:spcPts val="1200"/>
              </a:spcBef>
            </a:pPr>
            <a:r>
              <a:rPr lang="en-US" sz="1100" kern="1200" dirty="0">
                <a:solidFill>
                  <a:schemeClr val="tx1"/>
                </a:solidFill>
                <a:latin typeface="Arial"/>
                <a:ea typeface="Arial Unicode MS" panose="020B0604020202020204" pitchFamily="34" charset="-128"/>
                <a:cs typeface="+mn-cs"/>
              </a:rPr>
              <a:t>No part of this publication may be reproduced or transmitted in any form or for any purpose without the express permission of SAP SE or an SAP affiliate company.</a:t>
            </a:r>
          </a:p>
          <a:p>
            <a:pPr>
              <a:spcBef>
                <a:spcPts val="1200"/>
              </a:spcBef>
            </a:pPr>
            <a:r>
              <a:rPr lang="en-US" sz="1100" kern="1200" dirty="0">
                <a:solidFill>
                  <a:schemeClr val="tx1"/>
                </a:solidFill>
                <a:latin typeface="Arial"/>
                <a:ea typeface="Arial Unicode MS" panose="020B0604020202020204" pitchFamily="34" charset="-128"/>
                <a:cs typeface="+mn-cs"/>
              </a:rPr>
              <a:t>The information contained herein may be changed without prior notice. Some software products marketed by SAP SE and its distributors contain proprietary software components </a:t>
            </a:r>
            <a:br>
              <a:rPr lang="en-US" sz="1100" kern="1200" dirty="0">
                <a:solidFill>
                  <a:schemeClr val="tx1"/>
                </a:solidFill>
                <a:latin typeface="Arial"/>
                <a:ea typeface="Arial Unicode MS" panose="020B0604020202020204" pitchFamily="34" charset="-128"/>
                <a:cs typeface="+mn-cs"/>
              </a:rPr>
            </a:br>
            <a:r>
              <a:rPr lang="en-US" sz="1100" kern="1200" dirty="0">
                <a:solidFill>
                  <a:schemeClr val="tx1"/>
                </a:solidFill>
                <a:latin typeface="Arial"/>
                <a:ea typeface="Arial Unicode MS" panose="020B0604020202020204" pitchFamily="34" charset="-128"/>
                <a:cs typeface="+mn-cs"/>
              </a:rPr>
              <a:t>of other software vendors. National product specifications may vary.</a:t>
            </a:r>
          </a:p>
          <a:p>
            <a:pPr>
              <a:spcBef>
                <a:spcPts val="1200"/>
              </a:spcBef>
            </a:pPr>
            <a:r>
              <a:rPr lang="en-US" sz="1100" kern="1200" dirty="0">
                <a:solidFill>
                  <a:schemeClr val="tx1"/>
                </a:solidFill>
                <a:latin typeface="Arial"/>
                <a:ea typeface="Arial Unicode MS" panose="020B0604020202020204" pitchFamily="34" charset="-128"/>
                <a:cs typeface="+mn-cs"/>
              </a:rPr>
              <a:t>These materials are provided by SAP SE or an SAP affiliate company for informational purposes only, without representation or warranty of any kind, and SAP or its affiliated companies shall not be liable for errors or omissions with respect to the materials. The only warranties for SAP or SAP affiliate company products and services are those that are </a:t>
            </a:r>
            <a:br>
              <a:rPr lang="en-US" sz="1100" kern="1200" dirty="0">
                <a:solidFill>
                  <a:schemeClr val="tx1"/>
                </a:solidFill>
                <a:latin typeface="Arial"/>
                <a:ea typeface="Arial Unicode MS" panose="020B0604020202020204" pitchFamily="34" charset="-128"/>
                <a:cs typeface="+mn-cs"/>
              </a:rPr>
            </a:br>
            <a:r>
              <a:rPr lang="en-US" sz="1100" kern="1200" dirty="0">
                <a:solidFill>
                  <a:schemeClr val="tx1"/>
                </a:solidFill>
                <a:latin typeface="Arial"/>
                <a:ea typeface="Arial Unicode MS" panose="020B0604020202020204" pitchFamily="34" charset="-128"/>
                <a:cs typeface="+mn-cs"/>
              </a:rPr>
              <a:t>set forth in the express warranty statements accompanying such products and services, if any. Nothing herein should be construed as constituting an additional warranty. </a:t>
            </a:r>
          </a:p>
          <a:p>
            <a:pPr>
              <a:spcBef>
                <a:spcPts val="1200"/>
              </a:spcBef>
            </a:pPr>
            <a:r>
              <a:rPr lang="en-US" sz="1100" kern="1200" dirty="0">
                <a:solidFill>
                  <a:schemeClr val="tx1"/>
                </a:solidFill>
                <a:latin typeface="Arial"/>
                <a:ea typeface="Arial Unicode MS" panose="020B0604020202020204" pitchFamily="34" charset="-128"/>
                <a:cs typeface="+mn-cs"/>
              </a:rPr>
              <a:t>In particular, SAP SE or its affiliated companies have no obligation to pursue any course of business outlined in this document or any related presentation, or to develop or release any functionality mentioned therein. This document, or any related presentation, and SAP SE’s or its affiliated companies’ strategy and possible future developments, products, and/or platform directions and functionality are all subject to change and may be changed by SAP SE or its affiliated companies at any time for any reason without notice. The information in this document is not a commitment, promise, or legal obligation to deliver any material, code, or functionality. All forward-looking statements are subject to various </a:t>
            </a:r>
            <a:br>
              <a:rPr lang="en-US" sz="1100" kern="1200" dirty="0">
                <a:solidFill>
                  <a:schemeClr val="tx1"/>
                </a:solidFill>
                <a:latin typeface="Arial"/>
                <a:ea typeface="Arial Unicode MS" panose="020B0604020202020204" pitchFamily="34" charset="-128"/>
                <a:cs typeface="+mn-cs"/>
              </a:rPr>
            </a:br>
            <a:r>
              <a:rPr lang="en-US" sz="1100" kern="1200" dirty="0">
                <a:solidFill>
                  <a:schemeClr val="tx1"/>
                </a:solidFill>
                <a:latin typeface="Arial"/>
                <a:ea typeface="Arial Unicode MS" panose="020B0604020202020204" pitchFamily="34" charset="-128"/>
                <a:cs typeface="+mn-cs"/>
              </a:rPr>
              <a:t>risks and uncertainties that could cause actual results to differ materially from expectations. Readers are cautioned not to place undue reliance on these forward-looking statements, and they should not be relied upon in making purchasing decisions.</a:t>
            </a:r>
          </a:p>
          <a:p>
            <a:pPr>
              <a:spcBef>
                <a:spcPts val="1200"/>
              </a:spcBef>
            </a:pPr>
            <a:r>
              <a:rPr lang="en-US" sz="1100" kern="1200" dirty="0">
                <a:solidFill>
                  <a:schemeClr val="tx1"/>
                </a:solidFill>
                <a:latin typeface="Arial"/>
                <a:ea typeface="Arial Unicode MS" panose="020B0604020202020204" pitchFamily="34" charset="-128"/>
                <a:cs typeface="+mn-cs"/>
              </a:rPr>
              <a:t>SAP and other SAP products and services mentioned herein as well as their respective logos are trademarks or registered trademarks of SAP SE (or an SAP affiliate company) </a:t>
            </a:r>
            <a:br>
              <a:rPr lang="en-US" sz="1100" kern="1200" dirty="0">
                <a:solidFill>
                  <a:schemeClr val="tx1"/>
                </a:solidFill>
                <a:latin typeface="Arial"/>
                <a:ea typeface="Arial Unicode MS" panose="020B0604020202020204" pitchFamily="34" charset="-128"/>
                <a:cs typeface="+mn-cs"/>
              </a:rPr>
            </a:br>
            <a:r>
              <a:rPr lang="en-US" sz="1100" kern="1200" dirty="0">
                <a:solidFill>
                  <a:schemeClr val="tx1"/>
                </a:solidFill>
                <a:latin typeface="Arial"/>
                <a:ea typeface="Arial Unicode MS" panose="020B0604020202020204" pitchFamily="34" charset="-128"/>
                <a:cs typeface="+mn-cs"/>
              </a:rPr>
              <a:t>in Germany and other countries. All other product and service names mentioned are the trademarks of their respective companies. </a:t>
            </a:r>
            <a:br>
              <a:rPr lang="en-US" sz="1100" kern="1200" dirty="0">
                <a:solidFill>
                  <a:schemeClr val="tx1"/>
                </a:solidFill>
                <a:latin typeface="Arial"/>
                <a:ea typeface="Arial Unicode MS" panose="020B0604020202020204" pitchFamily="34" charset="-128"/>
                <a:cs typeface="+mn-cs"/>
              </a:rPr>
            </a:br>
            <a:r>
              <a:rPr lang="en-US" sz="1100" kern="1200" dirty="0">
                <a:solidFill>
                  <a:schemeClr val="tx1"/>
                </a:solidFill>
                <a:latin typeface="Arial"/>
                <a:ea typeface="Arial Unicode MS" panose="020B0604020202020204" pitchFamily="34" charset="-128"/>
                <a:cs typeface="+mn-cs"/>
              </a:rPr>
              <a:t>See </a:t>
            </a:r>
            <a:r>
              <a:rPr lang="en-US" sz="1100" kern="1200" dirty="0">
                <a:solidFill>
                  <a:schemeClr val="tx2"/>
                </a:solidFill>
                <a:latin typeface="Arial"/>
                <a:ea typeface="Arial Unicode MS" panose="020B0604020202020204" pitchFamily="34" charset="-128"/>
                <a:cs typeface="+mn-cs"/>
                <a:hlinkClick r:id="rId2"/>
              </a:rPr>
              <a:t>http://global.sap.com/corporate-en/legal/copyright/index.epx</a:t>
            </a:r>
            <a:r>
              <a:rPr lang="en-US" sz="1100" kern="1200" dirty="0">
                <a:solidFill>
                  <a:schemeClr val="tx2"/>
                </a:solidFill>
                <a:latin typeface="Arial"/>
                <a:ea typeface="Arial Unicode MS" panose="020B0604020202020204" pitchFamily="34" charset="-128"/>
                <a:cs typeface="+mn-cs"/>
              </a:rPr>
              <a:t> </a:t>
            </a:r>
            <a:r>
              <a:rPr lang="en-US" sz="1100" kern="1200" dirty="0">
                <a:solidFill>
                  <a:schemeClr val="tx1"/>
                </a:solidFill>
                <a:latin typeface="Arial"/>
                <a:ea typeface="Arial Unicode MS" panose="020B0604020202020204" pitchFamily="34" charset="-128"/>
                <a:cs typeface="+mn-cs"/>
              </a:rPr>
              <a:t>for additional trademark information and notices.</a:t>
            </a:r>
          </a:p>
        </p:txBody>
      </p:sp>
      <p:sp>
        <p:nvSpPr>
          <p:cNvPr id="5" name="TextBox 4"/>
          <p:cNvSpPr txBox="1"/>
          <p:nvPr userDrawn="1"/>
        </p:nvSpPr>
        <p:spPr bwMode="gray">
          <a:xfrm>
            <a:off x="504000" y="719834"/>
            <a:ext cx="9540674" cy="369246"/>
          </a:xfrm>
          <a:prstGeom prst="rect">
            <a:avLst/>
          </a:prstGeom>
        </p:spPr>
        <p:txBody>
          <a:bodyPr vert="horz" wrap="square" lIns="0" tIns="0" rIns="0" bIns="0" rtlCol="0" anchor="t" anchorCtr="0">
            <a:spAutoFit/>
          </a:bodyPr>
          <a:lstStyle>
            <a:lvl1pPr>
              <a:spcBef>
                <a:spcPct val="0"/>
              </a:spcBef>
              <a:buNone/>
              <a:defRPr sz="2400" b="1" baseline="0">
                <a:latin typeface="+mj-lt"/>
                <a:ea typeface="+mj-ea"/>
                <a:cs typeface="+mj-cs"/>
              </a:defRPr>
            </a:lvl1pPr>
          </a:lstStyle>
          <a:p>
            <a:pPr lvl="0"/>
            <a:r>
              <a:rPr lang="en-US" sz="2400" b="0" noProof="0" dirty="0"/>
              <a:t>© 2017 SAP SE or an SAP affiliate company. All rights reserved.</a:t>
            </a:r>
          </a:p>
        </p:txBody>
      </p:sp>
      <p:grpSp>
        <p:nvGrpSpPr>
          <p:cNvPr id="6" name="Secondary Motion Band"/>
          <p:cNvGrpSpPr/>
          <p:nvPr userDrawn="1"/>
        </p:nvGrpSpPr>
        <p:grpSpPr>
          <a:xfrm>
            <a:off x="10682127" y="0"/>
            <a:ext cx="1513048" cy="251942"/>
            <a:chOff x="10682127" y="0"/>
            <a:chExt cx="1513048" cy="252000"/>
          </a:xfrm>
        </p:grpSpPr>
        <p:sp>
          <p:nvSpPr>
            <p:cNvPr id="7" name="Rectangle 6"/>
            <p:cNvSpPr/>
            <p:nvPr userDrawn="1"/>
          </p:nvSpPr>
          <p:spPr bwMode="gray">
            <a:xfrm>
              <a:off x="11691175" y="0"/>
              <a:ext cx="504000" cy="252000"/>
            </a:xfrm>
            <a:prstGeom prst="rect">
              <a:avLst/>
            </a:prstGeom>
            <a:solidFill>
              <a:schemeClr val="accent1"/>
            </a:solidFill>
            <a:ln w="6350" algn="ctr">
              <a:noFill/>
              <a:miter lim="800000"/>
              <a:headEnd/>
              <a:tailEnd/>
            </a:ln>
          </p:spPr>
          <p:txBody>
            <a:bodyPr lIns="90000" tIns="72000" rIns="90000" bIns="72000" rtlCol="0" anchor="ctr"/>
            <a:lstStyle/>
            <a:p>
              <a:pPr marR="0" lvl="0" algn="ctr" defTabSz="914217" fontAlgn="base">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8" name="Rectangle 7"/>
            <p:cNvSpPr/>
            <p:nvPr userDrawn="1"/>
          </p:nvSpPr>
          <p:spPr bwMode="gray">
            <a:xfrm>
              <a:off x="11186476" y="0"/>
              <a:ext cx="504000" cy="252000"/>
            </a:xfrm>
            <a:prstGeom prst="rect">
              <a:avLst/>
            </a:prstGeom>
            <a:solidFill>
              <a:schemeClr val="accent1">
                <a:alpha val="70000"/>
              </a:schemeClr>
            </a:solidFill>
            <a:ln w="6350" algn="ctr">
              <a:noFill/>
              <a:miter lim="800000"/>
              <a:headEnd/>
              <a:tailEnd/>
            </a:ln>
          </p:spPr>
          <p:txBody>
            <a:bodyPr lIns="90000" tIns="72000" rIns="90000" bIns="72000" rtlCol="0" anchor="ctr"/>
            <a:lstStyle/>
            <a:p>
              <a:pPr marR="0" lvl="0" algn="ctr" defTabSz="914217" fontAlgn="base">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9" name="Rectangle 8"/>
            <p:cNvSpPr/>
            <p:nvPr userDrawn="1"/>
          </p:nvSpPr>
          <p:spPr bwMode="gray">
            <a:xfrm>
              <a:off x="10682127" y="0"/>
              <a:ext cx="504000" cy="252000"/>
            </a:xfrm>
            <a:prstGeom prst="rect">
              <a:avLst/>
            </a:prstGeom>
            <a:solidFill>
              <a:schemeClr val="accent1">
                <a:alpha val="40000"/>
              </a:schemeClr>
            </a:solidFill>
            <a:ln w="6350" algn="ctr">
              <a:noFill/>
              <a:miter lim="800000"/>
              <a:headEnd/>
              <a:tailEnd/>
            </a:ln>
          </p:spPr>
          <p:txBody>
            <a:bodyPr lIns="90000" tIns="72000" rIns="90000" bIns="72000" rtlCol="0" anchor="ctr"/>
            <a:lstStyle/>
            <a:p>
              <a:pPr marR="0" lvl="0" algn="ctr" defTabSz="914217" fontAlgn="base">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grpSp>
    </p:spTree>
    <p:extLst>
      <p:ext uri="{BB962C8B-B14F-4D97-AF65-F5344CB8AC3E}">
        <p14:creationId xmlns:p14="http://schemas.microsoft.com/office/powerpoint/2010/main" val="45192519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p:cSld name="Copyright german">
    <p:spTree>
      <p:nvGrpSpPr>
        <p:cNvPr id="1" name=""/>
        <p:cNvGrpSpPr/>
        <p:nvPr/>
      </p:nvGrpSpPr>
      <p:grpSpPr>
        <a:xfrm>
          <a:off x="0" y="0"/>
          <a:ext cx="0" cy="0"/>
          <a:chOff x="0" y="0"/>
          <a:chExt cx="0" cy="0"/>
        </a:xfrm>
      </p:grpSpPr>
      <p:sp>
        <p:nvSpPr>
          <p:cNvPr id="4" name="TextBox 3"/>
          <p:cNvSpPr txBox="1"/>
          <p:nvPr userDrawn="1"/>
        </p:nvSpPr>
        <p:spPr bwMode="gray">
          <a:xfrm>
            <a:off x="504000" y="1620000"/>
            <a:ext cx="11185200" cy="3830931"/>
          </a:xfrm>
          <a:prstGeom prst="rect">
            <a:avLst/>
          </a:prstGeom>
          <a:noFill/>
        </p:spPr>
        <p:txBody>
          <a:bodyPr wrap="square" lIns="0" tIns="0" rIns="0" bIns="0" rtlCol="0">
            <a:spAutoFit/>
          </a:bodyPr>
          <a:lstStyle/>
          <a:p>
            <a:pPr>
              <a:spcBef>
                <a:spcPts val="1200"/>
              </a:spcBef>
            </a:pPr>
            <a:r>
              <a:rPr lang="de-DE" sz="1100" kern="1200" noProof="0" dirty="0">
                <a:solidFill>
                  <a:schemeClr val="tx1"/>
                </a:solidFill>
                <a:effectLst/>
                <a:latin typeface="Arial"/>
                <a:ea typeface="+mn-ea"/>
                <a:cs typeface="+mn-cs"/>
              </a:rPr>
              <a:t>Weitergabe und Vervielfältigung dieser Publikation oder von Teilen daraus sind, zu welchem Zweck und in welcher Form auch immer, ohne die ausdrückliche schriftliche Genehmigung durch SAP SE oder ein SAP-Konzernunternehmen nicht gestattet.</a:t>
            </a:r>
          </a:p>
          <a:p>
            <a:pPr>
              <a:spcBef>
                <a:spcPts val="1200"/>
              </a:spcBef>
            </a:pPr>
            <a:r>
              <a:rPr lang="de-DE" sz="1100" kern="1200" noProof="0" dirty="0">
                <a:solidFill>
                  <a:schemeClr val="tx1"/>
                </a:solidFill>
                <a:effectLst/>
                <a:latin typeface="Arial"/>
                <a:ea typeface="+mn-ea"/>
                <a:cs typeface="+mn-cs"/>
              </a:rPr>
              <a:t>In dieser Publikation enthaltene Informationen können ohne vorherige Ankündigung geändert werden. Die von SAP SE oder deren Vertriebsfirmen angebotenen Softwareprodukte können Softwarekomponenten auch anderer Softwarehersteller enthalten. Produkte können länderspezifische Unterschiede aufweisen.</a:t>
            </a:r>
          </a:p>
          <a:p>
            <a:pPr>
              <a:spcBef>
                <a:spcPts val="1200"/>
              </a:spcBef>
            </a:pPr>
            <a:r>
              <a:rPr lang="de-DE" sz="1100" kern="1200" noProof="0" dirty="0">
                <a:solidFill>
                  <a:schemeClr val="tx1"/>
                </a:solidFill>
                <a:effectLst/>
                <a:latin typeface="Arial"/>
                <a:ea typeface="+mn-ea"/>
                <a:cs typeface="+mn-cs"/>
              </a:rPr>
              <a:t>Die vorliegenden Unterlagen werden von der SAP SE oder einem SAP-Konzernunternehmen bereitgestellt und dienen ausschließlich zu Informationszwecken. </a:t>
            </a:r>
            <a:br>
              <a:rPr lang="de-DE" sz="1100" kern="1200" noProof="0" dirty="0">
                <a:solidFill>
                  <a:schemeClr val="tx1"/>
                </a:solidFill>
                <a:effectLst/>
                <a:latin typeface="Arial"/>
                <a:ea typeface="+mn-ea"/>
                <a:cs typeface="+mn-cs"/>
              </a:rPr>
            </a:br>
            <a:r>
              <a:rPr lang="de-DE" sz="1100" kern="1200" noProof="0" dirty="0">
                <a:solidFill>
                  <a:schemeClr val="tx1"/>
                </a:solidFill>
                <a:effectLst/>
                <a:latin typeface="Arial"/>
                <a:ea typeface="+mn-ea"/>
                <a:cs typeface="+mn-cs"/>
              </a:rPr>
              <a:t>Die SAP SE oder ihre Konzernunternehmen übernehmen keinerlei Haftung oder Gewährleistung für Fehler oder Unvollständigkeiten in dieser Publikation. </a:t>
            </a:r>
            <a:br>
              <a:rPr lang="de-DE" sz="1100" kern="1200" noProof="0" dirty="0">
                <a:solidFill>
                  <a:schemeClr val="tx1"/>
                </a:solidFill>
                <a:effectLst/>
                <a:latin typeface="Arial"/>
                <a:ea typeface="+mn-ea"/>
                <a:cs typeface="+mn-cs"/>
              </a:rPr>
            </a:br>
            <a:r>
              <a:rPr lang="de-DE" sz="1100" kern="1200" noProof="0" dirty="0">
                <a:solidFill>
                  <a:schemeClr val="tx1"/>
                </a:solidFill>
                <a:effectLst/>
                <a:latin typeface="Arial"/>
                <a:ea typeface="+mn-ea"/>
                <a:cs typeface="+mn-cs"/>
              </a:rPr>
              <a:t>Die SAP SE oder ein SAP-Konzernunternehmen steht lediglich für Produkte und Dienstleistungen nach der Maßgabe ein, die in der Vereinbarung über die jeweiligen Produkte und Dienstleistungen ausdrücklich geregelt ist. Keine der hierin enthaltenen Informationen ist als zusätzliche Garantie zu interpretieren. </a:t>
            </a:r>
          </a:p>
          <a:p>
            <a:pPr>
              <a:spcBef>
                <a:spcPts val="1200"/>
              </a:spcBef>
            </a:pPr>
            <a:r>
              <a:rPr lang="de-DE" sz="1100" kern="1200" noProof="0" dirty="0">
                <a:solidFill>
                  <a:schemeClr val="tx1"/>
                </a:solidFill>
                <a:effectLst/>
                <a:latin typeface="Arial"/>
                <a:ea typeface="+mn-ea"/>
                <a:cs typeface="+mn-cs"/>
              </a:rPr>
              <a:t>Insbesondere sind die SAP SE oder ihre Konzernunternehmen in keiner Weise verpflichtet, in dieser Publikation oder einer zugehörigen Präsentation dargestellte Geschäftsabläufe zu verfolgen oder hierin wiedergegebene Funktionen zu entwickeln oder zu veröffentlichen. Diese Publikation oder eine zugehörige Präsentation, die Strategie und etwaige künftige Entwicklungen, Produkte und/oder Plattformen der SAP SE oder ihrer Konzernunternehmen können von der SAP SE oder ihren Konzernunternehmen jederzeit und ohne Angabe von Gründen unangekündigt geändert werden. Die in dieser Publikation enthaltenen Informationen stellen keine Zusage, kein Versprechen und keine rechtliche Verpflichtung zur Lieferung von Material, Code oder Funktionen dar. Sämtliche vorausschauenden Aussagen unterliegen unterschiedlichen Risiken und Unsicherheiten, durch die die tatsächlichen Ergebnisse von den Erwartungen abweichen können. Dem Leser wird empfohlen, diesen vorausschauenden Aussagen kein übertriebenes Vertrauen zu schenken und sich bei Kaufentscheidungen nicht auf sie zu stützen.</a:t>
            </a:r>
          </a:p>
          <a:p>
            <a:pPr>
              <a:spcBef>
                <a:spcPts val="1200"/>
              </a:spcBef>
            </a:pPr>
            <a:r>
              <a:rPr lang="de-DE" sz="1100" kern="1200" noProof="0" dirty="0">
                <a:solidFill>
                  <a:schemeClr val="tx1"/>
                </a:solidFill>
                <a:effectLst/>
                <a:latin typeface="Arial"/>
                <a:ea typeface="+mn-ea"/>
                <a:cs typeface="+mn-cs"/>
              </a:rPr>
              <a:t>SAP und andere in diesem Dokument erwähnte Produkte und Dienstleistungen von SAP sowie die dazugehörigen Logos sind Marken oder eingetragene Marken der SAP SE </a:t>
            </a:r>
            <a:br>
              <a:rPr lang="de-DE" sz="1100" kern="1200" noProof="0" dirty="0">
                <a:solidFill>
                  <a:schemeClr val="tx1"/>
                </a:solidFill>
                <a:effectLst/>
                <a:latin typeface="Arial"/>
                <a:ea typeface="+mn-ea"/>
                <a:cs typeface="+mn-cs"/>
              </a:rPr>
            </a:br>
            <a:r>
              <a:rPr lang="de-DE" sz="1100" kern="1200" noProof="0" dirty="0">
                <a:solidFill>
                  <a:schemeClr val="tx1"/>
                </a:solidFill>
                <a:effectLst/>
                <a:latin typeface="Arial"/>
                <a:ea typeface="+mn-ea"/>
                <a:cs typeface="+mn-cs"/>
              </a:rPr>
              <a:t>(oder von einem SAP-Konzernunternehmen) in Deutschland und verschiedenen anderen Ländern weltweit. Alle anderen Namen von Produkten und Dienstleistungen sind Marken der jeweiligen Firmen. </a:t>
            </a:r>
            <a:br>
              <a:rPr lang="de-DE" sz="1100" kern="1200" noProof="0" dirty="0">
                <a:solidFill>
                  <a:schemeClr val="tx1"/>
                </a:solidFill>
                <a:effectLst/>
                <a:latin typeface="Arial"/>
                <a:ea typeface="+mn-ea"/>
                <a:cs typeface="+mn-cs"/>
              </a:rPr>
            </a:br>
            <a:r>
              <a:rPr lang="de-DE" sz="1100" kern="1200" noProof="0" dirty="0">
                <a:solidFill>
                  <a:schemeClr val="tx1"/>
                </a:solidFill>
                <a:effectLst/>
                <a:latin typeface="Arial"/>
                <a:ea typeface="+mn-ea"/>
                <a:cs typeface="+mn-cs"/>
              </a:rPr>
              <a:t>Zusätzliche Informationen zur Marke und Vermerke finden Sie auf der Seite </a:t>
            </a:r>
            <a:r>
              <a:rPr lang="de-DE" sz="1100" kern="1200" noProof="0" dirty="0">
                <a:solidFill>
                  <a:schemeClr val="tx1"/>
                </a:solidFill>
                <a:effectLst/>
                <a:latin typeface="Arial"/>
                <a:ea typeface="+mn-ea"/>
                <a:cs typeface="+mn-cs"/>
                <a:hlinkClick r:id="rId2"/>
              </a:rPr>
              <a:t>http://www.sap.com/corporate-de/legal/copyright/index.epx</a:t>
            </a:r>
            <a:endParaRPr lang="de-DE" sz="1100" kern="1200" noProof="0" dirty="0">
              <a:solidFill>
                <a:schemeClr val="tx1"/>
              </a:solidFill>
              <a:effectLst/>
              <a:latin typeface="Arial"/>
              <a:ea typeface="+mn-ea"/>
              <a:cs typeface="+mn-cs"/>
            </a:endParaRPr>
          </a:p>
        </p:txBody>
      </p:sp>
      <p:sp>
        <p:nvSpPr>
          <p:cNvPr id="5" name="TextBox 4"/>
          <p:cNvSpPr txBox="1"/>
          <p:nvPr userDrawn="1"/>
        </p:nvSpPr>
        <p:spPr bwMode="gray">
          <a:xfrm>
            <a:off x="504000" y="719834"/>
            <a:ext cx="11185200" cy="369246"/>
          </a:xfrm>
          <a:prstGeom prst="rect">
            <a:avLst/>
          </a:prstGeom>
        </p:spPr>
        <p:txBody>
          <a:bodyPr vert="horz" wrap="square" lIns="0" tIns="0" rIns="0" bIns="0" rtlCol="0" anchor="t" anchorCtr="0">
            <a:spAutoFit/>
          </a:bodyPr>
          <a:lstStyle>
            <a:lvl1pPr>
              <a:spcBef>
                <a:spcPct val="0"/>
              </a:spcBef>
              <a:buNone/>
              <a:defRPr sz="2400" b="1" baseline="0">
                <a:latin typeface="+mj-lt"/>
                <a:ea typeface="+mj-ea"/>
                <a:cs typeface="+mj-cs"/>
              </a:defRPr>
            </a:lvl1pPr>
          </a:lstStyle>
          <a:p>
            <a:pPr lvl="0"/>
            <a:r>
              <a:rPr lang="en-US" sz="2400" b="0" noProof="0" dirty="0"/>
              <a:t>© </a:t>
            </a:r>
            <a:r>
              <a:rPr lang="de-DE" sz="2400" b="0" noProof="0" dirty="0"/>
              <a:t>2017 SAP SE oder ein SAP-Konzernunternehmen. Alle Rechte vorbehalten.</a:t>
            </a:r>
          </a:p>
        </p:txBody>
      </p:sp>
      <p:grpSp>
        <p:nvGrpSpPr>
          <p:cNvPr id="6" name="Secondary Motion Band"/>
          <p:cNvGrpSpPr/>
          <p:nvPr userDrawn="1"/>
        </p:nvGrpSpPr>
        <p:grpSpPr>
          <a:xfrm>
            <a:off x="10682127" y="0"/>
            <a:ext cx="1513048" cy="251942"/>
            <a:chOff x="10682127" y="0"/>
            <a:chExt cx="1513048" cy="252000"/>
          </a:xfrm>
        </p:grpSpPr>
        <p:sp>
          <p:nvSpPr>
            <p:cNvPr id="7" name="Rectangle 6"/>
            <p:cNvSpPr/>
            <p:nvPr userDrawn="1"/>
          </p:nvSpPr>
          <p:spPr bwMode="gray">
            <a:xfrm>
              <a:off x="11691175" y="0"/>
              <a:ext cx="504000" cy="252000"/>
            </a:xfrm>
            <a:prstGeom prst="rect">
              <a:avLst/>
            </a:prstGeom>
            <a:solidFill>
              <a:schemeClr val="accent1"/>
            </a:solidFill>
            <a:ln w="6350" algn="ctr">
              <a:noFill/>
              <a:miter lim="800000"/>
              <a:headEnd/>
              <a:tailEnd/>
            </a:ln>
          </p:spPr>
          <p:txBody>
            <a:bodyPr lIns="90000" tIns="72000" rIns="90000" bIns="72000" rtlCol="0" anchor="ctr"/>
            <a:lstStyle/>
            <a:p>
              <a:pPr marR="0" lvl="0" algn="ctr" defTabSz="914217" fontAlgn="base">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8" name="Rectangle 7"/>
            <p:cNvSpPr/>
            <p:nvPr userDrawn="1"/>
          </p:nvSpPr>
          <p:spPr bwMode="gray">
            <a:xfrm>
              <a:off x="11186476" y="0"/>
              <a:ext cx="504000" cy="252000"/>
            </a:xfrm>
            <a:prstGeom prst="rect">
              <a:avLst/>
            </a:prstGeom>
            <a:solidFill>
              <a:schemeClr val="accent1">
                <a:alpha val="70000"/>
              </a:schemeClr>
            </a:solidFill>
            <a:ln w="6350" algn="ctr">
              <a:noFill/>
              <a:miter lim="800000"/>
              <a:headEnd/>
              <a:tailEnd/>
            </a:ln>
          </p:spPr>
          <p:txBody>
            <a:bodyPr lIns="90000" tIns="72000" rIns="90000" bIns="72000" rtlCol="0" anchor="ctr"/>
            <a:lstStyle/>
            <a:p>
              <a:pPr marR="0" lvl="0" algn="ctr" defTabSz="914217" fontAlgn="base">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9" name="Rectangle 8"/>
            <p:cNvSpPr/>
            <p:nvPr userDrawn="1"/>
          </p:nvSpPr>
          <p:spPr bwMode="gray">
            <a:xfrm>
              <a:off x="10682127" y="0"/>
              <a:ext cx="504000" cy="252000"/>
            </a:xfrm>
            <a:prstGeom prst="rect">
              <a:avLst/>
            </a:prstGeom>
            <a:solidFill>
              <a:schemeClr val="accent1">
                <a:alpha val="40000"/>
              </a:schemeClr>
            </a:solidFill>
            <a:ln w="6350" algn="ctr">
              <a:noFill/>
              <a:miter lim="800000"/>
              <a:headEnd/>
              <a:tailEnd/>
            </a:ln>
          </p:spPr>
          <p:txBody>
            <a:bodyPr lIns="90000" tIns="72000" rIns="90000" bIns="72000" rtlCol="0" anchor="ctr"/>
            <a:lstStyle/>
            <a:p>
              <a:pPr marR="0" lvl="0" algn="ctr" defTabSz="914217" fontAlgn="base">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grpSp>
    </p:spTree>
    <p:extLst>
      <p:ext uri="{BB962C8B-B14F-4D97-AF65-F5344CB8AC3E}">
        <p14:creationId xmlns:p14="http://schemas.microsoft.com/office/powerpoint/2010/main" val="19118627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gray">
      <p:bgRef idx="1001">
        <a:schemeClr val="bg1"/>
      </p:bgRef>
    </p:bg>
    <p:spTree>
      <p:nvGrpSpPr>
        <p:cNvPr id="1" name=""/>
        <p:cNvGrpSpPr/>
        <p:nvPr/>
      </p:nvGrpSpPr>
      <p:grpSpPr>
        <a:xfrm>
          <a:off x="0" y="0"/>
          <a:ext cx="0" cy="0"/>
          <a:chOff x="0" y="0"/>
          <a:chExt cx="0" cy="0"/>
        </a:xfrm>
      </p:grpSpPr>
      <p:sp>
        <p:nvSpPr>
          <p:cNvPr id="34" name="Slide number"/>
          <p:cNvSpPr txBox="1"/>
          <p:nvPr userDrawn="1"/>
        </p:nvSpPr>
        <p:spPr bwMode="black">
          <a:xfrm>
            <a:off x="11549413" y="6536751"/>
            <a:ext cx="141064" cy="138499"/>
          </a:xfrm>
          <a:prstGeom prst="rect">
            <a:avLst/>
          </a:prstGeom>
          <a:noFill/>
        </p:spPr>
        <p:txBody>
          <a:bodyPr wrap="none" lIns="0" tIns="0" rIns="0" bIns="0" rtlCol="0">
            <a:spAutoFit/>
          </a:bodyPr>
          <a:lstStyle>
            <a:defPPr>
              <a:defRPr lang="de-DE"/>
            </a:defPPr>
            <a:lvl1pPr marL="84138" indent="-84138">
              <a:buClr>
                <a:schemeClr val="tx1"/>
              </a:buClr>
              <a:buFont typeface="Arial" pitchFamily="34" charset="0"/>
              <a:buChar char="©"/>
              <a:tabLst/>
              <a:defRPr sz="600"/>
            </a:lvl1pPr>
          </a:lstStyle>
          <a:p>
            <a:pPr marL="0" lvl="0" indent="0" algn="r">
              <a:buNone/>
            </a:pPr>
            <a:fld id="{0BDC132A-5C91-4078-9777-31DA19A62E0A}" type="slidenum">
              <a:rPr lang="en-US" sz="900" noProof="0" smtClean="0"/>
              <a:pPr marL="0" lvl="0" indent="0" algn="r">
                <a:buNone/>
              </a:pPr>
              <a:t>‹#›</a:t>
            </a:fld>
            <a:endParaRPr lang="en-US" sz="900" noProof="0" dirty="0"/>
          </a:p>
        </p:txBody>
      </p:sp>
      <p:sp>
        <p:nvSpPr>
          <p:cNvPr id="11" name="Classification"/>
          <p:cNvSpPr txBox="1"/>
          <p:nvPr userDrawn="1"/>
        </p:nvSpPr>
        <p:spPr bwMode="black">
          <a:xfrm>
            <a:off x="2814655" y="6559834"/>
            <a:ext cx="381515" cy="92333"/>
          </a:xfrm>
          <a:prstGeom prst="rect">
            <a:avLst/>
          </a:prstGeom>
          <a:noFill/>
        </p:spPr>
        <p:txBody>
          <a:bodyPr wrap="none" lIns="0" tIns="0" rIns="0" bIns="0" rtlCol="0">
            <a:spAutoFit/>
          </a:bodyPr>
          <a:lstStyle/>
          <a:p>
            <a:pPr marL="0" marR="0" indent="0" algn="l" defTabSz="1088558" rtl="0" eaLnBrk="1" fontAlgn="auto" latinLnBrk="0" hangingPunct="1">
              <a:lnSpc>
                <a:spcPct val="100000"/>
              </a:lnSpc>
              <a:spcBef>
                <a:spcPts val="0"/>
              </a:spcBef>
              <a:spcAft>
                <a:spcPts val="0"/>
              </a:spcAft>
              <a:buClr>
                <a:schemeClr val="tx1"/>
              </a:buClr>
              <a:buSzTx/>
              <a:buFont typeface="Arial" pitchFamily="34" charset="0"/>
              <a:buNone/>
              <a:tabLst/>
              <a:defRPr/>
            </a:pPr>
            <a:r>
              <a:rPr kumimoji="0" lang="en-US" sz="600" b="0" i="0" u="none" kern="0" baseline="0">
                <a:solidFill>
                  <a:schemeClr val="tx1"/>
                </a:solidFill>
                <a:latin typeface="Arial"/>
                <a:ea typeface="Arial Unicode MS"/>
                <a:cs typeface="Arial Unicode MS" pitchFamily="34" charset="-128"/>
                <a:sym typeface="Arial"/>
              </a:rPr>
              <a:t>INTERNAL</a:t>
            </a:r>
            <a:endParaRPr kumimoji="0" lang="en-US" sz="600" b="0" i="0" u="none" kern="0" baseline="0" dirty="0">
              <a:solidFill>
                <a:schemeClr val="tx1"/>
              </a:solidFill>
              <a:latin typeface="Arial"/>
              <a:ea typeface="Arial Unicode MS"/>
              <a:cs typeface="Arial Unicode MS" pitchFamily="34" charset="-128"/>
              <a:sym typeface="Arial"/>
            </a:endParaRPr>
          </a:p>
        </p:txBody>
      </p:sp>
      <p:sp>
        <p:nvSpPr>
          <p:cNvPr id="10" name="Copyright"/>
          <p:cNvSpPr txBox="1"/>
          <p:nvPr userDrawn="1"/>
        </p:nvSpPr>
        <p:spPr bwMode="black">
          <a:xfrm>
            <a:off x="504001" y="6559834"/>
            <a:ext cx="2269679" cy="92333"/>
          </a:xfrm>
          <a:prstGeom prst="rect">
            <a:avLst/>
          </a:prstGeom>
          <a:noFill/>
        </p:spPr>
        <p:txBody>
          <a:bodyPr wrap="square" lIns="0" tIns="0" rIns="0" bIns="0" rtlCol="0">
            <a:spAutoFit/>
          </a:bodyPr>
          <a:lstStyle/>
          <a:p>
            <a:pPr marL="84121" marR="0" indent="-84121" algn="l" defTabSz="1088558" rtl="0" eaLnBrk="1" fontAlgn="auto" latinLnBrk="0" hangingPunct="1">
              <a:lnSpc>
                <a:spcPct val="100000"/>
              </a:lnSpc>
              <a:spcBef>
                <a:spcPts val="0"/>
              </a:spcBef>
              <a:spcAft>
                <a:spcPts val="0"/>
              </a:spcAft>
              <a:buClr>
                <a:schemeClr val="tx1"/>
              </a:buClr>
              <a:buSzTx/>
              <a:buFont typeface="Arial" pitchFamily="34" charset="0"/>
              <a:buChar char="©"/>
              <a:tabLst/>
              <a:defRPr/>
            </a:pPr>
            <a:r>
              <a:rPr lang="en-US" sz="600" noProof="0" dirty="0">
                <a:solidFill>
                  <a:schemeClr val="tx1"/>
                </a:solidFill>
              </a:rPr>
              <a:t>2017 SAP SE or an SAP affiliate company. All rights reserved.  </a:t>
            </a:r>
            <a:r>
              <a:rPr kumimoji="0" lang="en-US" sz="600" b="0" i="0" u="none" kern="0" baseline="0" dirty="0">
                <a:solidFill>
                  <a:schemeClr val="tx1"/>
                </a:solidFill>
                <a:latin typeface="Arial"/>
                <a:ea typeface="Arial Unicode MS"/>
                <a:cs typeface="Arial Unicode MS" pitchFamily="34" charset="-128"/>
                <a:sym typeface="Arial"/>
              </a:rPr>
              <a:t>ǀ</a:t>
            </a:r>
          </a:p>
        </p:txBody>
      </p:sp>
      <p:sp>
        <p:nvSpPr>
          <p:cNvPr id="3" name="Text Placeholder 2"/>
          <p:cNvSpPr>
            <a:spLocks noGrp="1"/>
          </p:cNvSpPr>
          <p:nvPr userDrawn="1">
            <p:ph type="body" idx="1"/>
          </p:nvPr>
        </p:nvSpPr>
        <p:spPr bwMode="gray">
          <a:xfrm>
            <a:off x="504001" y="1620000"/>
            <a:ext cx="11186476" cy="4230235"/>
          </a:xfrm>
          <a:prstGeom prst="rect">
            <a:avLst/>
          </a:prstGeom>
        </p:spPr>
        <p:txBody>
          <a:bodyPr vert="horz" lIns="0" tIns="0" rIns="0" bIns="0" rtlCol="0">
            <a:noAutofit/>
          </a:bodyPr>
          <a:lstStyle/>
          <a:p>
            <a:pPr lvl="0"/>
            <a:r>
              <a:rPr lang="en-US" noProof="0" dirty="0"/>
              <a:t>First level</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2" name="Title Placeholder 1"/>
          <p:cNvSpPr>
            <a:spLocks noGrp="1"/>
          </p:cNvSpPr>
          <p:nvPr userDrawn="1">
            <p:ph type="title"/>
          </p:nvPr>
        </p:nvSpPr>
        <p:spPr bwMode="gray">
          <a:xfrm>
            <a:off x="504001" y="504000"/>
            <a:ext cx="11186476" cy="369332"/>
          </a:xfrm>
          <a:prstGeom prst="rect">
            <a:avLst/>
          </a:prstGeom>
        </p:spPr>
        <p:txBody>
          <a:bodyPr vert="horz" wrap="square" lIns="0" tIns="0" rIns="0" bIns="0" rtlCol="0" anchor="t" anchorCtr="0">
            <a:spAutoFit/>
          </a:bodyPr>
          <a:lstStyle/>
          <a:p>
            <a:r>
              <a:rPr lang="en-US" noProof="0" dirty="0"/>
              <a:t>Insert page title (sentence case)</a:t>
            </a:r>
          </a:p>
        </p:txBody>
      </p:sp>
      <p:grpSp>
        <p:nvGrpSpPr>
          <p:cNvPr id="9" name="Secondary Motion Band"/>
          <p:cNvGrpSpPr/>
          <p:nvPr userDrawn="1"/>
        </p:nvGrpSpPr>
        <p:grpSpPr>
          <a:xfrm>
            <a:off x="10682127" y="0"/>
            <a:ext cx="1513048" cy="251942"/>
            <a:chOff x="10682127" y="0"/>
            <a:chExt cx="1513048" cy="252000"/>
          </a:xfrm>
        </p:grpSpPr>
        <p:sp>
          <p:nvSpPr>
            <p:cNvPr id="16" name="Rectangle 15"/>
            <p:cNvSpPr/>
            <p:nvPr userDrawn="1"/>
          </p:nvSpPr>
          <p:spPr bwMode="gray">
            <a:xfrm>
              <a:off x="11691175" y="0"/>
              <a:ext cx="504000" cy="252000"/>
            </a:xfrm>
            <a:prstGeom prst="rect">
              <a:avLst/>
            </a:prstGeom>
            <a:solidFill>
              <a:schemeClr val="accent1"/>
            </a:solidFill>
            <a:ln w="6350" algn="ctr">
              <a:noFill/>
              <a:miter lim="800000"/>
              <a:headEnd/>
              <a:tailEnd/>
            </a:ln>
          </p:spPr>
          <p:txBody>
            <a:bodyPr lIns="90000" tIns="72000" rIns="90000" bIns="72000" rtlCol="0" anchor="ctr"/>
            <a:lstStyle/>
            <a:p>
              <a:pPr marR="0" lvl="0" algn="ctr" defTabSz="914217" fontAlgn="base">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17" name="Rectangle 16"/>
            <p:cNvSpPr/>
            <p:nvPr userDrawn="1"/>
          </p:nvSpPr>
          <p:spPr bwMode="gray">
            <a:xfrm>
              <a:off x="11186476" y="0"/>
              <a:ext cx="504000" cy="252000"/>
            </a:xfrm>
            <a:prstGeom prst="rect">
              <a:avLst/>
            </a:prstGeom>
            <a:solidFill>
              <a:schemeClr val="accent1">
                <a:alpha val="70000"/>
              </a:schemeClr>
            </a:solidFill>
            <a:ln w="6350" algn="ctr">
              <a:noFill/>
              <a:miter lim="800000"/>
              <a:headEnd/>
              <a:tailEnd/>
            </a:ln>
          </p:spPr>
          <p:txBody>
            <a:bodyPr lIns="90000" tIns="72000" rIns="90000" bIns="72000" rtlCol="0" anchor="ctr"/>
            <a:lstStyle/>
            <a:p>
              <a:pPr marR="0" lvl="0" algn="ctr" defTabSz="914217" fontAlgn="base">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18" name="Rectangle 17"/>
            <p:cNvSpPr/>
            <p:nvPr userDrawn="1"/>
          </p:nvSpPr>
          <p:spPr bwMode="gray">
            <a:xfrm>
              <a:off x="10682127" y="0"/>
              <a:ext cx="504000" cy="252000"/>
            </a:xfrm>
            <a:prstGeom prst="rect">
              <a:avLst/>
            </a:prstGeom>
            <a:solidFill>
              <a:schemeClr val="accent1">
                <a:alpha val="40000"/>
              </a:schemeClr>
            </a:solidFill>
            <a:ln w="6350" algn="ctr">
              <a:noFill/>
              <a:miter lim="800000"/>
              <a:headEnd/>
              <a:tailEnd/>
            </a:ln>
          </p:spPr>
          <p:txBody>
            <a:bodyPr lIns="90000" tIns="72000" rIns="90000" bIns="72000" rtlCol="0" anchor="ctr"/>
            <a:lstStyle/>
            <a:p>
              <a:pPr marR="0" lvl="0" algn="ctr" defTabSz="914217" fontAlgn="base">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grpSp>
    </p:spTree>
    <p:extLst>
      <p:ext uri="{BB962C8B-B14F-4D97-AF65-F5344CB8AC3E}">
        <p14:creationId xmlns:p14="http://schemas.microsoft.com/office/powerpoint/2010/main" val="3408294523"/>
      </p:ext>
    </p:extLst>
  </p:cSld>
  <p:clrMap bg1="lt1" tx1="dk1" bg2="lt2" tx2="dk2" accent1="accent1" accent2="accent2" accent3="accent3" accent4="accent4" accent5="accent5" accent6="accent6" hlink="hlink" folHlink="folHlink"/>
  <p:sldLayoutIdLst>
    <p:sldLayoutId id="2147483772" r:id="rId1"/>
    <p:sldLayoutId id="2147483776" r:id="rId2"/>
    <p:sldLayoutId id="2147483773" r:id="rId3"/>
    <p:sldLayoutId id="2147483775" r:id="rId4"/>
    <p:sldLayoutId id="2147483741" r:id="rId5"/>
    <p:sldLayoutId id="2147483765" r:id="rId6"/>
    <p:sldLayoutId id="2147483767" r:id="rId7"/>
    <p:sldLayoutId id="2147483743" r:id="rId8"/>
    <p:sldLayoutId id="2147483774" r:id="rId9"/>
    <p:sldLayoutId id="2147483745" r:id="rId10"/>
    <p:sldLayoutId id="2147483760" r:id="rId11"/>
    <p:sldLayoutId id="2147483768" r:id="rId12"/>
    <p:sldLayoutId id="2147483769" r:id="rId13"/>
    <p:sldLayoutId id="2147483770" r:id="rId14"/>
    <p:sldLayoutId id="2147483744" r:id="rId15"/>
    <p:sldLayoutId id="2147483757" r:id="rId16"/>
    <p:sldLayoutId id="2147483748" r:id="rId17"/>
    <p:sldLayoutId id="2147483762" r:id="rId18"/>
    <p:sldLayoutId id="2147483771" r:id="rId19"/>
    <p:sldLayoutId id="2147483763" r:id="rId20"/>
    <p:sldLayoutId id="2147483751" r:id="rId21"/>
    <p:sldLayoutId id="2147483753" r:id="rId22"/>
    <p:sldLayoutId id="2147483756" r:id="rId23"/>
    <p:sldLayoutId id="2147483740" r:id="rId24"/>
    <p:sldLayoutId id="2147483754" r:id="rId25"/>
    <p:sldLayoutId id="2147483755" r:id="rId26"/>
  </p:sldLayoutIdLst>
  <p:hf hdr="0" ftr="0" dt="0"/>
  <p:txStyles>
    <p:titleStyle>
      <a:lvl1pPr algn="l" defTabSz="1088558" rtl="0" eaLnBrk="1" latinLnBrk="0" hangingPunct="1">
        <a:spcBef>
          <a:spcPct val="0"/>
        </a:spcBef>
        <a:buNone/>
        <a:defRPr sz="2400" b="1" kern="1200" baseline="0">
          <a:solidFill>
            <a:schemeClr val="tx1"/>
          </a:solidFill>
          <a:latin typeface="+mj-lt"/>
          <a:ea typeface="+mj-ea"/>
          <a:cs typeface="+mj-cs"/>
        </a:defRPr>
      </a:lvl1pPr>
    </p:titleStyle>
    <p:bodyStyle>
      <a:lvl1pPr marL="0" indent="0" algn="l" defTabSz="1088558" rtl="0" eaLnBrk="1" latinLnBrk="0" hangingPunct="1">
        <a:spcBef>
          <a:spcPts val="1800"/>
        </a:spcBef>
        <a:buClr>
          <a:schemeClr val="accent1"/>
        </a:buClr>
        <a:buSzPct val="80000"/>
        <a:buFontTx/>
        <a:buNone/>
        <a:defRPr sz="2000" b="0" kern="1200">
          <a:solidFill>
            <a:schemeClr val="tx1"/>
          </a:solidFill>
          <a:latin typeface="+mn-lt"/>
          <a:ea typeface="+mn-ea"/>
          <a:cs typeface="+mn-cs"/>
        </a:defRPr>
      </a:lvl1pPr>
      <a:lvl2pPr marL="179964" indent="-179964" algn="l" defTabSz="1088558" rtl="0" eaLnBrk="1" latinLnBrk="0" hangingPunct="1">
        <a:spcBef>
          <a:spcPts val="600"/>
        </a:spcBef>
        <a:buClr>
          <a:schemeClr val="accent1"/>
        </a:buClr>
        <a:buSzPct val="100000"/>
        <a:buFont typeface="Wingdings" pitchFamily="2" charset="2"/>
        <a:buChar char="§"/>
        <a:defRPr sz="1800" kern="1200">
          <a:solidFill>
            <a:schemeClr val="tx1"/>
          </a:solidFill>
          <a:latin typeface="+mn-lt"/>
          <a:ea typeface="+mn-ea"/>
          <a:cs typeface="+mn-cs"/>
        </a:defRPr>
      </a:lvl2pPr>
      <a:lvl3pPr marL="358775" indent="-179388" algn="l" defTabSz="1088558" rtl="0" eaLnBrk="1" latinLnBrk="0" hangingPunct="1">
        <a:spcBef>
          <a:spcPts val="300"/>
        </a:spcBef>
        <a:buClr>
          <a:schemeClr val="tx1"/>
        </a:buClr>
        <a:buSzPct val="100000"/>
        <a:buFont typeface="Arial" panose="020B0604020202020204" pitchFamily="34" charset="0"/>
        <a:buChar char="–"/>
        <a:defRPr lang="en-US" sz="1800" kern="1200" noProof="0" dirty="0" smtClean="0">
          <a:solidFill>
            <a:schemeClr val="tx1"/>
          </a:solidFill>
          <a:latin typeface="+mn-lt"/>
          <a:ea typeface="+mn-ea"/>
          <a:cs typeface="+mn-cs"/>
        </a:defRPr>
      </a:lvl3pPr>
      <a:lvl4pPr marL="539892" indent="-179964" algn="l" defTabSz="1088558" rtl="0" eaLnBrk="1" latinLnBrk="0" hangingPunct="1">
        <a:spcBef>
          <a:spcPts val="300"/>
        </a:spcBef>
        <a:buClr>
          <a:schemeClr val="tx1"/>
        </a:buClr>
        <a:buSzPct val="120000"/>
        <a:buFont typeface="Arial" pitchFamily="34" charset="0"/>
        <a:buChar char="▫"/>
        <a:defRPr sz="1600" kern="1200">
          <a:solidFill>
            <a:schemeClr val="tx1"/>
          </a:solidFill>
          <a:latin typeface="+mn-lt"/>
          <a:ea typeface="+mn-ea"/>
          <a:cs typeface="+mn-cs"/>
        </a:defRPr>
      </a:lvl4pPr>
      <a:lvl5pPr marL="719856" indent="-179964" algn="l" defTabSz="1088558" rtl="0" eaLnBrk="1" latinLnBrk="0" hangingPunct="1">
        <a:spcBef>
          <a:spcPts val="100"/>
        </a:spcBef>
        <a:buClr>
          <a:schemeClr val="tx1"/>
        </a:buClr>
        <a:buSzPct val="100000"/>
        <a:buFont typeface="Symbol" panose="05050102010706020507" pitchFamily="18" charset="2"/>
        <a:buChar char="-"/>
        <a:defRPr sz="1400" kern="1200" baseline="0">
          <a:solidFill>
            <a:schemeClr val="tx1"/>
          </a:solidFill>
          <a:latin typeface="+mn-lt"/>
          <a:ea typeface="+mn-ea"/>
          <a:cs typeface="+mn-cs"/>
        </a:defRPr>
      </a:lvl5pPr>
      <a:lvl6pPr marL="2993535"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6pPr>
      <a:lvl7pPr marL="3537814"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7pPr>
      <a:lvl8pPr marL="408209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8pPr>
      <a:lvl9pPr marL="462637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9pPr>
    </p:bodyStyle>
    <p:otherStyle>
      <a:defPPr>
        <a:defRPr lang="de-DE"/>
      </a:defPPr>
      <a:lvl1pPr marL="0" algn="l" defTabSz="1088558" rtl="0" eaLnBrk="1" latinLnBrk="0" hangingPunct="1">
        <a:defRPr sz="2100" kern="1200">
          <a:solidFill>
            <a:schemeClr val="tx1"/>
          </a:solidFill>
          <a:latin typeface="+mn-lt"/>
          <a:ea typeface="+mn-ea"/>
          <a:cs typeface="+mn-cs"/>
        </a:defRPr>
      </a:lvl1pPr>
      <a:lvl2pPr marL="544279" algn="l" defTabSz="1088558" rtl="0" eaLnBrk="1" latinLnBrk="0" hangingPunct="1">
        <a:defRPr sz="2100" kern="1200">
          <a:solidFill>
            <a:schemeClr val="tx1"/>
          </a:solidFill>
          <a:latin typeface="+mn-lt"/>
          <a:ea typeface="+mn-ea"/>
          <a:cs typeface="+mn-cs"/>
        </a:defRPr>
      </a:lvl2pPr>
      <a:lvl3pPr marL="1088558" algn="l" defTabSz="1088558" rtl="0" eaLnBrk="1" latinLnBrk="0" hangingPunct="1">
        <a:defRPr sz="2100" kern="1200">
          <a:solidFill>
            <a:schemeClr val="tx1"/>
          </a:solidFill>
          <a:latin typeface="+mn-lt"/>
          <a:ea typeface="+mn-ea"/>
          <a:cs typeface="+mn-cs"/>
        </a:defRPr>
      </a:lvl3pPr>
      <a:lvl4pPr marL="1632837" algn="l" defTabSz="1088558" rtl="0" eaLnBrk="1" latinLnBrk="0" hangingPunct="1">
        <a:defRPr sz="2100" kern="1200">
          <a:solidFill>
            <a:schemeClr val="tx1"/>
          </a:solidFill>
          <a:latin typeface="+mn-lt"/>
          <a:ea typeface="+mn-ea"/>
          <a:cs typeface="+mn-cs"/>
        </a:defRPr>
      </a:lvl4pPr>
      <a:lvl5pPr marL="2177116" algn="l" defTabSz="1088558" rtl="0" eaLnBrk="1" latinLnBrk="0" hangingPunct="1">
        <a:defRPr sz="2100" kern="1200">
          <a:solidFill>
            <a:schemeClr val="tx1"/>
          </a:solidFill>
          <a:latin typeface="+mn-lt"/>
          <a:ea typeface="+mn-ea"/>
          <a:cs typeface="+mn-cs"/>
        </a:defRPr>
      </a:lvl5pPr>
      <a:lvl6pPr marL="2721396" algn="l" defTabSz="1088558" rtl="0" eaLnBrk="1" latinLnBrk="0" hangingPunct="1">
        <a:defRPr sz="2100" kern="1200">
          <a:solidFill>
            <a:schemeClr val="tx1"/>
          </a:solidFill>
          <a:latin typeface="+mn-lt"/>
          <a:ea typeface="+mn-ea"/>
          <a:cs typeface="+mn-cs"/>
        </a:defRPr>
      </a:lvl6pPr>
      <a:lvl7pPr marL="3265675" algn="l" defTabSz="1088558" rtl="0" eaLnBrk="1" latinLnBrk="0" hangingPunct="1">
        <a:defRPr sz="2100" kern="1200">
          <a:solidFill>
            <a:schemeClr val="tx1"/>
          </a:solidFill>
          <a:latin typeface="+mn-lt"/>
          <a:ea typeface="+mn-ea"/>
          <a:cs typeface="+mn-cs"/>
        </a:defRPr>
      </a:lvl7pPr>
      <a:lvl8pPr marL="3809954" algn="l" defTabSz="1088558" rtl="0" eaLnBrk="1" latinLnBrk="0" hangingPunct="1">
        <a:defRPr sz="2100" kern="1200">
          <a:solidFill>
            <a:schemeClr val="tx1"/>
          </a:solidFill>
          <a:latin typeface="+mn-lt"/>
          <a:ea typeface="+mn-ea"/>
          <a:cs typeface="+mn-cs"/>
        </a:defRPr>
      </a:lvl8pPr>
      <a:lvl9pPr marL="4354233" algn="l" defTabSz="1088558" rtl="0" eaLnBrk="1" latinLnBrk="0" hangingPunct="1">
        <a:defRPr sz="21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8" Type="http://schemas.openxmlformats.org/officeDocument/2006/relationships/hyperlink" Target="https://sookocheff.com/post/kubernetes/understanding-kubernetes-networking-model/" TargetMode="External"/><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xml"/><Relationship Id="rId1" Type="http://schemas.openxmlformats.org/officeDocument/2006/relationships/slideLayout" Target="../slideLayouts/slideLayout9.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2.xml"/><Relationship Id="rId1" Type="http://schemas.openxmlformats.org/officeDocument/2006/relationships/slideLayout" Target="../slideLayouts/slideLayout9.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8.xml"/><Relationship Id="rId5" Type="http://schemas.openxmlformats.org/officeDocument/2006/relationships/image" Target="../media/image6.sv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8.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15.xml"/><Relationship Id="rId1" Type="http://schemas.openxmlformats.org/officeDocument/2006/relationships/slideLayout" Target="../slideLayouts/slideLayout5.xml"/><Relationship Id="rId4" Type="http://schemas.openxmlformats.org/officeDocument/2006/relationships/hyperlink" Target="https://sebiwi.github.io/comics/service-mesh/" TargetMode="Externa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4"/>
          </p:nvPr>
        </p:nvSpPr>
        <p:spPr/>
        <p:txBody>
          <a:bodyPr/>
          <a:lstStyle/>
          <a:p>
            <a:r>
              <a:rPr lang="en-US" dirty="0"/>
              <a:t>Kubernetes</a:t>
            </a:r>
            <a:br>
              <a:rPr lang="en-US" dirty="0"/>
            </a:br>
            <a:r>
              <a:rPr lang="en-US" dirty="0">
                <a:solidFill>
                  <a:schemeClr val="accent1"/>
                </a:solidFill>
              </a:rPr>
              <a:t>Networking and services</a:t>
            </a:r>
          </a:p>
        </p:txBody>
      </p:sp>
      <p:pic>
        <p:nvPicPr>
          <p:cNvPr id="4" name="Picture 3" descr="cid:image003.png@01D31CC6.A08B1C50">
            <a:extLst>
              <a:ext uri="{FF2B5EF4-FFF2-40B4-BE49-F238E27FC236}">
                <a16:creationId xmlns:a16="http://schemas.microsoft.com/office/drawing/2014/main" id="{CE860390-F50F-48A8-AA1A-AE0217946FC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80712" y="5721975"/>
            <a:ext cx="1414463" cy="1136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Illustration" descr="Example of an illustration" title="Illustration for title slide">
            <a:extLst>
              <a:ext uri="{FF2B5EF4-FFF2-40B4-BE49-F238E27FC236}">
                <a16:creationId xmlns:a16="http://schemas.microsoft.com/office/drawing/2014/main" id="{6D7BE52F-C01D-4565-B661-6184ACBDECF8}"/>
              </a:ext>
            </a:extLst>
          </p:cNvPr>
          <p:cNvPicPr>
            <a:picLocks noGrp="1" noChangeAspect="1"/>
          </p:cNvPicPr>
          <p:nvPr>
            <p:ph type="pic" sz="quarter" idx="12"/>
          </p:nvPr>
        </p:nvPicPr>
        <p:blipFill>
          <a:blip r:embed="rId3"/>
          <a:srcRect t="3112" b="3112"/>
          <a:stretch>
            <a:fillRect/>
          </a:stretch>
        </p:blipFill>
        <p:spPr bwMode="gray">
          <a:xfrm>
            <a:off x="0" y="0"/>
            <a:ext cx="12195174" cy="3430006"/>
          </a:xfrm>
        </p:spPr>
      </p:pic>
    </p:spTree>
    <p:extLst>
      <p:ext uri="{BB962C8B-B14F-4D97-AF65-F5344CB8AC3E}">
        <p14:creationId xmlns:p14="http://schemas.microsoft.com/office/powerpoint/2010/main" val="18192059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EC54C405-967C-4BD4-B59B-40D0C1F009A5}"/>
              </a:ext>
            </a:extLst>
          </p:cNvPr>
          <p:cNvSpPr>
            <a:spLocks noGrp="1"/>
          </p:cNvSpPr>
          <p:nvPr>
            <p:ph type="title"/>
          </p:nvPr>
        </p:nvSpPr>
        <p:spPr/>
        <p:txBody>
          <a:bodyPr/>
          <a:lstStyle/>
          <a:p>
            <a:r>
              <a:rPr lang="en-US" dirty="0"/>
              <a:t>Objectives of k8s networking</a:t>
            </a:r>
          </a:p>
        </p:txBody>
      </p:sp>
      <p:graphicFrame>
        <p:nvGraphicFramePr>
          <p:cNvPr id="7" name="Diagram 6">
            <a:extLst>
              <a:ext uri="{FF2B5EF4-FFF2-40B4-BE49-F238E27FC236}">
                <a16:creationId xmlns:a16="http://schemas.microsoft.com/office/drawing/2014/main" id="{2E04D910-BE86-4B96-A1EB-E49E6BE3030C}"/>
              </a:ext>
            </a:extLst>
          </p:cNvPr>
          <p:cNvGraphicFramePr/>
          <p:nvPr>
            <p:extLst>
              <p:ext uri="{D42A27DB-BD31-4B8C-83A1-F6EECF244321}">
                <p14:modId xmlns:p14="http://schemas.microsoft.com/office/powerpoint/2010/main" val="2006732341"/>
              </p:ext>
            </p:extLst>
          </p:nvPr>
        </p:nvGraphicFramePr>
        <p:xfrm>
          <a:off x="504001" y="1136193"/>
          <a:ext cx="8616999" cy="500955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8" name="Rectangle 7">
            <a:extLst>
              <a:ext uri="{FF2B5EF4-FFF2-40B4-BE49-F238E27FC236}">
                <a16:creationId xmlns:a16="http://schemas.microsoft.com/office/drawing/2014/main" id="{269F4EFB-F450-478D-A54F-AC412F44A3C0}"/>
              </a:ext>
            </a:extLst>
          </p:cNvPr>
          <p:cNvSpPr/>
          <p:nvPr/>
        </p:nvSpPr>
        <p:spPr>
          <a:xfrm>
            <a:off x="1521414" y="6145748"/>
            <a:ext cx="9151648" cy="338554"/>
          </a:xfrm>
          <a:prstGeom prst="rect">
            <a:avLst/>
          </a:prstGeom>
        </p:spPr>
        <p:txBody>
          <a:bodyPr wrap="square">
            <a:spAutoFit/>
          </a:bodyPr>
          <a:lstStyle/>
          <a:p>
            <a:r>
              <a:rPr lang="en-US" sz="1600" dirty="0">
                <a:hlinkClick r:id="rId8"/>
              </a:rPr>
              <a:t>https://sookocheff.com/post/kubernetes/understanding-kubernetes-networking-model/</a:t>
            </a:r>
            <a:r>
              <a:rPr lang="en-US" sz="1600" dirty="0"/>
              <a:t> </a:t>
            </a:r>
          </a:p>
        </p:txBody>
      </p:sp>
    </p:spTree>
    <p:extLst>
      <p:ext uri="{BB962C8B-B14F-4D97-AF65-F5344CB8AC3E}">
        <p14:creationId xmlns:p14="http://schemas.microsoft.com/office/powerpoint/2010/main" val="14294641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EC54C405-967C-4BD4-B59B-40D0C1F009A5}"/>
              </a:ext>
            </a:extLst>
          </p:cNvPr>
          <p:cNvSpPr>
            <a:spLocks noGrp="1"/>
          </p:cNvSpPr>
          <p:nvPr>
            <p:ph type="title"/>
          </p:nvPr>
        </p:nvSpPr>
        <p:spPr/>
        <p:txBody>
          <a:bodyPr/>
          <a:lstStyle/>
          <a:p>
            <a:r>
              <a:rPr lang="en-US" dirty="0"/>
              <a:t>Scenarios of k8s networking</a:t>
            </a:r>
          </a:p>
        </p:txBody>
      </p:sp>
      <p:graphicFrame>
        <p:nvGraphicFramePr>
          <p:cNvPr id="7" name="Diagram 6">
            <a:extLst>
              <a:ext uri="{FF2B5EF4-FFF2-40B4-BE49-F238E27FC236}">
                <a16:creationId xmlns:a16="http://schemas.microsoft.com/office/drawing/2014/main" id="{2E04D910-BE86-4B96-A1EB-E49E6BE3030C}"/>
              </a:ext>
            </a:extLst>
          </p:cNvPr>
          <p:cNvGraphicFramePr/>
          <p:nvPr>
            <p:extLst>
              <p:ext uri="{D42A27DB-BD31-4B8C-83A1-F6EECF244321}">
                <p14:modId xmlns:p14="http://schemas.microsoft.com/office/powerpoint/2010/main" val="3443690342"/>
              </p:ext>
            </p:extLst>
          </p:nvPr>
        </p:nvGraphicFramePr>
        <p:xfrm>
          <a:off x="504001" y="1228436"/>
          <a:ext cx="8616999" cy="500955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621480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7" name="Rectangle 26"/>
          <p:cNvSpPr/>
          <p:nvPr/>
        </p:nvSpPr>
        <p:spPr bwMode="gray">
          <a:xfrm>
            <a:off x="7598228" y="4676503"/>
            <a:ext cx="2111829" cy="1785256"/>
          </a:xfrm>
          <a:prstGeom prst="rect">
            <a:avLst/>
          </a:prstGeom>
          <a:ln>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t"/>
          <a:lstStyle/>
          <a:p>
            <a:pPr algn="ctr" defTabSz="914400" fontAlgn="base">
              <a:spcBef>
                <a:spcPct val="50000"/>
              </a:spcBef>
              <a:spcAft>
                <a:spcPct val="0"/>
              </a:spcAft>
              <a:buClr>
                <a:srgbClr val="F0AB00"/>
              </a:buClr>
              <a:buSzPct val="80000"/>
            </a:pPr>
            <a:r>
              <a:rPr lang="en-US" sz="1800" b="1" kern="0" dirty="0">
                <a:ea typeface="Arial Unicode MS" pitchFamily="34" charset="-128"/>
                <a:cs typeface="Arial Unicode MS" pitchFamily="34" charset="-128"/>
              </a:rPr>
              <a:t>Node B</a:t>
            </a:r>
            <a:endParaRPr kumimoji="0" lang="en-US" sz="18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24" name="Title 23"/>
          <p:cNvSpPr>
            <a:spLocks noGrp="1"/>
          </p:cNvSpPr>
          <p:nvPr>
            <p:ph type="title"/>
          </p:nvPr>
        </p:nvSpPr>
        <p:spPr>
          <a:xfrm>
            <a:off x="504001" y="504000"/>
            <a:ext cx="11186476" cy="369332"/>
          </a:xfrm>
        </p:spPr>
        <p:txBody>
          <a:bodyPr/>
          <a:lstStyle/>
          <a:p>
            <a:r>
              <a:rPr lang="en-US" dirty="0"/>
              <a:t>Pod communication</a:t>
            </a:r>
          </a:p>
        </p:txBody>
      </p:sp>
      <p:sp>
        <p:nvSpPr>
          <p:cNvPr id="4" name="Rectangle 3"/>
          <p:cNvSpPr/>
          <p:nvPr/>
        </p:nvSpPr>
        <p:spPr bwMode="gray">
          <a:xfrm>
            <a:off x="2629988" y="4676503"/>
            <a:ext cx="4868092" cy="1785256"/>
          </a:xfrm>
          <a:prstGeom prst="rect">
            <a:avLst/>
          </a:prstGeom>
          <a:ln>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t"/>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800" b="1" i="0" u="none" strike="noStrike" kern="0" cap="none" spc="0" normalizeH="0" baseline="0" noProof="0" dirty="0">
                <a:ln>
                  <a:noFill/>
                </a:ln>
                <a:effectLst/>
                <a:uLnTx/>
                <a:uFillTx/>
                <a:ea typeface="Arial Unicode MS" pitchFamily="34" charset="-128"/>
                <a:cs typeface="Arial Unicode MS" pitchFamily="34" charset="-128"/>
              </a:rPr>
              <a:t>Node A</a:t>
            </a:r>
          </a:p>
        </p:txBody>
      </p:sp>
      <p:grpSp>
        <p:nvGrpSpPr>
          <p:cNvPr id="6" name="Group 5"/>
          <p:cNvGrpSpPr/>
          <p:nvPr/>
        </p:nvGrpSpPr>
        <p:grpSpPr>
          <a:xfrm>
            <a:off x="2952789" y="5306984"/>
            <a:ext cx="6271481" cy="773906"/>
            <a:chOff x="2386981" y="4488375"/>
            <a:chExt cx="6271481" cy="773906"/>
          </a:xfrm>
          <a:solidFill>
            <a:schemeClr val="bg2"/>
          </a:solidFill>
        </p:grpSpPr>
        <p:sp>
          <p:nvSpPr>
            <p:cNvPr id="42" name="Rectangle 41"/>
            <p:cNvSpPr/>
            <p:nvPr/>
          </p:nvSpPr>
          <p:spPr bwMode="gray">
            <a:xfrm>
              <a:off x="2386981" y="4488375"/>
              <a:ext cx="1208595" cy="773906"/>
            </a:xfrm>
            <a:prstGeom prst="rect">
              <a:avLst/>
            </a:prstGeom>
            <a:solidFill>
              <a:schemeClr val="tx2"/>
            </a:solidFill>
            <a:ln>
              <a:headEnd/>
              <a:tailEnd/>
            </a:ln>
          </p:spPr>
          <p:style>
            <a:lnRef idx="2">
              <a:schemeClr val="accent2">
                <a:shade val="50000"/>
              </a:schemeClr>
            </a:lnRef>
            <a:fillRef idx="1">
              <a:schemeClr val="accent2"/>
            </a:fillRef>
            <a:effectRef idx="0">
              <a:schemeClr val="accent2"/>
            </a:effectRef>
            <a:fontRef idx="minor">
              <a:schemeClr val="lt1"/>
            </a:fontRef>
          </p:style>
          <p:txBody>
            <a:bodyPr lIns="90000" tIns="72000" rIns="90000" bIns="72000" rtlCol="0" anchor="ctr"/>
            <a:lstStyle/>
            <a:p>
              <a:pPr algn="ctr" defTabSz="914400" fontAlgn="base">
                <a:spcBef>
                  <a:spcPct val="50000"/>
                </a:spcBef>
                <a:spcAft>
                  <a:spcPct val="0"/>
                </a:spcAft>
                <a:buClr>
                  <a:srgbClr val="F0AB00"/>
                </a:buClr>
                <a:buSzPct val="80000"/>
              </a:pPr>
              <a:r>
                <a:rPr lang="de-DE" sz="1600" b="1" kern="0" dirty="0" err="1">
                  <a:solidFill>
                    <a:sysClr val="windowText" lastClr="000000"/>
                  </a:solidFill>
                  <a:ea typeface="Arial Unicode MS" pitchFamily="34" charset="-128"/>
                </a:rPr>
                <a:t>Pod</a:t>
              </a:r>
              <a:endParaRPr lang="de-DE" sz="1600" b="1" kern="0" dirty="0">
                <a:solidFill>
                  <a:sysClr val="windowText" lastClr="000000"/>
                </a:solidFill>
                <a:ea typeface="Arial Unicode MS" pitchFamily="34" charset="-128"/>
              </a:endParaRPr>
            </a:p>
          </p:txBody>
        </p:sp>
        <p:sp>
          <p:nvSpPr>
            <p:cNvPr id="11" name="Rectangle 10"/>
            <p:cNvSpPr/>
            <p:nvPr/>
          </p:nvSpPr>
          <p:spPr bwMode="gray">
            <a:xfrm>
              <a:off x="4918424" y="4488375"/>
              <a:ext cx="1208595" cy="773906"/>
            </a:xfrm>
            <a:prstGeom prst="rect">
              <a:avLst/>
            </a:prstGeom>
            <a:solidFill>
              <a:schemeClr val="tx2"/>
            </a:solidFill>
            <a:ln>
              <a:headEnd/>
              <a:tailEnd/>
            </a:ln>
          </p:spPr>
          <p:style>
            <a:lnRef idx="2">
              <a:schemeClr val="accent2">
                <a:shade val="50000"/>
              </a:schemeClr>
            </a:lnRef>
            <a:fillRef idx="1">
              <a:schemeClr val="accent2"/>
            </a:fillRef>
            <a:effectRef idx="0">
              <a:schemeClr val="accent2"/>
            </a:effectRef>
            <a:fontRef idx="minor">
              <a:schemeClr val="lt1"/>
            </a:fontRef>
          </p:style>
          <p:txBody>
            <a:bodyPr lIns="90000" tIns="72000" rIns="90000" bIns="72000" rtlCol="0" anchor="ctr"/>
            <a:lstStyle/>
            <a:p>
              <a:pPr algn="ctr" defTabSz="914400" fontAlgn="base">
                <a:spcBef>
                  <a:spcPct val="50000"/>
                </a:spcBef>
                <a:spcAft>
                  <a:spcPct val="0"/>
                </a:spcAft>
                <a:buClr>
                  <a:srgbClr val="F0AB00"/>
                </a:buClr>
                <a:buSzPct val="80000"/>
              </a:pPr>
              <a:r>
                <a:rPr lang="de-DE" sz="1600" b="1" kern="0" dirty="0" err="1">
                  <a:solidFill>
                    <a:sysClr val="windowText" lastClr="000000"/>
                  </a:solidFill>
                  <a:ea typeface="Arial Unicode MS" pitchFamily="34" charset="-128"/>
                </a:rPr>
                <a:t>Pod</a:t>
              </a:r>
              <a:endParaRPr lang="de-DE" sz="1600" b="1" kern="0" dirty="0">
                <a:solidFill>
                  <a:sysClr val="windowText" lastClr="000000"/>
                </a:solidFill>
                <a:ea typeface="Arial Unicode MS" pitchFamily="34" charset="-128"/>
              </a:endParaRPr>
            </a:p>
          </p:txBody>
        </p:sp>
        <p:sp>
          <p:nvSpPr>
            <p:cNvPr id="15" name="Rectangle 14"/>
            <p:cNvSpPr/>
            <p:nvPr/>
          </p:nvSpPr>
          <p:spPr bwMode="gray">
            <a:xfrm>
              <a:off x="7449867" y="4488375"/>
              <a:ext cx="1208595" cy="773906"/>
            </a:xfrm>
            <a:prstGeom prst="rect">
              <a:avLst/>
            </a:prstGeom>
            <a:solidFill>
              <a:schemeClr val="tx2"/>
            </a:solidFill>
            <a:ln>
              <a:headEnd/>
              <a:tailEnd/>
            </a:ln>
          </p:spPr>
          <p:style>
            <a:lnRef idx="2">
              <a:schemeClr val="accent2">
                <a:shade val="50000"/>
              </a:schemeClr>
            </a:lnRef>
            <a:fillRef idx="1">
              <a:schemeClr val="accent2"/>
            </a:fillRef>
            <a:effectRef idx="0">
              <a:schemeClr val="accent2"/>
            </a:effectRef>
            <a:fontRef idx="minor">
              <a:schemeClr val="lt1"/>
            </a:fontRef>
          </p:style>
          <p:txBody>
            <a:bodyPr lIns="90000" tIns="72000" rIns="90000" bIns="72000" rtlCol="0" anchor="ctr"/>
            <a:lstStyle/>
            <a:p>
              <a:pPr algn="ctr" defTabSz="914400" fontAlgn="base">
                <a:spcBef>
                  <a:spcPct val="50000"/>
                </a:spcBef>
                <a:spcAft>
                  <a:spcPct val="0"/>
                </a:spcAft>
                <a:buClr>
                  <a:srgbClr val="F0AB00"/>
                </a:buClr>
                <a:buSzPct val="80000"/>
              </a:pPr>
              <a:r>
                <a:rPr lang="de-DE" sz="1600" b="1" kern="0" dirty="0" err="1">
                  <a:solidFill>
                    <a:sysClr val="windowText" lastClr="000000"/>
                  </a:solidFill>
                  <a:ea typeface="Arial Unicode MS" pitchFamily="34" charset="-128"/>
                </a:rPr>
                <a:t>Pod</a:t>
              </a:r>
              <a:endParaRPr lang="de-DE" sz="1600" b="1" kern="0" dirty="0">
                <a:solidFill>
                  <a:sysClr val="windowText" lastClr="000000"/>
                </a:solidFill>
                <a:ea typeface="Arial Unicode MS" pitchFamily="34" charset="-128"/>
              </a:endParaRPr>
            </a:p>
          </p:txBody>
        </p:sp>
      </p:grpSp>
      <p:sp>
        <p:nvSpPr>
          <p:cNvPr id="22" name="Rectangle 21"/>
          <p:cNvSpPr/>
          <p:nvPr/>
        </p:nvSpPr>
        <p:spPr>
          <a:xfrm>
            <a:off x="504000" y="1223190"/>
            <a:ext cx="10590719" cy="3323987"/>
          </a:xfrm>
          <a:prstGeom prst="rect">
            <a:avLst/>
          </a:prstGeom>
        </p:spPr>
        <p:txBody>
          <a:bodyPr wrap="square">
            <a:spAutoFit/>
          </a:bodyPr>
          <a:lstStyle/>
          <a:p>
            <a:pPr marL="342900" indent="-342900">
              <a:buFont typeface="Wingdings" panose="05000000000000000000" pitchFamily="2" charset="2"/>
              <a:buChar char="§"/>
            </a:pPr>
            <a:r>
              <a:rPr lang="en-US" dirty="0"/>
              <a:t>Docker </a:t>
            </a:r>
          </a:p>
          <a:p>
            <a:pPr marL="887288" lvl="1" indent="-342900">
              <a:buFont typeface="Wingdings" panose="05000000000000000000" pitchFamily="2" charset="2"/>
              <a:buChar char="§"/>
            </a:pPr>
            <a:r>
              <a:rPr lang="en-US" dirty="0"/>
              <a:t>bridge into host network &amp; local subnet per host</a:t>
            </a:r>
          </a:p>
          <a:p>
            <a:pPr marL="887288" lvl="1" indent="-342900">
              <a:buFont typeface="Wingdings" panose="05000000000000000000" pitchFamily="2" charset="2"/>
              <a:buChar char="§"/>
            </a:pPr>
            <a:r>
              <a:rPr lang="en-US" dirty="0"/>
              <a:t>host port mapping required to communicate with container on different host</a:t>
            </a:r>
          </a:p>
          <a:p>
            <a:pPr marL="342900" indent="-342900">
              <a:buFont typeface="Wingdings" panose="05000000000000000000" pitchFamily="2" charset="2"/>
              <a:buChar char="§"/>
            </a:pPr>
            <a:r>
              <a:rPr lang="en-US" dirty="0"/>
              <a:t>Kubernetes – need to communicate regardless of host</a:t>
            </a:r>
          </a:p>
          <a:p>
            <a:pPr marL="342900" indent="-342900">
              <a:buFont typeface="Wingdings" panose="05000000000000000000" pitchFamily="2" charset="2"/>
              <a:buChar char="§"/>
            </a:pPr>
            <a:r>
              <a:rPr lang="en-US" dirty="0"/>
              <a:t>Solution: </a:t>
            </a:r>
          </a:p>
          <a:p>
            <a:pPr marL="887288" lvl="1" indent="-342900">
              <a:buFont typeface="Wingdings" panose="05000000000000000000" pitchFamily="2" charset="2"/>
              <a:buChar char="§"/>
            </a:pPr>
            <a:r>
              <a:rPr lang="en-US" dirty="0"/>
              <a:t>one subnet for cluster</a:t>
            </a:r>
          </a:p>
          <a:p>
            <a:pPr marL="887288" lvl="1" indent="-342900">
              <a:buFont typeface="Wingdings" panose="05000000000000000000" pitchFamily="2" charset="2"/>
              <a:buChar char="§"/>
            </a:pPr>
            <a:r>
              <a:rPr lang="en-US" dirty="0"/>
              <a:t>every pod gets an unique IP from subnet range</a:t>
            </a:r>
          </a:p>
          <a:p>
            <a:pPr marL="887288" lvl="1" indent="-342900">
              <a:buFont typeface="Wingdings" panose="05000000000000000000" pitchFamily="2" charset="2"/>
              <a:buChar char="§"/>
            </a:pPr>
            <a:r>
              <a:rPr lang="en-US" dirty="0"/>
              <a:t>All containers in a pod share network namespace (=&gt; get same IP) and communicate via localhost interface with each other</a:t>
            </a:r>
          </a:p>
          <a:p>
            <a:pPr marL="887288" lvl="1" indent="-342900">
              <a:buFont typeface="Wingdings" panose="05000000000000000000" pitchFamily="2" charset="2"/>
              <a:buChar char="§"/>
            </a:pPr>
            <a:r>
              <a:rPr lang="en-US" dirty="0"/>
              <a:t>Benefits: no port mapping, every pod can expose default ports (e.g. 80, 443)</a:t>
            </a:r>
          </a:p>
        </p:txBody>
      </p:sp>
      <p:cxnSp>
        <p:nvCxnSpPr>
          <p:cNvPr id="9" name="Straight Arrow Connector 8"/>
          <p:cNvCxnSpPr>
            <a:stCxn id="11" idx="1"/>
            <a:endCxn id="42" idx="3"/>
          </p:cNvCxnSpPr>
          <p:nvPr/>
        </p:nvCxnSpPr>
        <p:spPr>
          <a:xfrm flipH="1">
            <a:off x="4161384" y="5693937"/>
            <a:ext cx="1322848" cy="0"/>
          </a:xfrm>
          <a:prstGeom prst="straightConnector1">
            <a:avLst/>
          </a:prstGeom>
          <a:ln w="57150">
            <a:headEnd type="none" w="med" len="med"/>
            <a:tailEnd type="triangle"/>
          </a:ln>
        </p:spPr>
        <p:style>
          <a:lnRef idx="2">
            <a:schemeClr val="accent2"/>
          </a:lnRef>
          <a:fillRef idx="0">
            <a:schemeClr val="accent2"/>
          </a:fillRef>
          <a:effectRef idx="1">
            <a:schemeClr val="accent2"/>
          </a:effectRef>
          <a:fontRef idx="minor">
            <a:schemeClr val="tx1"/>
          </a:fontRef>
        </p:style>
      </p:cxnSp>
      <p:cxnSp>
        <p:nvCxnSpPr>
          <p:cNvPr id="25" name="Straight Arrow Connector 24"/>
          <p:cNvCxnSpPr>
            <a:endCxn id="15" idx="1"/>
          </p:cNvCxnSpPr>
          <p:nvPr/>
        </p:nvCxnSpPr>
        <p:spPr>
          <a:xfrm>
            <a:off x="6692827" y="5693937"/>
            <a:ext cx="1322848" cy="0"/>
          </a:xfrm>
          <a:prstGeom prst="straightConnector1">
            <a:avLst/>
          </a:prstGeom>
          <a:ln w="57150">
            <a:headEnd type="none" w="med" len="med"/>
            <a:tailEnd type="triangle"/>
          </a:ln>
        </p:spPr>
        <p:style>
          <a:lnRef idx="2">
            <a:schemeClr val="accent2"/>
          </a:lnRef>
          <a:fillRef idx="0">
            <a:schemeClr val="accent2"/>
          </a:fillRef>
          <a:effectRef idx="1">
            <a:schemeClr val="accent2"/>
          </a:effectRef>
          <a:fontRef idx="minor">
            <a:schemeClr val="tx1"/>
          </a:fontRef>
        </p:style>
      </p:cxnSp>
      <p:sp>
        <p:nvSpPr>
          <p:cNvPr id="28" name="Rectangle 27"/>
          <p:cNvSpPr/>
          <p:nvPr/>
        </p:nvSpPr>
        <p:spPr bwMode="gray">
          <a:xfrm>
            <a:off x="2734126" y="5089923"/>
            <a:ext cx="1645920" cy="365760"/>
          </a:xfrm>
          <a:prstGeom prst="rect">
            <a:avLst/>
          </a:prstGeom>
          <a:ln>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de-DE" sz="1800" b="0" i="0" u="none" strike="noStrike" kern="0" cap="none" spc="0" normalizeH="0" baseline="0" noProof="0" dirty="0">
                <a:ln>
                  <a:noFill/>
                </a:ln>
                <a:effectLst/>
                <a:uLnTx/>
                <a:uFillTx/>
                <a:ea typeface="Arial Unicode MS" pitchFamily="34" charset="-128"/>
                <a:cs typeface="Arial Unicode MS" pitchFamily="34" charset="-128"/>
              </a:rPr>
              <a:t>IP: 10.10.10.1</a:t>
            </a:r>
          </a:p>
        </p:txBody>
      </p:sp>
      <p:sp>
        <p:nvSpPr>
          <p:cNvPr id="29" name="Rectangle 28"/>
          <p:cNvSpPr/>
          <p:nvPr/>
        </p:nvSpPr>
        <p:spPr bwMode="gray">
          <a:xfrm>
            <a:off x="5274279" y="5084426"/>
            <a:ext cx="1645920" cy="365760"/>
          </a:xfrm>
          <a:prstGeom prst="rect">
            <a:avLst/>
          </a:prstGeom>
          <a:ln>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de-DE" sz="1800" b="0" i="0" u="none" strike="noStrike" kern="0" cap="none" spc="0" normalizeH="0" baseline="0" noProof="0" dirty="0">
                <a:ln>
                  <a:noFill/>
                </a:ln>
                <a:effectLst/>
                <a:uLnTx/>
                <a:uFillTx/>
                <a:ea typeface="Arial Unicode MS" pitchFamily="34" charset="-128"/>
                <a:cs typeface="Arial Unicode MS" pitchFamily="34" charset="-128"/>
              </a:rPr>
              <a:t>IP: 10.10.10.2</a:t>
            </a:r>
          </a:p>
        </p:txBody>
      </p:sp>
      <p:sp>
        <p:nvSpPr>
          <p:cNvPr id="30" name="Rectangle 29"/>
          <p:cNvSpPr/>
          <p:nvPr/>
        </p:nvSpPr>
        <p:spPr bwMode="gray">
          <a:xfrm>
            <a:off x="7831182" y="5084426"/>
            <a:ext cx="1645920" cy="365760"/>
          </a:xfrm>
          <a:prstGeom prst="rect">
            <a:avLst/>
          </a:prstGeom>
          <a:ln>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de-DE" sz="1800" b="0" i="0" u="none" strike="noStrike" kern="0" cap="none" spc="0" normalizeH="0" baseline="0" noProof="0" dirty="0">
                <a:ln>
                  <a:noFill/>
                </a:ln>
                <a:effectLst/>
                <a:uLnTx/>
                <a:uFillTx/>
                <a:ea typeface="Arial Unicode MS" pitchFamily="34" charset="-128"/>
                <a:cs typeface="Arial Unicode MS" pitchFamily="34" charset="-128"/>
              </a:rPr>
              <a:t>IP: 10.10.20.1</a:t>
            </a:r>
          </a:p>
        </p:txBody>
      </p:sp>
    </p:spTree>
    <p:extLst>
      <p:ext uri="{BB962C8B-B14F-4D97-AF65-F5344CB8AC3E}">
        <p14:creationId xmlns:p14="http://schemas.microsoft.com/office/powerpoint/2010/main" val="42079454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Why do we need services?</a:t>
            </a:r>
          </a:p>
        </p:txBody>
      </p:sp>
      <p:sp>
        <p:nvSpPr>
          <p:cNvPr id="4" name="Rectangle 3"/>
          <p:cNvSpPr/>
          <p:nvPr/>
        </p:nvSpPr>
        <p:spPr bwMode="gray">
          <a:xfrm>
            <a:off x="2245659" y="3633266"/>
            <a:ext cx="2601377" cy="773906"/>
          </a:xfrm>
          <a:prstGeom prst="rect">
            <a:avLst/>
          </a:prstGeom>
          <a:solidFill>
            <a:schemeClr val="tx2"/>
          </a:solidFill>
          <a:ln>
            <a:headEnd/>
            <a:tailEnd/>
          </a:ln>
        </p:spPr>
        <p:style>
          <a:lnRef idx="2">
            <a:schemeClr val="accent2">
              <a:shade val="50000"/>
            </a:schemeClr>
          </a:lnRef>
          <a:fillRef idx="1">
            <a:schemeClr val="accent2"/>
          </a:fillRef>
          <a:effectRef idx="0">
            <a:schemeClr val="accent2"/>
          </a:effectRef>
          <a:fontRef idx="minor">
            <a:schemeClr val="lt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de-DE" sz="1600" kern="0" dirty="0" err="1">
                <a:solidFill>
                  <a:sysClr val="windowText" lastClr="000000"/>
                </a:solidFill>
                <a:ea typeface="Arial Unicode MS" pitchFamily="34" charset="-128"/>
                <a:cs typeface="Arial Unicode MS" pitchFamily="34" charset="-128"/>
              </a:rPr>
              <a:t>Pod</a:t>
            </a:r>
            <a:r>
              <a:rPr lang="de-DE" sz="1600" kern="0" dirty="0">
                <a:solidFill>
                  <a:sysClr val="windowText" lastClr="000000"/>
                </a:solidFill>
                <a:ea typeface="Arial Unicode MS" pitchFamily="34" charset="-128"/>
                <a:cs typeface="Arial Unicode MS" pitchFamily="34" charset="-128"/>
              </a:rPr>
              <a:t>-Name: </a:t>
            </a:r>
            <a:r>
              <a:rPr lang="de-DE" sz="1600" b="1" kern="0" dirty="0" err="1">
                <a:solidFill>
                  <a:sysClr val="windowText" lastClr="000000"/>
                </a:solidFill>
                <a:ea typeface="Arial Unicode MS" pitchFamily="34" charset="-128"/>
                <a:cs typeface="Arial Unicode MS" pitchFamily="34" charset="-128"/>
              </a:rPr>
              <a:t>nasty-koopa</a:t>
            </a:r>
            <a:endParaRPr kumimoji="0" lang="de-DE" sz="1600" b="1" i="0" u="none" strike="noStrike" kern="0" cap="none" spc="0" normalizeH="0" baseline="0" noProof="0" dirty="0">
              <a:ln>
                <a:noFill/>
              </a:ln>
              <a:solidFill>
                <a:sysClr val="windowText" lastClr="000000"/>
              </a:solidFill>
              <a:effectLst/>
              <a:uLnTx/>
              <a:uFillTx/>
              <a:ea typeface="Arial Unicode MS" pitchFamily="34" charset="-128"/>
              <a:cs typeface="Arial Unicode MS" pitchFamily="34" charset="-128"/>
            </a:endParaRPr>
          </a:p>
        </p:txBody>
      </p:sp>
      <p:sp>
        <p:nvSpPr>
          <p:cNvPr id="5" name="Rectangle 4"/>
          <p:cNvSpPr/>
          <p:nvPr/>
        </p:nvSpPr>
        <p:spPr bwMode="gray">
          <a:xfrm>
            <a:off x="1869142" y="3450386"/>
            <a:ext cx="1998220" cy="365760"/>
          </a:xfrm>
          <a:prstGeom prst="rect">
            <a:avLst/>
          </a:prstGeom>
          <a:ln>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ctr"/>
          <a:lstStyle/>
          <a:p>
            <a:pPr algn="ctr" defTabSz="914400" fontAlgn="base">
              <a:spcBef>
                <a:spcPct val="50000"/>
              </a:spcBef>
              <a:spcAft>
                <a:spcPct val="0"/>
              </a:spcAft>
              <a:buClr>
                <a:srgbClr val="F0AB00"/>
              </a:buClr>
              <a:buSzPct val="80000"/>
            </a:pPr>
            <a:r>
              <a:rPr lang="en-US" sz="1800" kern="0" dirty="0">
                <a:ea typeface="Arial Unicode MS" pitchFamily="34" charset="-128"/>
                <a:cs typeface="Arial Unicode MS" pitchFamily="34" charset="-128"/>
              </a:rPr>
              <a:t>IP: 10.10.20.</a:t>
            </a:r>
            <a:r>
              <a:rPr lang="en-US" sz="1800" b="1" kern="0" dirty="0">
                <a:ea typeface="Arial Unicode MS" pitchFamily="34" charset="-128"/>
                <a:cs typeface="Arial Unicode MS" pitchFamily="34" charset="-128"/>
              </a:rPr>
              <a:t>23</a:t>
            </a:r>
            <a:endParaRPr kumimoji="0" lang="de-DE" sz="1800" b="1" i="0" u="none" strike="noStrike" kern="0" cap="none" spc="0" normalizeH="0" baseline="0" noProof="0" dirty="0">
              <a:ln>
                <a:noFill/>
              </a:ln>
              <a:effectLst/>
              <a:uLnTx/>
              <a:uFillTx/>
              <a:ea typeface="Arial Unicode MS" pitchFamily="34" charset="-128"/>
              <a:cs typeface="Arial Unicode MS" pitchFamily="34" charset="-128"/>
            </a:endParaRPr>
          </a:p>
        </p:txBody>
      </p:sp>
      <p:pic>
        <p:nvPicPr>
          <p:cNvPr id="15" name="Picture 2" descr="https://vignette.wikia.nocookie.net/nintendo/images/8/83/KoopaNSMB.png/revision/latest?cb=20110724132501&amp;path-prefix=en">
            <a:extLst>
              <a:ext uri="{FF2B5EF4-FFF2-40B4-BE49-F238E27FC236}">
                <a16:creationId xmlns:a16="http://schemas.microsoft.com/office/drawing/2014/main" id="{A3E03BF7-047D-41A3-AEF2-AFD5868AA2A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54851" y="4474528"/>
            <a:ext cx="1025020" cy="1630972"/>
          </a:xfrm>
          <a:prstGeom prst="rect">
            <a:avLst/>
          </a:prstGeom>
          <a:noFill/>
          <a:extLst>
            <a:ext uri="{909E8E84-426E-40DD-AFC4-6F175D3DCCD1}">
              <a14:hiddenFill xmlns:a14="http://schemas.microsoft.com/office/drawing/2010/main">
                <a:solidFill>
                  <a:srgbClr val="FFFFFF"/>
                </a:solidFill>
              </a14:hiddenFill>
            </a:ext>
          </a:extLst>
        </p:spPr>
      </p:pic>
      <p:sp>
        <p:nvSpPr>
          <p:cNvPr id="18" name="Rectangle 17">
            <a:extLst>
              <a:ext uri="{FF2B5EF4-FFF2-40B4-BE49-F238E27FC236}">
                <a16:creationId xmlns:a16="http://schemas.microsoft.com/office/drawing/2014/main" id="{3516C6CF-B9EC-497E-8BEE-5B0FCFD4B99F}"/>
              </a:ext>
            </a:extLst>
          </p:cNvPr>
          <p:cNvSpPr/>
          <p:nvPr/>
        </p:nvSpPr>
        <p:spPr bwMode="gray">
          <a:xfrm>
            <a:off x="7583653" y="3633266"/>
            <a:ext cx="2601377" cy="773906"/>
          </a:xfrm>
          <a:prstGeom prst="rect">
            <a:avLst/>
          </a:prstGeom>
          <a:solidFill>
            <a:schemeClr val="tx2"/>
          </a:solidFill>
          <a:ln>
            <a:headEnd/>
            <a:tailEnd/>
          </a:ln>
        </p:spPr>
        <p:style>
          <a:lnRef idx="2">
            <a:schemeClr val="accent2">
              <a:shade val="50000"/>
            </a:schemeClr>
          </a:lnRef>
          <a:fillRef idx="1">
            <a:schemeClr val="accent2"/>
          </a:fillRef>
          <a:effectRef idx="0">
            <a:schemeClr val="accent2"/>
          </a:effectRef>
          <a:fontRef idx="minor">
            <a:schemeClr val="lt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de-DE" sz="1600" kern="0" dirty="0" err="1">
                <a:solidFill>
                  <a:sysClr val="windowText" lastClr="000000"/>
                </a:solidFill>
                <a:ea typeface="Arial Unicode MS" pitchFamily="34" charset="-128"/>
                <a:cs typeface="Arial Unicode MS" pitchFamily="34" charset="-128"/>
              </a:rPr>
              <a:t>Pod</a:t>
            </a:r>
            <a:r>
              <a:rPr lang="de-DE" sz="1600" kern="0" dirty="0">
                <a:solidFill>
                  <a:sysClr val="windowText" lastClr="000000"/>
                </a:solidFill>
                <a:ea typeface="Arial Unicode MS" pitchFamily="34" charset="-128"/>
                <a:cs typeface="Arial Unicode MS" pitchFamily="34" charset="-128"/>
              </a:rPr>
              <a:t>-Name: </a:t>
            </a:r>
            <a:r>
              <a:rPr lang="de-DE" sz="1600" b="1" kern="0" dirty="0" err="1">
                <a:solidFill>
                  <a:sysClr val="windowText" lastClr="000000"/>
                </a:solidFill>
                <a:ea typeface="Arial Unicode MS" pitchFamily="34" charset="-128"/>
                <a:cs typeface="Arial Unicode MS" pitchFamily="34" charset="-128"/>
              </a:rPr>
              <a:t>evil-koopa</a:t>
            </a:r>
            <a:endParaRPr kumimoji="0" lang="de-DE" sz="1600" b="1" i="0" u="none" strike="noStrike" kern="0" cap="none" spc="0" normalizeH="0" baseline="0" noProof="0" dirty="0">
              <a:ln>
                <a:noFill/>
              </a:ln>
              <a:solidFill>
                <a:sysClr val="windowText" lastClr="000000"/>
              </a:solidFill>
              <a:effectLst/>
              <a:uLnTx/>
              <a:uFillTx/>
              <a:ea typeface="Arial Unicode MS" pitchFamily="34" charset="-128"/>
              <a:cs typeface="Arial Unicode MS" pitchFamily="34" charset="-128"/>
            </a:endParaRPr>
          </a:p>
        </p:txBody>
      </p:sp>
      <p:sp>
        <p:nvSpPr>
          <p:cNvPr id="19" name="Rectangle 18">
            <a:extLst>
              <a:ext uri="{FF2B5EF4-FFF2-40B4-BE49-F238E27FC236}">
                <a16:creationId xmlns:a16="http://schemas.microsoft.com/office/drawing/2014/main" id="{AE42718A-46FF-414E-ADB9-9B0E046D7693}"/>
              </a:ext>
            </a:extLst>
          </p:cNvPr>
          <p:cNvSpPr/>
          <p:nvPr/>
        </p:nvSpPr>
        <p:spPr bwMode="gray">
          <a:xfrm>
            <a:off x="7207136" y="3450386"/>
            <a:ext cx="1998220" cy="365760"/>
          </a:xfrm>
          <a:prstGeom prst="rect">
            <a:avLst/>
          </a:prstGeom>
          <a:ln>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ctr"/>
          <a:lstStyle/>
          <a:p>
            <a:pPr algn="ctr" defTabSz="914400" fontAlgn="base">
              <a:spcBef>
                <a:spcPct val="50000"/>
              </a:spcBef>
              <a:spcAft>
                <a:spcPct val="0"/>
              </a:spcAft>
              <a:buClr>
                <a:srgbClr val="F0AB00"/>
              </a:buClr>
              <a:buSzPct val="80000"/>
            </a:pPr>
            <a:r>
              <a:rPr lang="en-US" sz="1800" kern="0" dirty="0">
                <a:ea typeface="Arial Unicode MS" pitchFamily="34" charset="-128"/>
                <a:cs typeface="Arial Unicode MS" pitchFamily="34" charset="-128"/>
              </a:rPr>
              <a:t>IP: 10.10.20.</a:t>
            </a:r>
            <a:r>
              <a:rPr lang="en-US" sz="1800" b="1" kern="0" dirty="0">
                <a:ea typeface="Arial Unicode MS" pitchFamily="34" charset="-128"/>
                <a:cs typeface="Arial Unicode MS" pitchFamily="34" charset="-128"/>
              </a:rPr>
              <a:t>42</a:t>
            </a:r>
            <a:endParaRPr kumimoji="0" lang="de-DE" sz="1800" b="1" i="0" u="none" strike="noStrike" kern="0" cap="none" spc="0" normalizeH="0" baseline="0" noProof="0" dirty="0">
              <a:ln>
                <a:noFill/>
              </a:ln>
              <a:effectLst/>
              <a:uLnTx/>
              <a:uFillTx/>
              <a:ea typeface="Arial Unicode MS" pitchFamily="34" charset="-128"/>
              <a:cs typeface="Arial Unicode MS" pitchFamily="34" charset="-128"/>
            </a:endParaRPr>
          </a:p>
        </p:txBody>
      </p:sp>
      <p:pic>
        <p:nvPicPr>
          <p:cNvPr id="20" name="Picture 2" descr="https://vignette.wikia.nocookie.net/nintendo/images/8/83/KoopaNSMB.png/revision/latest?cb=20110724132501&amp;path-prefix=en">
            <a:extLst>
              <a:ext uri="{FF2B5EF4-FFF2-40B4-BE49-F238E27FC236}">
                <a16:creationId xmlns:a16="http://schemas.microsoft.com/office/drawing/2014/main" id="{86DACA72-203D-483F-B13C-5400F8529C0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92845" y="4474528"/>
            <a:ext cx="1025020" cy="1630972"/>
          </a:xfrm>
          <a:prstGeom prst="rect">
            <a:avLst/>
          </a:prstGeom>
          <a:noFill/>
          <a:extLst>
            <a:ext uri="{909E8E84-426E-40DD-AFC4-6F175D3DCCD1}">
              <a14:hiddenFill xmlns:a14="http://schemas.microsoft.com/office/drawing/2010/main">
                <a:solidFill>
                  <a:srgbClr val="FFFFFF"/>
                </a:solidFill>
              </a14:hiddenFill>
            </a:ext>
          </a:extLst>
        </p:spPr>
      </p:pic>
      <p:sp>
        <p:nvSpPr>
          <p:cNvPr id="7" name="Multiplication Sign 6">
            <a:extLst>
              <a:ext uri="{FF2B5EF4-FFF2-40B4-BE49-F238E27FC236}">
                <a16:creationId xmlns:a16="http://schemas.microsoft.com/office/drawing/2014/main" id="{D0435775-5342-45BC-A144-EFE5CD3F7C99}"/>
              </a:ext>
            </a:extLst>
          </p:cNvPr>
          <p:cNvSpPr/>
          <p:nvPr/>
        </p:nvSpPr>
        <p:spPr bwMode="gray">
          <a:xfrm>
            <a:off x="1596933" y="2959172"/>
            <a:ext cx="3898828" cy="3898828"/>
          </a:xfrm>
          <a:prstGeom prst="mathMultiply">
            <a:avLst>
              <a:gd name="adj1" fmla="val 13173"/>
            </a:avLst>
          </a:prstGeom>
          <a:solidFill>
            <a:srgbClr val="FF0000"/>
          </a:solidFill>
          <a:ln w="6350" algn="ctr">
            <a:solidFill>
              <a:schemeClr val="tx1"/>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8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9" name="Arrow: Bent 8">
            <a:extLst>
              <a:ext uri="{FF2B5EF4-FFF2-40B4-BE49-F238E27FC236}">
                <a16:creationId xmlns:a16="http://schemas.microsoft.com/office/drawing/2014/main" id="{E345D34A-7A10-4F85-AF10-B28CB9E687F4}"/>
              </a:ext>
            </a:extLst>
          </p:cNvPr>
          <p:cNvSpPr/>
          <p:nvPr/>
        </p:nvSpPr>
        <p:spPr bwMode="gray">
          <a:xfrm rot="16200000" flipH="1">
            <a:off x="2382178" y="1782724"/>
            <a:ext cx="1903549" cy="1450260"/>
          </a:xfrm>
          <a:prstGeom prst="bentArrow">
            <a:avLst>
              <a:gd name="adj1" fmla="val 14067"/>
              <a:gd name="adj2" fmla="val 19230"/>
              <a:gd name="adj3" fmla="val 17711"/>
              <a:gd name="adj4" fmla="val 30388"/>
            </a:avLst>
          </a:prstGeom>
          <a:solidFill>
            <a:schemeClr val="accent3">
              <a:lumMod val="75000"/>
            </a:schemeClr>
          </a:solidFill>
          <a:ln w="6350" algn="ctr">
            <a:solidFill>
              <a:schemeClr val="tx1"/>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800" b="0" i="0" u="none" strike="noStrike" kern="0" cap="none" spc="0" normalizeH="0" baseline="0" noProof="0" dirty="0" err="1">
              <a:ln>
                <a:noFill/>
              </a:ln>
              <a:effectLst/>
              <a:uLnTx/>
              <a:uFillTx/>
              <a:ea typeface="Arial Unicode MS" pitchFamily="34" charset="-128"/>
              <a:cs typeface="Arial Unicode MS" pitchFamily="34" charset="-128"/>
            </a:endParaRPr>
          </a:p>
        </p:txBody>
      </p:sp>
      <p:pic>
        <p:nvPicPr>
          <p:cNvPr id="24" name="Graphic 23" descr="Question mark">
            <a:extLst>
              <a:ext uri="{FF2B5EF4-FFF2-40B4-BE49-F238E27FC236}">
                <a16:creationId xmlns:a16="http://schemas.microsoft.com/office/drawing/2014/main" id="{1CAFC181-2A17-4421-A0C6-086C8129A85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325818" y="3289409"/>
            <a:ext cx="3151546" cy="3151546"/>
          </a:xfrm>
          <a:prstGeom prst="rect">
            <a:avLst/>
          </a:prstGeom>
        </p:spPr>
      </p:pic>
      <p:sp>
        <p:nvSpPr>
          <p:cNvPr id="13" name="Cloud 12">
            <a:extLst>
              <a:ext uri="{FF2B5EF4-FFF2-40B4-BE49-F238E27FC236}">
                <a16:creationId xmlns:a16="http://schemas.microsoft.com/office/drawing/2014/main" id="{0A9BF1C0-27CA-42F1-A273-1B42EF983C4F}"/>
              </a:ext>
            </a:extLst>
          </p:cNvPr>
          <p:cNvSpPr/>
          <p:nvPr/>
        </p:nvSpPr>
        <p:spPr bwMode="gray">
          <a:xfrm>
            <a:off x="3452217" y="1056212"/>
            <a:ext cx="4616018" cy="1074420"/>
          </a:xfrm>
          <a:prstGeom prst="cloud">
            <a:avLst/>
          </a:prstGeom>
          <a:solidFill>
            <a:schemeClr val="accent1"/>
          </a:solidFill>
          <a:ln w="6350" algn="ctr">
            <a:noFill/>
            <a:miter lim="800000"/>
            <a:headEnd/>
            <a:tailEnd/>
          </a:ln>
        </p:spPr>
        <p:txBody>
          <a:bodyPr lIns="90000" tIns="72000" rIns="90000" bIns="72000" rtlCol="0" anchor="ctr"/>
          <a:lstStyle/>
          <a:p>
            <a:pPr marR="0" defTabSz="914400" eaLnBrk="1" fontAlgn="base" latinLnBrk="0" hangingPunct="1">
              <a:lnSpc>
                <a:spcPct val="100000"/>
              </a:lnSpc>
              <a:spcBef>
                <a:spcPct val="50000"/>
              </a:spcBef>
              <a:spcAft>
                <a:spcPct val="0"/>
              </a:spcAft>
              <a:buClr>
                <a:srgbClr val="F0AB00"/>
              </a:buClr>
              <a:buSzPct val="80000"/>
              <a:tabLst/>
            </a:pPr>
            <a:r>
              <a:rPr lang="en-US" sz="1800" kern="0" dirty="0">
                <a:ea typeface="Arial Unicode MS" pitchFamily="34" charset="-128"/>
                <a:cs typeface="Arial Unicode MS" pitchFamily="34" charset="-128"/>
              </a:rPr>
              <a:t>GET:	</a:t>
            </a:r>
            <a:r>
              <a:rPr lang="en-US" sz="1800" b="1" kern="0" dirty="0">
                <a:ea typeface="Arial Unicode MS" pitchFamily="34" charset="-128"/>
                <a:cs typeface="Arial Unicode MS" pitchFamily="34" charset="-128"/>
              </a:rPr>
              <a:t>nasty-</a:t>
            </a:r>
            <a:r>
              <a:rPr lang="en-US" sz="1800" b="1" kern="0" dirty="0" err="1">
                <a:ea typeface="Arial Unicode MS" pitchFamily="34" charset="-128"/>
                <a:cs typeface="Arial Unicode MS" pitchFamily="34" charset="-128"/>
              </a:rPr>
              <a:t>koopa</a:t>
            </a:r>
            <a:br>
              <a:rPr lang="en-US" sz="1800" kern="0" dirty="0">
                <a:ea typeface="Arial Unicode MS" pitchFamily="34" charset="-128"/>
                <a:cs typeface="Arial Unicode MS" pitchFamily="34" charset="-128"/>
              </a:rPr>
            </a:br>
            <a:r>
              <a:rPr lang="en-US" sz="1800" kern="0" dirty="0">
                <a:ea typeface="Arial Unicode MS" pitchFamily="34" charset="-128"/>
                <a:cs typeface="Arial Unicode MS" pitchFamily="34" charset="-128"/>
              </a:rPr>
              <a:t>	10.10.20.</a:t>
            </a:r>
            <a:r>
              <a:rPr lang="en-US" sz="1800" b="1" kern="0" dirty="0">
                <a:ea typeface="Arial Unicode MS" pitchFamily="34" charset="-128"/>
                <a:cs typeface="Arial Unicode MS" pitchFamily="34" charset="-128"/>
              </a:rPr>
              <a:t>23</a:t>
            </a:r>
            <a:r>
              <a:rPr lang="en-US" sz="1800" kern="0" dirty="0">
                <a:ea typeface="Arial Unicode MS" pitchFamily="34" charset="-128"/>
                <a:cs typeface="Arial Unicode MS" pitchFamily="34" charset="-128"/>
              </a:rPr>
              <a:t>:80</a:t>
            </a:r>
            <a:endParaRPr kumimoji="0" lang="en-US" sz="1800" i="0" u="none" strike="noStrike" kern="0" cap="none" spc="0" normalizeH="0" baseline="0" noProof="0" dirty="0" err="1">
              <a:ln>
                <a:noFill/>
              </a:ln>
              <a:effectLst/>
              <a:uLnTx/>
              <a:uFillTx/>
              <a:ea typeface="Arial Unicode MS" pitchFamily="34" charset="-128"/>
              <a:cs typeface="Arial Unicode MS" pitchFamily="34" charset="-128"/>
            </a:endParaRPr>
          </a:p>
        </p:txBody>
      </p:sp>
    </p:spTree>
    <p:extLst>
      <p:ext uri="{BB962C8B-B14F-4D97-AF65-F5344CB8AC3E}">
        <p14:creationId xmlns:p14="http://schemas.microsoft.com/office/powerpoint/2010/main" val="16301622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par>
                          <p:cTn id="7" fill="hold">
                            <p:stCondLst>
                              <p:cond delay="0"/>
                            </p:stCondLst>
                            <p:childTnLst>
                              <p:par>
                                <p:cTn id="8" presetID="26" presetClass="emph" presetSubtype="0" repeatCount="indefinite" fill="hold" grpId="0" nodeType="afterEffect">
                                  <p:stCondLst>
                                    <p:cond delay="0"/>
                                  </p:stCondLst>
                                  <p:endCondLst>
                                    <p:cond evt="onNext" delay="0">
                                      <p:tgtEl>
                                        <p:sldTgt/>
                                      </p:tgtEl>
                                    </p:cond>
                                  </p:endCondLst>
                                  <p:childTnLst>
                                    <p:animEffect transition="out" filter="fade">
                                      <p:cBhvr>
                                        <p:cTn id="9" dur="500" tmFilter="0, 0; .2, .5; .8, .5; 1, 0"/>
                                        <p:tgtEl>
                                          <p:spTgt spid="7"/>
                                        </p:tgtEl>
                                      </p:cBhvr>
                                    </p:animEffect>
                                    <p:animScale>
                                      <p:cBhvr>
                                        <p:cTn id="10" dur="250" autoRev="1" fill="hold"/>
                                        <p:tgtEl>
                                          <p:spTgt spid="7"/>
                                        </p:tgtEl>
                                      </p:cBhvr>
                                      <p:by x="105000" y="105000"/>
                                    </p:animScale>
                                  </p:childTnLst>
                                </p:cTn>
                              </p:par>
                            </p:childTnLst>
                          </p:cTn>
                        </p:par>
                      </p:childTnLst>
                    </p:cTn>
                  </p:par>
                  <p:par>
                    <p:cTn id="11" fill="hold">
                      <p:stCondLst>
                        <p:cond delay="indefinite"/>
                      </p:stCondLst>
                      <p:childTnLst>
                        <p:par>
                          <p:cTn id="12" fill="hold">
                            <p:stCondLst>
                              <p:cond delay="0"/>
                            </p:stCondLst>
                            <p:childTnLst>
                              <p:par>
                                <p:cTn id="13" presetID="42" presetClass="exit" presetSubtype="0" fill="hold" grpId="0" nodeType="clickEffect">
                                  <p:stCondLst>
                                    <p:cond delay="0"/>
                                  </p:stCondLst>
                                  <p:childTnLst>
                                    <p:animEffect transition="out" filter="fade">
                                      <p:cBhvr>
                                        <p:cTn id="14" dur="1000"/>
                                        <p:tgtEl>
                                          <p:spTgt spid="4"/>
                                        </p:tgtEl>
                                      </p:cBhvr>
                                    </p:animEffect>
                                    <p:anim calcmode="lin" valueType="num">
                                      <p:cBhvr>
                                        <p:cTn id="15" dur="1000"/>
                                        <p:tgtEl>
                                          <p:spTgt spid="4"/>
                                        </p:tgtEl>
                                        <p:attrNameLst>
                                          <p:attrName>ppt_x</p:attrName>
                                        </p:attrNameLst>
                                      </p:cBhvr>
                                      <p:tavLst>
                                        <p:tav tm="0">
                                          <p:val>
                                            <p:strVal val="ppt_x"/>
                                          </p:val>
                                        </p:tav>
                                        <p:tav tm="100000">
                                          <p:val>
                                            <p:strVal val="ppt_x"/>
                                          </p:val>
                                        </p:tav>
                                      </p:tavLst>
                                    </p:anim>
                                    <p:anim calcmode="lin" valueType="num">
                                      <p:cBhvr>
                                        <p:cTn id="16" dur="1000"/>
                                        <p:tgtEl>
                                          <p:spTgt spid="4"/>
                                        </p:tgtEl>
                                        <p:attrNameLst>
                                          <p:attrName>ppt_y</p:attrName>
                                        </p:attrNameLst>
                                      </p:cBhvr>
                                      <p:tavLst>
                                        <p:tav tm="0">
                                          <p:val>
                                            <p:strVal val="ppt_y"/>
                                          </p:val>
                                        </p:tav>
                                        <p:tav tm="100000">
                                          <p:val>
                                            <p:strVal val="ppt_y+.1"/>
                                          </p:val>
                                        </p:tav>
                                      </p:tavLst>
                                    </p:anim>
                                    <p:set>
                                      <p:cBhvr>
                                        <p:cTn id="17" dur="1" fill="hold">
                                          <p:stCondLst>
                                            <p:cond delay="999"/>
                                          </p:stCondLst>
                                        </p:cTn>
                                        <p:tgtEl>
                                          <p:spTgt spid="4"/>
                                        </p:tgtEl>
                                        <p:attrNameLst>
                                          <p:attrName>style.visibility</p:attrName>
                                        </p:attrNameLst>
                                      </p:cBhvr>
                                      <p:to>
                                        <p:strVal val="hidden"/>
                                      </p:to>
                                    </p:set>
                                  </p:childTnLst>
                                </p:cTn>
                              </p:par>
                              <p:par>
                                <p:cTn id="18" presetID="42" presetClass="exit" presetSubtype="0" fill="hold" grpId="0" nodeType="withEffect">
                                  <p:stCondLst>
                                    <p:cond delay="0"/>
                                  </p:stCondLst>
                                  <p:childTnLst>
                                    <p:animEffect transition="out" filter="fade">
                                      <p:cBhvr>
                                        <p:cTn id="19" dur="1000"/>
                                        <p:tgtEl>
                                          <p:spTgt spid="5"/>
                                        </p:tgtEl>
                                      </p:cBhvr>
                                    </p:animEffect>
                                    <p:anim calcmode="lin" valueType="num">
                                      <p:cBhvr>
                                        <p:cTn id="20" dur="1000"/>
                                        <p:tgtEl>
                                          <p:spTgt spid="5"/>
                                        </p:tgtEl>
                                        <p:attrNameLst>
                                          <p:attrName>ppt_x</p:attrName>
                                        </p:attrNameLst>
                                      </p:cBhvr>
                                      <p:tavLst>
                                        <p:tav tm="0">
                                          <p:val>
                                            <p:strVal val="ppt_x"/>
                                          </p:val>
                                        </p:tav>
                                        <p:tav tm="100000">
                                          <p:val>
                                            <p:strVal val="ppt_x"/>
                                          </p:val>
                                        </p:tav>
                                      </p:tavLst>
                                    </p:anim>
                                    <p:anim calcmode="lin" valueType="num">
                                      <p:cBhvr>
                                        <p:cTn id="21" dur="1000"/>
                                        <p:tgtEl>
                                          <p:spTgt spid="5"/>
                                        </p:tgtEl>
                                        <p:attrNameLst>
                                          <p:attrName>ppt_y</p:attrName>
                                        </p:attrNameLst>
                                      </p:cBhvr>
                                      <p:tavLst>
                                        <p:tav tm="0">
                                          <p:val>
                                            <p:strVal val="ppt_y"/>
                                          </p:val>
                                        </p:tav>
                                        <p:tav tm="100000">
                                          <p:val>
                                            <p:strVal val="ppt_y+.1"/>
                                          </p:val>
                                        </p:tav>
                                      </p:tavLst>
                                    </p:anim>
                                    <p:set>
                                      <p:cBhvr>
                                        <p:cTn id="22" dur="1" fill="hold">
                                          <p:stCondLst>
                                            <p:cond delay="999"/>
                                          </p:stCondLst>
                                        </p:cTn>
                                        <p:tgtEl>
                                          <p:spTgt spid="5"/>
                                        </p:tgtEl>
                                        <p:attrNameLst>
                                          <p:attrName>style.visibility</p:attrName>
                                        </p:attrNameLst>
                                      </p:cBhvr>
                                      <p:to>
                                        <p:strVal val="hidden"/>
                                      </p:to>
                                    </p:set>
                                  </p:childTnLst>
                                </p:cTn>
                              </p:par>
                              <p:par>
                                <p:cTn id="23" presetID="42" presetClass="exit" presetSubtype="0" fill="hold" nodeType="withEffect">
                                  <p:stCondLst>
                                    <p:cond delay="0"/>
                                  </p:stCondLst>
                                  <p:childTnLst>
                                    <p:animEffect transition="out" filter="fade">
                                      <p:cBhvr>
                                        <p:cTn id="24" dur="1000"/>
                                        <p:tgtEl>
                                          <p:spTgt spid="15"/>
                                        </p:tgtEl>
                                      </p:cBhvr>
                                    </p:animEffect>
                                    <p:anim calcmode="lin" valueType="num">
                                      <p:cBhvr>
                                        <p:cTn id="25" dur="1000"/>
                                        <p:tgtEl>
                                          <p:spTgt spid="15"/>
                                        </p:tgtEl>
                                        <p:attrNameLst>
                                          <p:attrName>ppt_x</p:attrName>
                                        </p:attrNameLst>
                                      </p:cBhvr>
                                      <p:tavLst>
                                        <p:tav tm="0">
                                          <p:val>
                                            <p:strVal val="ppt_x"/>
                                          </p:val>
                                        </p:tav>
                                        <p:tav tm="100000">
                                          <p:val>
                                            <p:strVal val="ppt_x"/>
                                          </p:val>
                                        </p:tav>
                                      </p:tavLst>
                                    </p:anim>
                                    <p:anim calcmode="lin" valueType="num">
                                      <p:cBhvr>
                                        <p:cTn id="26" dur="1000"/>
                                        <p:tgtEl>
                                          <p:spTgt spid="15"/>
                                        </p:tgtEl>
                                        <p:attrNameLst>
                                          <p:attrName>ppt_y</p:attrName>
                                        </p:attrNameLst>
                                      </p:cBhvr>
                                      <p:tavLst>
                                        <p:tav tm="0">
                                          <p:val>
                                            <p:strVal val="ppt_y"/>
                                          </p:val>
                                        </p:tav>
                                        <p:tav tm="100000">
                                          <p:val>
                                            <p:strVal val="ppt_y+.1"/>
                                          </p:val>
                                        </p:tav>
                                      </p:tavLst>
                                    </p:anim>
                                    <p:set>
                                      <p:cBhvr>
                                        <p:cTn id="27" dur="1" fill="hold">
                                          <p:stCondLst>
                                            <p:cond delay="999"/>
                                          </p:stCondLst>
                                        </p:cTn>
                                        <p:tgtEl>
                                          <p:spTgt spid="15"/>
                                        </p:tgtEl>
                                        <p:attrNameLst>
                                          <p:attrName>style.visibility</p:attrName>
                                        </p:attrNameLst>
                                      </p:cBhvr>
                                      <p:to>
                                        <p:strVal val="hidden"/>
                                      </p:to>
                                    </p:set>
                                  </p:childTnLst>
                                </p:cTn>
                              </p:par>
                              <p:par>
                                <p:cTn id="28" presetID="42" presetClass="exit" presetSubtype="0" fill="hold" grpId="2" nodeType="withEffect">
                                  <p:stCondLst>
                                    <p:cond delay="0"/>
                                  </p:stCondLst>
                                  <p:childTnLst>
                                    <p:animEffect transition="out" filter="fade">
                                      <p:cBhvr>
                                        <p:cTn id="29" dur="1000"/>
                                        <p:tgtEl>
                                          <p:spTgt spid="7"/>
                                        </p:tgtEl>
                                      </p:cBhvr>
                                    </p:animEffect>
                                    <p:anim calcmode="lin" valueType="num">
                                      <p:cBhvr>
                                        <p:cTn id="30" dur="1000"/>
                                        <p:tgtEl>
                                          <p:spTgt spid="7"/>
                                        </p:tgtEl>
                                        <p:attrNameLst>
                                          <p:attrName>ppt_x</p:attrName>
                                        </p:attrNameLst>
                                      </p:cBhvr>
                                      <p:tavLst>
                                        <p:tav tm="0">
                                          <p:val>
                                            <p:strVal val="ppt_x"/>
                                          </p:val>
                                        </p:tav>
                                        <p:tav tm="100000">
                                          <p:val>
                                            <p:strVal val="ppt_x"/>
                                          </p:val>
                                        </p:tav>
                                      </p:tavLst>
                                    </p:anim>
                                    <p:anim calcmode="lin" valueType="num">
                                      <p:cBhvr>
                                        <p:cTn id="31" dur="1000"/>
                                        <p:tgtEl>
                                          <p:spTgt spid="7"/>
                                        </p:tgtEl>
                                        <p:attrNameLst>
                                          <p:attrName>ppt_y</p:attrName>
                                        </p:attrNameLst>
                                      </p:cBhvr>
                                      <p:tavLst>
                                        <p:tav tm="0">
                                          <p:val>
                                            <p:strVal val="ppt_y"/>
                                          </p:val>
                                        </p:tav>
                                        <p:tav tm="100000">
                                          <p:val>
                                            <p:strVal val="ppt_y+.1"/>
                                          </p:val>
                                        </p:tav>
                                      </p:tavLst>
                                    </p:anim>
                                    <p:set>
                                      <p:cBhvr>
                                        <p:cTn id="32" dur="1" fill="hold">
                                          <p:stCondLst>
                                            <p:cond delay="999"/>
                                          </p:stCondLst>
                                        </p:cTn>
                                        <p:tgtEl>
                                          <p:spTgt spid="7"/>
                                        </p:tgtEl>
                                        <p:attrNameLst>
                                          <p:attrName>style.visibility</p:attrName>
                                        </p:attrNameLst>
                                      </p:cBhvr>
                                      <p:to>
                                        <p:strVal val="hidden"/>
                                      </p:to>
                                    </p:set>
                                  </p:childTnLst>
                                </p:cTn>
                              </p:par>
                            </p:childTnLst>
                          </p:cTn>
                        </p:par>
                        <p:par>
                          <p:cTn id="33" fill="hold">
                            <p:stCondLst>
                              <p:cond delay="1000"/>
                            </p:stCondLst>
                            <p:childTnLst>
                              <p:par>
                                <p:cTn id="34" presetID="42" presetClass="entr" presetSubtype="0" fill="hold" grpId="0" nodeType="afterEffect">
                                  <p:stCondLst>
                                    <p:cond delay="0"/>
                                  </p:stCondLst>
                                  <p:childTnLst>
                                    <p:set>
                                      <p:cBhvr>
                                        <p:cTn id="35" dur="1" fill="hold">
                                          <p:stCondLst>
                                            <p:cond delay="0"/>
                                          </p:stCondLst>
                                        </p:cTn>
                                        <p:tgtEl>
                                          <p:spTgt spid="18"/>
                                        </p:tgtEl>
                                        <p:attrNameLst>
                                          <p:attrName>style.visibility</p:attrName>
                                        </p:attrNameLst>
                                      </p:cBhvr>
                                      <p:to>
                                        <p:strVal val="visible"/>
                                      </p:to>
                                    </p:set>
                                    <p:animEffect transition="in" filter="fade">
                                      <p:cBhvr>
                                        <p:cTn id="36" dur="1000"/>
                                        <p:tgtEl>
                                          <p:spTgt spid="18"/>
                                        </p:tgtEl>
                                      </p:cBhvr>
                                    </p:animEffect>
                                    <p:anim calcmode="lin" valueType="num">
                                      <p:cBhvr>
                                        <p:cTn id="37" dur="1000" fill="hold"/>
                                        <p:tgtEl>
                                          <p:spTgt spid="18"/>
                                        </p:tgtEl>
                                        <p:attrNameLst>
                                          <p:attrName>ppt_x</p:attrName>
                                        </p:attrNameLst>
                                      </p:cBhvr>
                                      <p:tavLst>
                                        <p:tav tm="0">
                                          <p:val>
                                            <p:strVal val="#ppt_x"/>
                                          </p:val>
                                        </p:tav>
                                        <p:tav tm="100000">
                                          <p:val>
                                            <p:strVal val="#ppt_x"/>
                                          </p:val>
                                        </p:tav>
                                      </p:tavLst>
                                    </p:anim>
                                    <p:anim calcmode="lin" valueType="num">
                                      <p:cBhvr>
                                        <p:cTn id="38" dur="1000" fill="hold"/>
                                        <p:tgtEl>
                                          <p:spTgt spid="18"/>
                                        </p:tgtEl>
                                        <p:attrNameLst>
                                          <p:attrName>ppt_y</p:attrName>
                                        </p:attrNameLst>
                                      </p:cBhvr>
                                      <p:tavLst>
                                        <p:tav tm="0">
                                          <p:val>
                                            <p:strVal val="#ppt_y+.1"/>
                                          </p:val>
                                        </p:tav>
                                        <p:tav tm="100000">
                                          <p:val>
                                            <p:strVal val="#ppt_y"/>
                                          </p:val>
                                        </p:tav>
                                      </p:tavLst>
                                    </p:anim>
                                  </p:childTnLst>
                                </p:cTn>
                              </p:par>
                              <p:par>
                                <p:cTn id="39" presetID="42" presetClass="entr" presetSubtype="0" fill="hold" grpId="0" nodeType="withEffect">
                                  <p:stCondLst>
                                    <p:cond delay="0"/>
                                  </p:stCondLst>
                                  <p:childTnLst>
                                    <p:set>
                                      <p:cBhvr>
                                        <p:cTn id="40" dur="1" fill="hold">
                                          <p:stCondLst>
                                            <p:cond delay="0"/>
                                          </p:stCondLst>
                                        </p:cTn>
                                        <p:tgtEl>
                                          <p:spTgt spid="19"/>
                                        </p:tgtEl>
                                        <p:attrNameLst>
                                          <p:attrName>style.visibility</p:attrName>
                                        </p:attrNameLst>
                                      </p:cBhvr>
                                      <p:to>
                                        <p:strVal val="visible"/>
                                      </p:to>
                                    </p:set>
                                    <p:animEffect transition="in" filter="fade">
                                      <p:cBhvr>
                                        <p:cTn id="41" dur="1000"/>
                                        <p:tgtEl>
                                          <p:spTgt spid="19"/>
                                        </p:tgtEl>
                                      </p:cBhvr>
                                    </p:animEffect>
                                    <p:anim calcmode="lin" valueType="num">
                                      <p:cBhvr>
                                        <p:cTn id="42" dur="1000" fill="hold"/>
                                        <p:tgtEl>
                                          <p:spTgt spid="19"/>
                                        </p:tgtEl>
                                        <p:attrNameLst>
                                          <p:attrName>ppt_x</p:attrName>
                                        </p:attrNameLst>
                                      </p:cBhvr>
                                      <p:tavLst>
                                        <p:tav tm="0">
                                          <p:val>
                                            <p:strVal val="#ppt_x"/>
                                          </p:val>
                                        </p:tav>
                                        <p:tav tm="100000">
                                          <p:val>
                                            <p:strVal val="#ppt_x"/>
                                          </p:val>
                                        </p:tav>
                                      </p:tavLst>
                                    </p:anim>
                                    <p:anim calcmode="lin" valueType="num">
                                      <p:cBhvr>
                                        <p:cTn id="43" dur="1000" fill="hold"/>
                                        <p:tgtEl>
                                          <p:spTgt spid="19"/>
                                        </p:tgtEl>
                                        <p:attrNameLst>
                                          <p:attrName>ppt_y</p:attrName>
                                        </p:attrNameLst>
                                      </p:cBhvr>
                                      <p:tavLst>
                                        <p:tav tm="0">
                                          <p:val>
                                            <p:strVal val="#ppt_y+.1"/>
                                          </p:val>
                                        </p:tav>
                                        <p:tav tm="100000">
                                          <p:val>
                                            <p:strVal val="#ppt_y"/>
                                          </p:val>
                                        </p:tav>
                                      </p:tavLst>
                                    </p:anim>
                                  </p:childTnLst>
                                </p:cTn>
                              </p:par>
                              <p:par>
                                <p:cTn id="44" presetID="42" presetClass="entr" presetSubtype="0" fill="hold" nodeType="withEffect">
                                  <p:stCondLst>
                                    <p:cond delay="0"/>
                                  </p:stCondLst>
                                  <p:childTnLst>
                                    <p:set>
                                      <p:cBhvr>
                                        <p:cTn id="45" dur="1" fill="hold">
                                          <p:stCondLst>
                                            <p:cond delay="0"/>
                                          </p:stCondLst>
                                        </p:cTn>
                                        <p:tgtEl>
                                          <p:spTgt spid="20"/>
                                        </p:tgtEl>
                                        <p:attrNameLst>
                                          <p:attrName>style.visibility</p:attrName>
                                        </p:attrNameLst>
                                      </p:cBhvr>
                                      <p:to>
                                        <p:strVal val="visible"/>
                                      </p:to>
                                    </p:set>
                                    <p:animEffect transition="in" filter="fade">
                                      <p:cBhvr>
                                        <p:cTn id="46" dur="1000"/>
                                        <p:tgtEl>
                                          <p:spTgt spid="20"/>
                                        </p:tgtEl>
                                      </p:cBhvr>
                                    </p:animEffect>
                                    <p:anim calcmode="lin" valueType="num">
                                      <p:cBhvr>
                                        <p:cTn id="47" dur="1000" fill="hold"/>
                                        <p:tgtEl>
                                          <p:spTgt spid="20"/>
                                        </p:tgtEl>
                                        <p:attrNameLst>
                                          <p:attrName>ppt_x</p:attrName>
                                        </p:attrNameLst>
                                      </p:cBhvr>
                                      <p:tavLst>
                                        <p:tav tm="0">
                                          <p:val>
                                            <p:strVal val="#ppt_x"/>
                                          </p:val>
                                        </p:tav>
                                        <p:tav tm="100000">
                                          <p:val>
                                            <p:strVal val="#ppt_x"/>
                                          </p:val>
                                        </p:tav>
                                      </p:tavLst>
                                    </p:anim>
                                    <p:anim calcmode="lin" valueType="num">
                                      <p:cBhvr>
                                        <p:cTn id="48" dur="1000" fill="hold"/>
                                        <p:tgtEl>
                                          <p:spTgt spid="20"/>
                                        </p:tgtEl>
                                        <p:attrNameLst>
                                          <p:attrName>ppt_y</p:attrName>
                                        </p:attrNameLst>
                                      </p:cBhvr>
                                      <p:tavLst>
                                        <p:tav tm="0">
                                          <p:val>
                                            <p:strVal val="#ppt_y+.1"/>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18" grpId="0" animBg="1"/>
      <p:bldP spid="19" grpId="0" animBg="1"/>
      <p:bldP spid="7" grpId="0" animBg="1"/>
      <p:bldP spid="7" grpId="1" animBg="1"/>
      <p:bldP spid="7" grpId="2"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Services – Stable network endpoints</a:t>
            </a:r>
          </a:p>
        </p:txBody>
      </p:sp>
      <p:grpSp>
        <p:nvGrpSpPr>
          <p:cNvPr id="8" name="Group 7">
            <a:extLst>
              <a:ext uri="{FF2B5EF4-FFF2-40B4-BE49-F238E27FC236}">
                <a16:creationId xmlns:a16="http://schemas.microsoft.com/office/drawing/2014/main" id="{15144149-BD31-41FA-AD2F-1665F463BEB2}"/>
              </a:ext>
            </a:extLst>
          </p:cNvPr>
          <p:cNvGrpSpPr/>
          <p:nvPr/>
        </p:nvGrpSpPr>
        <p:grpSpPr>
          <a:xfrm>
            <a:off x="2084293" y="3715608"/>
            <a:ext cx="2695507" cy="2457124"/>
            <a:chOff x="1196789" y="3390962"/>
            <a:chExt cx="2977894" cy="2714538"/>
          </a:xfrm>
        </p:grpSpPr>
        <p:sp>
          <p:nvSpPr>
            <p:cNvPr id="4" name="Rectangle 3"/>
            <p:cNvSpPr/>
            <p:nvPr/>
          </p:nvSpPr>
          <p:spPr bwMode="gray">
            <a:xfrm>
              <a:off x="1573306" y="3633266"/>
              <a:ext cx="2601377" cy="773906"/>
            </a:xfrm>
            <a:prstGeom prst="rect">
              <a:avLst/>
            </a:prstGeom>
            <a:solidFill>
              <a:schemeClr val="tx2"/>
            </a:solidFill>
            <a:ln>
              <a:headEnd/>
              <a:tailEnd/>
            </a:ln>
          </p:spPr>
          <p:style>
            <a:lnRef idx="2">
              <a:schemeClr val="accent2">
                <a:shade val="50000"/>
              </a:schemeClr>
            </a:lnRef>
            <a:fillRef idx="1">
              <a:schemeClr val="accent2"/>
            </a:fillRef>
            <a:effectRef idx="0">
              <a:schemeClr val="accent2"/>
            </a:effectRef>
            <a:fontRef idx="minor">
              <a:schemeClr val="lt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de-DE" sz="1600" kern="0" dirty="0" err="1">
                  <a:solidFill>
                    <a:sysClr val="windowText" lastClr="000000"/>
                  </a:solidFill>
                  <a:ea typeface="Arial Unicode MS" pitchFamily="34" charset="-128"/>
                  <a:cs typeface="Arial Unicode MS" pitchFamily="34" charset="-128"/>
                </a:rPr>
                <a:t>Pod</a:t>
              </a:r>
              <a:r>
                <a:rPr lang="de-DE" sz="1600" kern="0" dirty="0">
                  <a:solidFill>
                    <a:sysClr val="windowText" lastClr="000000"/>
                  </a:solidFill>
                  <a:ea typeface="Arial Unicode MS" pitchFamily="34" charset="-128"/>
                  <a:cs typeface="Arial Unicode MS" pitchFamily="34" charset="-128"/>
                </a:rPr>
                <a:t>-Name: </a:t>
              </a:r>
              <a:r>
                <a:rPr lang="de-DE" sz="1600" b="1" kern="0" dirty="0" err="1">
                  <a:solidFill>
                    <a:sysClr val="windowText" lastClr="000000"/>
                  </a:solidFill>
                  <a:ea typeface="Arial Unicode MS" pitchFamily="34" charset="-128"/>
                  <a:cs typeface="Arial Unicode MS" pitchFamily="34" charset="-128"/>
                </a:rPr>
                <a:t>nasty-koopa</a:t>
              </a:r>
              <a:endParaRPr kumimoji="0" lang="de-DE" sz="1600" b="1" i="0" u="none" strike="noStrike" kern="0" cap="none" spc="0" normalizeH="0" baseline="0" noProof="0" dirty="0">
                <a:ln>
                  <a:noFill/>
                </a:ln>
                <a:solidFill>
                  <a:sysClr val="windowText" lastClr="000000"/>
                </a:solidFill>
                <a:effectLst/>
                <a:uLnTx/>
                <a:uFillTx/>
                <a:ea typeface="Arial Unicode MS" pitchFamily="34" charset="-128"/>
                <a:cs typeface="Arial Unicode MS" pitchFamily="34" charset="-128"/>
              </a:endParaRPr>
            </a:p>
          </p:txBody>
        </p:sp>
        <p:sp>
          <p:nvSpPr>
            <p:cNvPr id="5" name="Rectangle 4"/>
            <p:cNvSpPr/>
            <p:nvPr/>
          </p:nvSpPr>
          <p:spPr bwMode="gray">
            <a:xfrm>
              <a:off x="1196789" y="3390962"/>
              <a:ext cx="1998220" cy="365760"/>
            </a:xfrm>
            <a:prstGeom prst="rect">
              <a:avLst/>
            </a:prstGeom>
            <a:ln>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ctr"/>
            <a:lstStyle/>
            <a:p>
              <a:pPr algn="ctr" defTabSz="914400" fontAlgn="base">
                <a:spcBef>
                  <a:spcPct val="50000"/>
                </a:spcBef>
                <a:spcAft>
                  <a:spcPct val="0"/>
                </a:spcAft>
                <a:buClr>
                  <a:srgbClr val="F0AB00"/>
                </a:buClr>
                <a:buSzPct val="80000"/>
              </a:pPr>
              <a:r>
                <a:rPr lang="en-US" sz="1800" kern="0" dirty="0">
                  <a:ea typeface="Arial Unicode MS" pitchFamily="34" charset="-128"/>
                  <a:cs typeface="Arial Unicode MS" pitchFamily="34" charset="-128"/>
                </a:rPr>
                <a:t>IP: 10.10.20.</a:t>
              </a:r>
              <a:r>
                <a:rPr lang="en-US" sz="1800" b="1" kern="0" dirty="0">
                  <a:ea typeface="Arial Unicode MS" pitchFamily="34" charset="-128"/>
                  <a:cs typeface="Arial Unicode MS" pitchFamily="34" charset="-128"/>
                </a:rPr>
                <a:t>23</a:t>
              </a:r>
              <a:endParaRPr kumimoji="0" lang="de-DE" sz="1800" b="1" i="0" u="none" strike="noStrike" kern="0" cap="none" spc="0" normalizeH="0" baseline="0" noProof="0" dirty="0">
                <a:ln>
                  <a:noFill/>
                </a:ln>
                <a:effectLst/>
                <a:uLnTx/>
                <a:uFillTx/>
                <a:ea typeface="Arial Unicode MS" pitchFamily="34" charset="-128"/>
                <a:cs typeface="Arial Unicode MS" pitchFamily="34" charset="-128"/>
              </a:endParaRPr>
            </a:p>
          </p:txBody>
        </p:sp>
        <p:pic>
          <p:nvPicPr>
            <p:cNvPr id="15" name="Picture 2" descr="https://vignette.wikia.nocookie.net/nintendo/images/8/83/KoopaNSMB.png/revision/latest?cb=20110724132501&amp;path-prefix=en">
              <a:extLst>
                <a:ext uri="{FF2B5EF4-FFF2-40B4-BE49-F238E27FC236}">
                  <a16:creationId xmlns:a16="http://schemas.microsoft.com/office/drawing/2014/main" id="{A3E03BF7-047D-41A3-AEF2-AFD5868AA2A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82498" y="4474528"/>
              <a:ext cx="1025020" cy="1630972"/>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6" name="Group 5">
            <a:extLst>
              <a:ext uri="{FF2B5EF4-FFF2-40B4-BE49-F238E27FC236}">
                <a16:creationId xmlns:a16="http://schemas.microsoft.com/office/drawing/2014/main" id="{526C6BE8-7277-4404-848A-F6B084B0CBF8}"/>
              </a:ext>
            </a:extLst>
          </p:cNvPr>
          <p:cNvGrpSpPr/>
          <p:nvPr/>
        </p:nvGrpSpPr>
        <p:grpSpPr>
          <a:xfrm>
            <a:off x="7422287" y="3715608"/>
            <a:ext cx="2695507" cy="2457124"/>
            <a:chOff x="6534783" y="3390962"/>
            <a:chExt cx="2977894" cy="2714538"/>
          </a:xfrm>
        </p:grpSpPr>
        <p:sp>
          <p:nvSpPr>
            <p:cNvPr id="18" name="Rectangle 17">
              <a:extLst>
                <a:ext uri="{FF2B5EF4-FFF2-40B4-BE49-F238E27FC236}">
                  <a16:creationId xmlns:a16="http://schemas.microsoft.com/office/drawing/2014/main" id="{3516C6CF-B9EC-497E-8BEE-5B0FCFD4B99F}"/>
                </a:ext>
              </a:extLst>
            </p:cNvPr>
            <p:cNvSpPr/>
            <p:nvPr/>
          </p:nvSpPr>
          <p:spPr bwMode="gray">
            <a:xfrm>
              <a:off x="6911300" y="3633266"/>
              <a:ext cx="2601377" cy="773906"/>
            </a:xfrm>
            <a:prstGeom prst="rect">
              <a:avLst/>
            </a:prstGeom>
            <a:solidFill>
              <a:schemeClr val="tx2"/>
            </a:solidFill>
            <a:ln>
              <a:headEnd/>
              <a:tailEnd/>
            </a:ln>
          </p:spPr>
          <p:style>
            <a:lnRef idx="2">
              <a:schemeClr val="accent2">
                <a:shade val="50000"/>
              </a:schemeClr>
            </a:lnRef>
            <a:fillRef idx="1">
              <a:schemeClr val="accent2"/>
            </a:fillRef>
            <a:effectRef idx="0">
              <a:schemeClr val="accent2"/>
            </a:effectRef>
            <a:fontRef idx="minor">
              <a:schemeClr val="lt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de-DE" sz="1600" kern="0" dirty="0" err="1">
                  <a:solidFill>
                    <a:sysClr val="windowText" lastClr="000000"/>
                  </a:solidFill>
                  <a:ea typeface="Arial Unicode MS" pitchFamily="34" charset="-128"/>
                  <a:cs typeface="Arial Unicode MS" pitchFamily="34" charset="-128"/>
                </a:rPr>
                <a:t>Pod</a:t>
              </a:r>
              <a:r>
                <a:rPr lang="de-DE" sz="1600" kern="0" dirty="0">
                  <a:solidFill>
                    <a:sysClr val="windowText" lastClr="000000"/>
                  </a:solidFill>
                  <a:ea typeface="Arial Unicode MS" pitchFamily="34" charset="-128"/>
                  <a:cs typeface="Arial Unicode MS" pitchFamily="34" charset="-128"/>
                </a:rPr>
                <a:t>-Name: </a:t>
              </a:r>
              <a:r>
                <a:rPr lang="de-DE" sz="1600" b="1" kern="0" dirty="0" err="1">
                  <a:solidFill>
                    <a:sysClr val="windowText" lastClr="000000"/>
                  </a:solidFill>
                  <a:ea typeface="Arial Unicode MS" pitchFamily="34" charset="-128"/>
                  <a:cs typeface="Arial Unicode MS" pitchFamily="34" charset="-128"/>
                </a:rPr>
                <a:t>evil-koopa</a:t>
              </a:r>
              <a:endParaRPr kumimoji="0" lang="de-DE" sz="1600" b="1" i="0" u="none" strike="noStrike" kern="0" cap="none" spc="0" normalizeH="0" baseline="0" noProof="0" dirty="0">
                <a:ln>
                  <a:noFill/>
                </a:ln>
                <a:solidFill>
                  <a:sysClr val="windowText" lastClr="000000"/>
                </a:solidFill>
                <a:effectLst/>
                <a:uLnTx/>
                <a:uFillTx/>
                <a:ea typeface="Arial Unicode MS" pitchFamily="34" charset="-128"/>
                <a:cs typeface="Arial Unicode MS" pitchFamily="34" charset="-128"/>
              </a:endParaRPr>
            </a:p>
          </p:txBody>
        </p:sp>
        <p:sp>
          <p:nvSpPr>
            <p:cNvPr id="19" name="Rectangle 18">
              <a:extLst>
                <a:ext uri="{FF2B5EF4-FFF2-40B4-BE49-F238E27FC236}">
                  <a16:creationId xmlns:a16="http://schemas.microsoft.com/office/drawing/2014/main" id="{AE42718A-46FF-414E-ADB9-9B0E046D7693}"/>
                </a:ext>
              </a:extLst>
            </p:cNvPr>
            <p:cNvSpPr/>
            <p:nvPr/>
          </p:nvSpPr>
          <p:spPr bwMode="gray">
            <a:xfrm>
              <a:off x="6534783" y="3390962"/>
              <a:ext cx="1998220" cy="365760"/>
            </a:xfrm>
            <a:prstGeom prst="rect">
              <a:avLst/>
            </a:prstGeom>
            <a:ln>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ctr"/>
            <a:lstStyle/>
            <a:p>
              <a:pPr algn="ctr" defTabSz="914400" fontAlgn="base">
                <a:spcBef>
                  <a:spcPct val="50000"/>
                </a:spcBef>
                <a:spcAft>
                  <a:spcPct val="0"/>
                </a:spcAft>
                <a:buClr>
                  <a:srgbClr val="F0AB00"/>
                </a:buClr>
                <a:buSzPct val="80000"/>
              </a:pPr>
              <a:r>
                <a:rPr lang="en-US" sz="1800" kern="0" dirty="0">
                  <a:ea typeface="Arial Unicode MS" pitchFamily="34" charset="-128"/>
                  <a:cs typeface="Arial Unicode MS" pitchFamily="34" charset="-128"/>
                </a:rPr>
                <a:t>IP: 10.10.20.</a:t>
              </a:r>
              <a:r>
                <a:rPr lang="en-US" sz="1800" b="1" kern="0" dirty="0">
                  <a:ea typeface="Arial Unicode MS" pitchFamily="34" charset="-128"/>
                  <a:cs typeface="Arial Unicode MS" pitchFamily="34" charset="-128"/>
                </a:rPr>
                <a:t>42</a:t>
              </a:r>
              <a:endParaRPr kumimoji="0" lang="de-DE" sz="1800" b="1" i="0" u="none" strike="noStrike" kern="0" cap="none" spc="0" normalizeH="0" baseline="0" noProof="0" dirty="0">
                <a:ln>
                  <a:noFill/>
                </a:ln>
                <a:effectLst/>
                <a:uLnTx/>
                <a:uFillTx/>
                <a:ea typeface="Arial Unicode MS" pitchFamily="34" charset="-128"/>
                <a:cs typeface="Arial Unicode MS" pitchFamily="34" charset="-128"/>
              </a:endParaRPr>
            </a:p>
          </p:txBody>
        </p:sp>
        <p:pic>
          <p:nvPicPr>
            <p:cNvPr id="20" name="Picture 2" descr="https://vignette.wikia.nocookie.net/nintendo/images/8/83/KoopaNSMB.png/revision/latest?cb=20110724132501&amp;path-prefix=en">
              <a:extLst>
                <a:ext uri="{FF2B5EF4-FFF2-40B4-BE49-F238E27FC236}">
                  <a16:creationId xmlns:a16="http://schemas.microsoft.com/office/drawing/2014/main" id="{86DACA72-203D-483F-B13C-5400F8529C0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20492" y="4474528"/>
              <a:ext cx="1025020" cy="1630972"/>
            </a:xfrm>
            <a:prstGeom prst="rect">
              <a:avLst/>
            </a:prstGeom>
            <a:noFill/>
            <a:extLst>
              <a:ext uri="{909E8E84-426E-40DD-AFC4-6F175D3DCCD1}">
                <a14:hiddenFill xmlns:a14="http://schemas.microsoft.com/office/drawing/2010/main">
                  <a:solidFill>
                    <a:srgbClr val="FFFFFF"/>
                  </a:solidFill>
                </a14:hiddenFill>
              </a:ext>
            </a:extLst>
          </p:spPr>
        </p:pic>
      </p:grpSp>
      <p:sp>
        <p:nvSpPr>
          <p:cNvPr id="7" name="Multiplication Sign 6">
            <a:extLst>
              <a:ext uri="{FF2B5EF4-FFF2-40B4-BE49-F238E27FC236}">
                <a16:creationId xmlns:a16="http://schemas.microsoft.com/office/drawing/2014/main" id="{D0435775-5342-45BC-A144-EFE5CD3F7C99}"/>
              </a:ext>
            </a:extLst>
          </p:cNvPr>
          <p:cNvSpPr/>
          <p:nvPr/>
        </p:nvSpPr>
        <p:spPr bwMode="gray">
          <a:xfrm>
            <a:off x="1670379" y="3072272"/>
            <a:ext cx="3898828" cy="3898828"/>
          </a:xfrm>
          <a:prstGeom prst="mathMultiply">
            <a:avLst>
              <a:gd name="adj1" fmla="val 13173"/>
            </a:avLst>
          </a:prstGeom>
          <a:solidFill>
            <a:srgbClr val="FF0000"/>
          </a:solidFill>
          <a:ln w="6350" algn="ctr">
            <a:solidFill>
              <a:schemeClr val="tx1"/>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8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3" name="Rectangle 2">
            <a:extLst>
              <a:ext uri="{FF2B5EF4-FFF2-40B4-BE49-F238E27FC236}">
                <a16:creationId xmlns:a16="http://schemas.microsoft.com/office/drawing/2014/main" id="{515F99F9-BC4C-42EC-85D8-3581EAE3B890}"/>
              </a:ext>
            </a:extLst>
          </p:cNvPr>
          <p:cNvSpPr/>
          <p:nvPr/>
        </p:nvSpPr>
        <p:spPr bwMode="gray">
          <a:xfrm>
            <a:off x="3506454" y="2637162"/>
            <a:ext cx="4373074" cy="700518"/>
          </a:xfrm>
          <a:prstGeom prst="rect">
            <a:avLst/>
          </a:prstGeom>
          <a:solidFill>
            <a:schemeClr val="accent3">
              <a:lumMod val="50000"/>
            </a:schemeClr>
          </a:solidFill>
          <a:ln w="6350" algn="ctr">
            <a:solidFill>
              <a:schemeClr val="bg1"/>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800" b="1" i="0" u="none" strike="noStrike" kern="0" cap="none" spc="0" normalizeH="0" baseline="0" noProof="0" dirty="0">
                <a:ln>
                  <a:noFill/>
                </a:ln>
                <a:solidFill>
                  <a:schemeClr val="bg1"/>
                </a:solidFill>
                <a:effectLst/>
                <a:uLnTx/>
                <a:uFillTx/>
                <a:ea typeface="Arial Unicode MS" pitchFamily="34" charset="-128"/>
                <a:cs typeface="Arial Unicode MS" pitchFamily="34" charset="-128"/>
              </a:rPr>
              <a:t>Service</a:t>
            </a:r>
            <a:br>
              <a:rPr kumimoji="0" lang="en-US" sz="1800" b="1" i="0" u="none" strike="noStrike" kern="0" cap="none" spc="0" normalizeH="0" baseline="0" noProof="0" dirty="0">
                <a:ln>
                  <a:noFill/>
                </a:ln>
                <a:solidFill>
                  <a:schemeClr val="bg1"/>
                </a:solidFill>
                <a:effectLst/>
                <a:uLnTx/>
                <a:uFillTx/>
                <a:ea typeface="Arial Unicode MS" pitchFamily="34" charset="-128"/>
                <a:cs typeface="Arial Unicode MS" pitchFamily="34" charset="-128"/>
              </a:rPr>
            </a:br>
            <a:r>
              <a:rPr lang="en-US" sz="1800" kern="0" dirty="0">
                <a:solidFill>
                  <a:schemeClr val="bg1"/>
                </a:solidFill>
                <a:ea typeface="Arial Unicode MS" pitchFamily="34" charset="-128"/>
                <a:cs typeface="Arial Unicode MS" pitchFamily="34" charset="-128"/>
              </a:rPr>
              <a:t>Name: </a:t>
            </a:r>
            <a:r>
              <a:rPr lang="en-US" sz="1800" b="1" kern="0" dirty="0" err="1">
                <a:solidFill>
                  <a:schemeClr val="bg1"/>
                </a:solidFill>
                <a:ea typeface="Arial Unicode MS" pitchFamily="34" charset="-128"/>
                <a:cs typeface="Arial Unicode MS" pitchFamily="34" charset="-128"/>
              </a:rPr>
              <a:t>koopa</a:t>
            </a:r>
            <a:r>
              <a:rPr lang="en-US" sz="1800" b="1" kern="0" dirty="0">
                <a:solidFill>
                  <a:schemeClr val="bg1"/>
                </a:solidFill>
                <a:ea typeface="Arial Unicode MS" pitchFamily="34" charset="-128"/>
                <a:cs typeface="Arial Unicode MS" pitchFamily="34" charset="-128"/>
              </a:rPr>
              <a:t>-service</a:t>
            </a:r>
            <a:endParaRPr kumimoji="0" lang="en-US" sz="1800" b="1" i="0" u="none" strike="noStrike" kern="0" cap="none" spc="0" normalizeH="0" baseline="0" noProof="0" dirty="0">
              <a:ln>
                <a:noFill/>
              </a:ln>
              <a:solidFill>
                <a:schemeClr val="bg1"/>
              </a:solidFill>
              <a:effectLst/>
              <a:uLnTx/>
              <a:uFillTx/>
              <a:ea typeface="Arial Unicode MS" pitchFamily="34" charset="-128"/>
              <a:cs typeface="Arial Unicode MS" pitchFamily="34" charset="-128"/>
            </a:endParaRPr>
          </a:p>
        </p:txBody>
      </p:sp>
      <p:sp>
        <p:nvSpPr>
          <p:cNvPr id="14" name="Arrow: Bent 13">
            <a:extLst>
              <a:ext uri="{FF2B5EF4-FFF2-40B4-BE49-F238E27FC236}">
                <a16:creationId xmlns:a16="http://schemas.microsoft.com/office/drawing/2014/main" id="{7C7B11AE-57B9-4432-9473-81FD0EAA581B}"/>
              </a:ext>
            </a:extLst>
          </p:cNvPr>
          <p:cNvSpPr/>
          <p:nvPr/>
        </p:nvSpPr>
        <p:spPr bwMode="gray">
          <a:xfrm rot="16200000" flipH="1">
            <a:off x="2709955" y="2858294"/>
            <a:ext cx="759797" cy="833201"/>
          </a:xfrm>
          <a:prstGeom prst="bentArrow">
            <a:avLst>
              <a:gd name="adj1" fmla="val 21745"/>
              <a:gd name="adj2" fmla="val 23069"/>
              <a:gd name="adj3" fmla="val 17711"/>
              <a:gd name="adj4" fmla="val 30388"/>
            </a:avLst>
          </a:prstGeom>
          <a:solidFill>
            <a:schemeClr val="accent3">
              <a:lumMod val="75000"/>
            </a:schemeClr>
          </a:solidFill>
          <a:ln w="6350" algn="ctr">
            <a:solidFill>
              <a:schemeClr val="tx1"/>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8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17" name="Arrow: Bent 16">
            <a:extLst>
              <a:ext uri="{FF2B5EF4-FFF2-40B4-BE49-F238E27FC236}">
                <a16:creationId xmlns:a16="http://schemas.microsoft.com/office/drawing/2014/main" id="{9645930A-9928-49CE-844A-CDE81A5F4DBA}"/>
              </a:ext>
            </a:extLst>
          </p:cNvPr>
          <p:cNvSpPr/>
          <p:nvPr/>
        </p:nvSpPr>
        <p:spPr bwMode="gray">
          <a:xfrm rot="5400000">
            <a:off x="7909570" y="2854071"/>
            <a:ext cx="759797" cy="833200"/>
          </a:xfrm>
          <a:prstGeom prst="bentArrow">
            <a:avLst>
              <a:gd name="adj1" fmla="val 21745"/>
              <a:gd name="adj2" fmla="val 23069"/>
              <a:gd name="adj3" fmla="val 17711"/>
              <a:gd name="adj4" fmla="val 30388"/>
            </a:avLst>
          </a:prstGeom>
          <a:solidFill>
            <a:schemeClr val="accent3">
              <a:lumMod val="75000"/>
            </a:schemeClr>
          </a:solidFill>
          <a:ln w="6350" algn="ctr">
            <a:solidFill>
              <a:schemeClr val="tx1"/>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8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10" name="Arrow: Down 9">
            <a:extLst>
              <a:ext uri="{FF2B5EF4-FFF2-40B4-BE49-F238E27FC236}">
                <a16:creationId xmlns:a16="http://schemas.microsoft.com/office/drawing/2014/main" id="{52311CEE-F051-458E-9F9F-EEB00618F36C}"/>
              </a:ext>
            </a:extLst>
          </p:cNvPr>
          <p:cNvSpPr/>
          <p:nvPr/>
        </p:nvSpPr>
        <p:spPr bwMode="gray">
          <a:xfrm>
            <a:off x="5329920" y="2136758"/>
            <a:ext cx="726141" cy="496220"/>
          </a:xfrm>
          <a:prstGeom prst="downArrow">
            <a:avLst/>
          </a:prstGeom>
          <a:solidFill>
            <a:schemeClr val="accent3">
              <a:lumMod val="75000"/>
            </a:schemeClr>
          </a:solidFill>
          <a:ln w="6350" algn="ctr">
            <a:solidFill>
              <a:schemeClr val="tx1"/>
            </a:solidFill>
            <a:miter lim="800000"/>
            <a:headEnd/>
            <a:tailEnd/>
          </a:ln>
        </p:spPr>
        <p:txBody>
          <a:bodyPr lIns="90000" tIns="72000" rIns="90000" bIns="72000" rtlCol="0" anchor="ctr"/>
          <a:lstStyle/>
          <a:p>
            <a:pPr algn="ctr" defTabSz="914400" fontAlgn="base">
              <a:spcBef>
                <a:spcPct val="50000"/>
              </a:spcBef>
              <a:spcAft>
                <a:spcPct val="0"/>
              </a:spcAft>
              <a:buClr>
                <a:srgbClr val="F0AB00"/>
              </a:buClr>
              <a:buSzPct val="80000"/>
            </a:pPr>
            <a:endParaRPr lang="en-US" sz="1800" kern="0" dirty="0" err="1">
              <a:ea typeface="Arial Unicode MS" pitchFamily="34" charset="-128"/>
            </a:endParaRPr>
          </a:p>
        </p:txBody>
      </p:sp>
      <p:sp>
        <p:nvSpPr>
          <p:cNvPr id="13" name="Cloud 12">
            <a:extLst>
              <a:ext uri="{FF2B5EF4-FFF2-40B4-BE49-F238E27FC236}">
                <a16:creationId xmlns:a16="http://schemas.microsoft.com/office/drawing/2014/main" id="{0A9BF1C0-27CA-42F1-A273-1B42EF983C4F}"/>
              </a:ext>
            </a:extLst>
          </p:cNvPr>
          <p:cNvSpPr/>
          <p:nvPr/>
        </p:nvSpPr>
        <p:spPr bwMode="gray">
          <a:xfrm>
            <a:off x="3384982" y="1123448"/>
            <a:ext cx="4616018" cy="1074420"/>
          </a:xfrm>
          <a:prstGeom prst="cloud">
            <a:avLst/>
          </a:prstGeom>
          <a:solidFill>
            <a:schemeClr val="accent1"/>
          </a:solidFill>
          <a:ln w="6350" algn="ctr">
            <a:noFill/>
            <a:miter lim="800000"/>
            <a:headEnd/>
            <a:tailEnd/>
          </a:ln>
        </p:spPr>
        <p:txBody>
          <a:bodyPr lIns="90000" tIns="72000" rIns="90000" bIns="72000" rtlCol="0" anchor="ctr"/>
          <a:lstStyle/>
          <a:p>
            <a:pPr marR="0" defTabSz="914400" eaLnBrk="1" fontAlgn="base" latinLnBrk="0" hangingPunct="1">
              <a:lnSpc>
                <a:spcPct val="100000"/>
              </a:lnSpc>
              <a:spcBef>
                <a:spcPct val="50000"/>
              </a:spcBef>
              <a:spcAft>
                <a:spcPct val="0"/>
              </a:spcAft>
              <a:buClr>
                <a:srgbClr val="F0AB00"/>
              </a:buClr>
              <a:buSzPct val="80000"/>
              <a:tabLst/>
            </a:pPr>
            <a:r>
              <a:rPr lang="en-US" sz="1800" kern="0" dirty="0">
                <a:ea typeface="Arial Unicode MS" pitchFamily="34" charset="-128"/>
                <a:cs typeface="Arial Unicode MS" pitchFamily="34" charset="-128"/>
              </a:rPr>
              <a:t>GET:	</a:t>
            </a:r>
            <a:r>
              <a:rPr lang="en-US" sz="1800" b="1" kern="0" dirty="0" err="1">
                <a:ea typeface="Arial Unicode MS" pitchFamily="34" charset="-128"/>
                <a:cs typeface="Arial Unicode MS" pitchFamily="34" charset="-128"/>
              </a:rPr>
              <a:t>koopa</a:t>
            </a:r>
            <a:r>
              <a:rPr lang="en-US" sz="1800" b="1" kern="0" dirty="0">
                <a:ea typeface="Arial Unicode MS" pitchFamily="34" charset="-128"/>
                <a:cs typeface="Arial Unicode MS" pitchFamily="34" charset="-128"/>
              </a:rPr>
              <a:t>-service</a:t>
            </a:r>
            <a:br>
              <a:rPr lang="en-US" sz="1800" kern="0" dirty="0">
                <a:ea typeface="Arial Unicode MS" pitchFamily="34" charset="-128"/>
                <a:cs typeface="Arial Unicode MS" pitchFamily="34" charset="-128"/>
              </a:rPr>
            </a:br>
            <a:r>
              <a:rPr lang="en-US" sz="1800" kern="0" dirty="0">
                <a:ea typeface="Arial Unicode MS" pitchFamily="34" charset="-128"/>
                <a:cs typeface="Arial Unicode MS" pitchFamily="34" charset="-128"/>
              </a:rPr>
              <a:t>	10.30.42.5:80</a:t>
            </a:r>
            <a:endParaRPr kumimoji="0" lang="en-US" sz="1800" i="0" u="none" strike="noStrike" kern="0" cap="none" spc="0" normalizeH="0" baseline="0" noProof="0" dirty="0" err="1">
              <a:ln>
                <a:noFill/>
              </a:ln>
              <a:effectLst/>
              <a:uLnTx/>
              <a:uFillTx/>
              <a:ea typeface="Arial Unicode MS" pitchFamily="34" charset="-128"/>
              <a:cs typeface="Arial Unicode MS" pitchFamily="34" charset="-128"/>
            </a:endParaRPr>
          </a:p>
        </p:txBody>
      </p:sp>
    </p:spTree>
    <p:extLst>
      <p:ext uri="{BB962C8B-B14F-4D97-AF65-F5344CB8AC3E}">
        <p14:creationId xmlns:p14="http://schemas.microsoft.com/office/powerpoint/2010/main" val="11151203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par>
                          <p:cTn id="7" fill="hold">
                            <p:stCondLst>
                              <p:cond delay="0"/>
                            </p:stCondLst>
                            <p:childTnLst>
                              <p:par>
                                <p:cTn id="8" presetID="26" presetClass="emph" presetSubtype="0" repeatCount="2000" fill="hold" grpId="0" nodeType="afterEffect">
                                  <p:stCondLst>
                                    <p:cond delay="0"/>
                                  </p:stCondLst>
                                  <p:childTnLst>
                                    <p:animEffect transition="out" filter="fade">
                                      <p:cBhvr>
                                        <p:cTn id="9" dur="500" tmFilter="0, 0; .2, .5; .8, .5; 1, 0"/>
                                        <p:tgtEl>
                                          <p:spTgt spid="7"/>
                                        </p:tgtEl>
                                      </p:cBhvr>
                                    </p:animEffect>
                                    <p:animScale>
                                      <p:cBhvr>
                                        <p:cTn id="10" dur="250" autoRev="1" fill="hold"/>
                                        <p:tgtEl>
                                          <p:spTgt spid="7"/>
                                        </p:tgtEl>
                                      </p:cBhvr>
                                      <p:by x="105000" y="105000"/>
                                    </p:animScale>
                                  </p:childTnLst>
                                </p:cTn>
                              </p:par>
                            </p:childTnLst>
                          </p:cTn>
                        </p:par>
                        <p:par>
                          <p:cTn id="11" fill="hold">
                            <p:stCondLst>
                              <p:cond delay="1000"/>
                            </p:stCondLst>
                            <p:childTnLst>
                              <p:par>
                                <p:cTn id="12" presetID="42" presetClass="exit" presetSubtype="0" fill="hold" nodeType="afterEffect">
                                  <p:stCondLst>
                                    <p:cond delay="0"/>
                                  </p:stCondLst>
                                  <p:childTnLst>
                                    <p:animEffect transition="out" filter="fade">
                                      <p:cBhvr>
                                        <p:cTn id="13" dur="1000"/>
                                        <p:tgtEl>
                                          <p:spTgt spid="8"/>
                                        </p:tgtEl>
                                      </p:cBhvr>
                                    </p:animEffect>
                                    <p:anim calcmode="lin" valueType="num">
                                      <p:cBhvr>
                                        <p:cTn id="14" dur="1000"/>
                                        <p:tgtEl>
                                          <p:spTgt spid="8"/>
                                        </p:tgtEl>
                                        <p:attrNameLst>
                                          <p:attrName>ppt_x</p:attrName>
                                        </p:attrNameLst>
                                      </p:cBhvr>
                                      <p:tavLst>
                                        <p:tav tm="0">
                                          <p:val>
                                            <p:strVal val="ppt_x"/>
                                          </p:val>
                                        </p:tav>
                                        <p:tav tm="100000">
                                          <p:val>
                                            <p:strVal val="ppt_x"/>
                                          </p:val>
                                        </p:tav>
                                      </p:tavLst>
                                    </p:anim>
                                    <p:anim calcmode="lin" valueType="num">
                                      <p:cBhvr>
                                        <p:cTn id="15" dur="1000"/>
                                        <p:tgtEl>
                                          <p:spTgt spid="8"/>
                                        </p:tgtEl>
                                        <p:attrNameLst>
                                          <p:attrName>ppt_y</p:attrName>
                                        </p:attrNameLst>
                                      </p:cBhvr>
                                      <p:tavLst>
                                        <p:tav tm="0">
                                          <p:val>
                                            <p:strVal val="ppt_y"/>
                                          </p:val>
                                        </p:tav>
                                        <p:tav tm="100000">
                                          <p:val>
                                            <p:strVal val="ppt_y+.1"/>
                                          </p:val>
                                        </p:tav>
                                      </p:tavLst>
                                    </p:anim>
                                    <p:set>
                                      <p:cBhvr>
                                        <p:cTn id="16" dur="1" fill="hold">
                                          <p:stCondLst>
                                            <p:cond delay="999"/>
                                          </p:stCondLst>
                                        </p:cTn>
                                        <p:tgtEl>
                                          <p:spTgt spid="8"/>
                                        </p:tgtEl>
                                        <p:attrNameLst>
                                          <p:attrName>style.visibility</p:attrName>
                                        </p:attrNameLst>
                                      </p:cBhvr>
                                      <p:to>
                                        <p:strVal val="hidden"/>
                                      </p:to>
                                    </p:set>
                                  </p:childTnLst>
                                </p:cTn>
                              </p:par>
                              <p:par>
                                <p:cTn id="17" presetID="42" presetClass="exit" presetSubtype="0" fill="hold" grpId="2" nodeType="withEffect">
                                  <p:stCondLst>
                                    <p:cond delay="0"/>
                                  </p:stCondLst>
                                  <p:childTnLst>
                                    <p:animEffect transition="out" filter="fade">
                                      <p:cBhvr>
                                        <p:cTn id="18" dur="1000"/>
                                        <p:tgtEl>
                                          <p:spTgt spid="7"/>
                                        </p:tgtEl>
                                      </p:cBhvr>
                                    </p:animEffect>
                                    <p:anim calcmode="lin" valueType="num">
                                      <p:cBhvr>
                                        <p:cTn id="19" dur="1000"/>
                                        <p:tgtEl>
                                          <p:spTgt spid="7"/>
                                        </p:tgtEl>
                                        <p:attrNameLst>
                                          <p:attrName>ppt_x</p:attrName>
                                        </p:attrNameLst>
                                      </p:cBhvr>
                                      <p:tavLst>
                                        <p:tav tm="0">
                                          <p:val>
                                            <p:strVal val="ppt_x"/>
                                          </p:val>
                                        </p:tav>
                                        <p:tav tm="100000">
                                          <p:val>
                                            <p:strVal val="ppt_x"/>
                                          </p:val>
                                        </p:tav>
                                      </p:tavLst>
                                    </p:anim>
                                    <p:anim calcmode="lin" valueType="num">
                                      <p:cBhvr>
                                        <p:cTn id="20" dur="1000"/>
                                        <p:tgtEl>
                                          <p:spTgt spid="7"/>
                                        </p:tgtEl>
                                        <p:attrNameLst>
                                          <p:attrName>ppt_y</p:attrName>
                                        </p:attrNameLst>
                                      </p:cBhvr>
                                      <p:tavLst>
                                        <p:tav tm="0">
                                          <p:val>
                                            <p:strVal val="ppt_y"/>
                                          </p:val>
                                        </p:tav>
                                        <p:tav tm="100000">
                                          <p:val>
                                            <p:strVal val="ppt_y+.1"/>
                                          </p:val>
                                        </p:tav>
                                      </p:tavLst>
                                    </p:anim>
                                    <p:set>
                                      <p:cBhvr>
                                        <p:cTn id="21" dur="1" fill="hold">
                                          <p:stCondLst>
                                            <p:cond delay="999"/>
                                          </p:stCondLst>
                                        </p:cTn>
                                        <p:tgtEl>
                                          <p:spTgt spid="7"/>
                                        </p:tgtEl>
                                        <p:attrNameLst>
                                          <p:attrName>style.visibility</p:attrName>
                                        </p:attrNameLst>
                                      </p:cBhvr>
                                      <p:to>
                                        <p:strVal val="hidden"/>
                                      </p:to>
                                    </p:set>
                                  </p:childTnLst>
                                </p:cTn>
                              </p:par>
                              <p:par>
                                <p:cTn id="22" presetID="1" presetClass="exit" presetSubtype="0" fill="hold" grpId="0" nodeType="withEffect">
                                  <p:stCondLst>
                                    <p:cond delay="0"/>
                                  </p:stCondLst>
                                  <p:childTnLst>
                                    <p:set>
                                      <p:cBhvr>
                                        <p:cTn id="23" dur="1" fill="hold">
                                          <p:stCondLst>
                                            <p:cond delay="0"/>
                                          </p:stCondLst>
                                        </p:cTn>
                                        <p:tgtEl>
                                          <p:spTgt spid="14"/>
                                        </p:tgtEl>
                                        <p:attrNameLst>
                                          <p:attrName>style.visibility</p:attrName>
                                        </p:attrNameLst>
                                      </p:cBhvr>
                                      <p:to>
                                        <p:strVal val="hidden"/>
                                      </p:to>
                                    </p:set>
                                  </p:childTnLst>
                                </p:cTn>
                              </p:par>
                            </p:childTnLst>
                          </p:cTn>
                        </p:par>
                        <p:par>
                          <p:cTn id="24" fill="hold">
                            <p:stCondLst>
                              <p:cond delay="2000"/>
                            </p:stCondLst>
                            <p:childTnLst>
                              <p:par>
                                <p:cTn id="25" presetID="42" presetClass="entr" presetSubtype="0" fill="hold" nodeType="afterEffect">
                                  <p:stCondLst>
                                    <p:cond delay="2000"/>
                                  </p:stCondLst>
                                  <p:childTnLst>
                                    <p:set>
                                      <p:cBhvr>
                                        <p:cTn id="26" dur="1" fill="hold">
                                          <p:stCondLst>
                                            <p:cond delay="0"/>
                                          </p:stCondLst>
                                        </p:cTn>
                                        <p:tgtEl>
                                          <p:spTgt spid="6"/>
                                        </p:tgtEl>
                                        <p:attrNameLst>
                                          <p:attrName>style.visibility</p:attrName>
                                        </p:attrNameLst>
                                      </p:cBhvr>
                                      <p:to>
                                        <p:strVal val="visible"/>
                                      </p:to>
                                    </p:set>
                                    <p:animEffect transition="in" filter="fade">
                                      <p:cBhvr>
                                        <p:cTn id="27" dur="1000"/>
                                        <p:tgtEl>
                                          <p:spTgt spid="6"/>
                                        </p:tgtEl>
                                      </p:cBhvr>
                                    </p:animEffect>
                                    <p:anim calcmode="lin" valueType="num">
                                      <p:cBhvr>
                                        <p:cTn id="28" dur="1000" fill="hold"/>
                                        <p:tgtEl>
                                          <p:spTgt spid="6"/>
                                        </p:tgtEl>
                                        <p:attrNameLst>
                                          <p:attrName>ppt_x</p:attrName>
                                        </p:attrNameLst>
                                      </p:cBhvr>
                                      <p:tavLst>
                                        <p:tav tm="0">
                                          <p:val>
                                            <p:strVal val="#ppt_x"/>
                                          </p:val>
                                        </p:tav>
                                        <p:tav tm="100000">
                                          <p:val>
                                            <p:strVal val="#ppt_x"/>
                                          </p:val>
                                        </p:tav>
                                      </p:tavLst>
                                    </p:anim>
                                    <p:anim calcmode="lin" valueType="num">
                                      <p:cBhvr>
                                        <p:cTn id="29" dur="1000" fill="hold"/>
                                        <p:tgtEl>
                                          <p:spTgt spid="6"/>
                                        </p:tgtEl>
                                        <p:attrNameLst>
                                          <p:attrName>ppt_y</p:attrName>
                                        </p:attrNameLst>
                                      </p:cBhvr>
                                      <p:tavLst>
                                        <p:tav tm="0">
                                          <p:val>
                                            <p:strVal val="#ppt_y+.1"/>
                                          </p:val>
                                        </p:tav>
                                        <p:tav tm="100000">
                                          <p:val>
                                            <p:strVal val="#ppt_y"/>
                                          </p:val>
                                        </p:tav>
                                      </p:tavLst>
                                    </p:anim>
                                  </p:childTnLst>
                                </p:cTn>
                              </p:par>
                            </p:childTnLst>
                          </p:cTn>
                        </p:par>
                        <p:par>
                          <p:cTn id="30" fill="hold">
                            <p:stCondLst>
                              <p:cond delay="5000"/>
                            </p:stCondLst>
                            <p:childTnLst>
                              <p:par>
                                <p:cTn id="31" presetID="1" presetClass="entr" presetSubtype="0" fill="hold" grpId="0" nodeType="afterEffect">
                                  <p:stCondLst>
                                    <p:cond delay="0"/>
                                  </p:stCondLst>
                                  <p:childTnLst>
                                    <p:set>
                                      <p:cBhvr>
                                        <p:cTn id="32"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7" grpId="1" animBg="1"/>
      <p:bldP spid="7" grpId="2" animBg="1"/>
      <p:bldP spid="14" grpId="0" animBg="1"/>
      <p:bldP spid="17"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dirty="0"/>
              <a:t>Services</a:t>
            </a:r>
          </a:p>
        </p:txBody>
      </p:sp>
      <p:sp>
        <p:nvSpPr>
          <p:cNvPr id="6" name="Rectangle 5"/>
          <p:cNvSpPr/>
          <p:nvPr/>
        </p:nvSpPr>
        <p:spPr>
          <a:xfrm>
            <a:off x="3641769" y="1749587"/>
            <a:ext cx="7923213" cy="3647152"/>
          </a:xfrm>
          <a:prstGeom prst="rect">
            <a:avLst/>
          </a:prstGeom>
        </p:spPr>
        <p:txBody>
          <a:bodyPr wrap="square">
            <a:spAutoFit/>
          </a:bodyPr>
          <a:lstStyle/>
          <a:p>
            <a:pPr marL="342900" indent="-342900">
              <a:buFont typeface="Wingdings" panose="05000000000000000000" pitchFamily="2" charset="2"/>
              <a:buChar char="§"/>
            </a:pPr>
            <a:r>
              <a:rPr lang="en-US" dirty="0">
                <a:sym typeface="Wingdings" panose="05000000000000000000" pitchFamily="2" charset="2"/>
              </a:rPr>
              <a:t>Route traffic via services to talk to a set (1..n) of pods</a:t>
            </a:r>
          </a:p>
          <a:p>
            <a:pPr marL="342900" indent="-342900">
              <a:buFont typeface="Wingdings" panose="05000000000000000000" pitchFamily="2" charset="2"/>
              <a:buChar char="§"/>
            </a:pPr>
            <a:r>
              <a:rPr lang="en-US" dirty="0">
                <a:sym typeface="Wingdings" panose="05000000000000000000" pitchFamily="2" charset="2"/>
              </a:rPr>
              <a:t>Target pods are determined by </a:t>
            </a:r>
            <a:r>
              <a:rPr lang="en-US" dirty="0" err="1">
                <a:sym typeface="Wingdings" panose="05000000000000000000" pitchFamily="2" charset="2"/>
              </a:rPr>
              <a:t>label.selctors</a:t>
            </a:r>
            <a:r>
              <a:rPr lang="en-US" dirty="0">
                <a:sym typeface="Wingdings" panose="05000000000000000000" pitchFamily="2" charset="2"/>
              </a:rPr>
              <a:t> similar to deployment &lt;&gt; pods</a:t>
            </a:r>
          </a:p>
          <a:p>
            <a:pPr marL="342900" indent="-342900">
              <a:buFont typeface="Wingdings" panose="05000000000000000000" pitchFamily="2" charset="2"/>
              <a:buChar char="§"/>
            </a:pPr>
            <a:r>
              <a:rPr lang="en-US" dirty="0">
                <a:sym typeface="Wingdings" panose="05000000000000000000" pitchFamily="2" charset="2"/>
              </a:rPr>
              <a:t>Services expose ports and forward traffic to mapped target ports of pods</a:t>
            </a:r>
          </a:p>
          <a:p>
            <a:pPr marL="342900" indent="-342900">
              <a:buFont typeface="Wingdings" panose="05000000000000000000" pitchFamily="2" charset="2"/>
              <a:buChar char="§"/>
            </a:pPr>
            <a:r>
              <a:rPr lang="en-US" dirty="0">
                <a:sym typeface="Wingdings" panose="05000000000000000000" pitchFamily="2" charset="2"/>
              </a:rPr>
              <a:t>Ports can be named. When using these names the port can change later without any impact</a:t>
            </a:r>
          </a:p>
          <a:p>
            <a:pPr marL="342900" indent="-342900">
              <a:buFont typeface="Wingdings" panose="05000000000000000000" pitchFamily="2" charset="2"/>
              <a:buChar char="§"/>
            </a:pPr>
            <a:r>
              <a:rPr lang="en-US" dirty="0" err="1">
                <a:sym typeface="Wingdings" panose="05000000000000000000" pitchFamily="2" charset="2"/>
              </a:rPr>
              <a:t>kube</a:t>
            </a:r>
            <a:r>
              <a:rPr lang="en-US" dirty="0">
                <a:sym typeface="Wingdings" panose="05000000000000000000" pitchFamily="2" charset="2"/>
              </a:rPr>
              <a:t>-proxy &amp; </a:t>
            </a:r>
            <a:r>
              <a:rPr lang="en-US" dirty="0" err="1">
                <a:sym typeface="Wingdings" panose="05000000000000000000" pitchFamily="2" charset="2"/>
              </a:rPr>
              <a:t>kube-dns</a:t>
            </a:r>
            <a:r>
              <a:rPr lang="en-US" dirty="0">
                <a:sym typeface="Wingdings" panose="05000000000000000000" pitchFamily="2" charset="2"/>
              </a:rPr>
              <a:t> create </a:t>
            </a:r>
            <a:r>
              <a:rPr lang="en-US" dirty="0" err="1">
                <a:sym typeface="Wingdings" panose="05000000000000000000" pitchFamily="2" charset="2"/>
              </a:rPr>
              <a:t>iptables</a:t>
            </a:r>
            <a:r>
              <a:rPr lang="en-US" dirty="0">
                <a:sym typeface="Wingdings" panose="05000000000000000000" pitchFamily="2" charset="2"/>
              </a:rPr>
              <a:t> rules and allow service discovery</a:t>
            </a:r>
          </a:p>
          <a:p>
            <a:pPr marL="342900" indent="-342900">
              <a:buFont typeface="Wingdings" panose="05000000000000000000" pitchFamily="2" charset="2"/>
              <a:buChar char="§"/>
            </a:pPr>
            <a:r>
              <a:rPr lang="en-US" dirty="0">
                <a:sym typeface="Wingdings" panose="05000000000000000000" pitchFamily="2" charset="2"/>
              </a:rPr>
              <a:t>To expose a service externally either create allocate a NodePort or use a LoadBalancer</a:t>
            </a:r>
          </a:p>
        </p:txBody>
      </p:sp>
      <p:pic>
        <p:nvPicPr>
          <p:cNvPr id="3" name="Picture 2">
            <a:extLst>
              <a:ext uri="{FF2B5EF4-FFF2-40B4-BE49-F238E27FC236}">
                <a16:creationId xmlns:a16="http://schemas.microsoft.com/office/drawing/2014/main" id="{1B8C0222-D7FB-43CC-AB2E-555FEA651E3D}"/>
              </a:ext>
            </a:extLst>
          </p:cNvPr>
          <p:cNvPicPr>
            <a:picLocks noChangeAspect="1"/>
          </p:cNvPicPr>
          <p:nvPr/>
        </p:nvPicPr>
        <p:blipFill>
          <a:blip r:embed="rId3"/>
          <a:stretch>
            <a:fillRect/>
          </a:stretch>
        </p:blipFill>
        <p:spPr>
          <a:xfrm>
            <a:off x="504001" y="1301734"/>
            <a:ext cx="3000000" cy="4542857"/>
          </a:xfrm>
          <a:prstGeom prst="rect">
            <a:avLst/>
          </a:prstGeom>
          <a:ln>
            <a:solidFill>
              <a:schemeClr val="tx1"/>
            </a:solidFill>
          </a:ln>
        </p:spPr>
      </p:pic>
    </p:spTree>
    <p:extLst>
      <p:ext uri="{BB962C8B-B14F-4D97-AF65-F5344CB8AC3E}">
        <p14:creationId xmlns:p14="http://schemas.microsoft.com/office/powerpoint/2010/main" val="16910887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7" name="Group 36">
            <a:extLst>
              <a:ext uri="{FF2B5EF4-FFF2-40B4-BE49-F238E27FC236}">
                <a16:creationId xmlns:a16="http://schemas.microsoft.com/office/drawing/2014/main" id="{C087B535-80B7-45B6-9D6C-1F9D2076F679}"/>
              </a:ext>
            </a:extLst>
          </p:cNvPr>
          <p:cNvGrpSpPr/>
          <p:nvPr/>
        </p:nvGrpSpPr>
        <p:grpSpPr>
          <a:xfrm>
            <a:off x="4652010" y="3518317"/>
            <a:ext cx="4000983" cy="3040388"/>
            <a:chOff x="4652010" y="3518317"/>
            <a:chExt cx="4000983" cy="3040388"/>
          </a:xfrm>
        </p:grpSpPr>
        <p:sp>
          <p:nvSpPr>
            <p:cNvPr id="7" name="Rectangle: Single Corner Snipped 6">
              <a:extLst>
                <a:ext uri="{FF2B5EF4-FFF2-40B4-BE49-F238E27FC236}">
                  <a16:creationId xmlns:a16="http://schemas.microsoft.com/office/drawing/2014/main" id="{0A1FF212-16DF-4C0F-A0EF-DC26417C8147}"/>
                </a:ext>
              </a:extLst>
            </p:cNvPr>
            <p:cNvSpPr/>
            <p:nvPr/>
          </p:nvSpPr>
          <p:spPr bwMode="gray">
            <a:xfrm>
              <a:off x="4652010" y="4092785"/>
              <a:ext cx="2581029" cy="2230120"/>
            </a:xfrm>
            <a:prstGeom prst="snip1Rect">
              <a:avLst/>
            </a:prstGeom>
            <a:ln>
              <a:headEnd/>
              <a:tailEnd/>
            </a:ln>
          </p:spPr>
          <p:style>
            <a:lnRef idx="3">
              <a:schemeClr val="lt1"/>
            </a:lnRef>
            <a:fillRef idx="1">
              <a:schemeClr val="accent2"/>
            </a:fillRef>
            <a:effectRef idx="1">
              <a:schemeClr val="accent2"/>
            </a:effectRef>
            <a:fontRef idx="minor">
              <a:schemeClr val="lt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800" b="0" i="0" u="none" strike="noStrike" kern="0" cap="none" spc="0" normalizeH="0" baseline="0" noProof="0" dirty="0">
                  <a:ln>
                    <a:noFill/>
                  </a:ln>
                  <a:effectLst/>
                  <a:uLnTx/>
                  <a:uFillTx/>
                  <a:ea typeface="Arial Unicode MS" pitchFamily="34" charset="-128"/>
                  <a:cs typeface="Arial Unicode MS" pitchFamily="34" charset="-128"/>
                </a:rPr>
                <a:t>Service</a:t>
              </a:r>
            </a:p>
            <a:p>
              <a:pPr marL="285750" marR="0" indent="-285750" defTabSz="914400" eaLnBrk="1" fontAlgn="base" latinLnBrk="0" hangingPunct="1">
                <a:lnSpc>
                  <a:spcPct val="100000"/>
                </a:lnSpc>
                <a:spcBef>
                  <a:spcPct val="50000"/>
                </a:spcBef>
                <a:spcAft>
                  <a:spcPct val="0"/>
                </a:spcAft>
                <a:buClr>
                  <a:srgbClr val="F0AB00"/>
                </a:buClr>
                <a:buSzPct val="80000"/>
                <a:buFontTx/>
                <a:buChar char="-"/>
                <a:tabLst/>
              </a:pPr>
              <a:r>
                <a:rPr lang="en-US" sz="1800" kern="0" dirty="0">
                  <a:ea typeface="Arial Unicode MS" pitchFamily="34" charset="-128"/>
                  <a:cs typeface="Arial Unicode MS" pitchFamily="34" charset="-128"/>
                </a:rPr>
                <a:t>Selector:</a:t>
              </a:r>
              <a:br>
                <a:rPr lang="en-US" sz="1800" kern="0" dirty="0">
                  <a:ea typeface="Arial Unicode MS" pitchFamily="34" charset="-128"/>
                  <a:cs typeface="Arial Unicode MS" pitchFamily="34" charset="-128"/>
                </a:rPr>
              </a:br>
              <a:r>
                <a:rPr lang="en-US" sz="1800" b="1" kern="0" dirty="0">
                  <a:ea typeface="Arial Unicode MS" pitchFamily="34" charset="-128"/>
                  <a:cs typeface="Arial Unicode MS" pitchFamily="34" charset="-128"/>
                </a:rPr>
                <a:t>species=</a:t>
              </a:r>
              <a:r>
                <a:rPr lang="en-US" sz="1800" b="1" kern="0" dirty="0" err="1">
                  <a:ea typeface="Arial Unicode MS" pitchFamily="34" charset="-128"/>
                  <a:cs typeface="Arial Unicode MS" pitchFamily="34" charset="-128"/>
                </a:rPr>
                <a:t>goomba</a:t>
              </a:r>
              <a:endParaRPr lang="en-US" sz="1800" b="1" kern="0" dirty="0">
                <a:ea typeface="Arial Unicode MS" pitchFamily="34" charset="-128"/>
                <a:cs typeface="Arial Unicode MS" pitchFamily="34" charset="-128"/>
              </a:endParaRPr>
            </a:p>
            <a:p>
              <a:pPr marL="285750" marR="0" indent="-285750" defTabSz="914400" eaLnBrk="1" fontAlgn="base" latinLnBrk="0" hangingPunct="1">
                <a:lnSpc>
                  <a:spcPct val="100000"/>
                </a:lnSpc>
                <a:spcBef>
                  <a:spcPct val="50000"/>
                </a:spcBef>
                <a:spcAft>
                  <a:spcPct val="0"/>
                </a:spcAft>
                <a:buClr>
                  <a:srgbClr val="F0AB00"/>
                </a:buClr>
                <a:buSzPct val="80000"/>
                <a:buFontTx/>
                <a:buChar char="-"/>
                <a:tabLst/>
              </a:pPr>
              <a:r>
                <a:rPr lang="en-US" sz="1800" kern="0" dirty="0" err="1">
                  <a:ea typeface="Arial Unicode MS" pitchFamily="34" charset="-128"/>
                  <a:cs typeface="Arial Unicode MS" pitchFamily="34" charset="-128"/>
                </a:rPr>
                <a:t>TargetPort</a:t>
              </a:r>
              <a:r>
                <a:rPr lang="en-US" sz="1800" kern="0" dirty="0">
                  <a:ea typeface="Arial Unicode MS" pitchFamily="34" charset="-128"/>
                  <a:cs typeface="Arial Unicode MS" pitchFamily="34" charset="-128"/>
                </a:rPr>
                <a:t>: </a:t>
              </a:r>
              <a:r>
                <a:rPr lang="en-US" sz="1800" b="1" kern="0" dirty="0">
                  <a:ea typeface="Arial Unicode MS" pitchFamily="34" charset="-128"/>
                  <a:cs typeface="Arial Unicode MS" pitchFamily="34" charset="-128"/>
                </a:rPr>
                <a:t>8080</a:t>
              </a:r>
            </a:p>
            <a:p>
              <a:pPr marL="285750" marR="0" indent="-285750" defTabSz="914400" eaLnBrk="1" fontAlgn="base" latinLnBrk="0" hangingPunct="1">
                <a:lnSpc>
                  <a:spcPct val="100000"/>
                </a:lnSpc>
                <a:spcBef>
                  <a:spcPct val="50000"/>
                </a:spcBef>
                <a:spcAft>
                  <a:spcPct val="0"/>
                </a:spcAft>
                <a:buClr>
                  <a:srgbClr val="F0AB00"/>
                </a:buClr>
                <a:buSzPct val="80000"/>
                <a:buFontTx/>
                <a:buChar char="-"/>
                <a:tabLst/>
              </a:pPr>
              <a:r>
                <a:rPr kumimoji="0" lang="en-US" sz="1800" b="0" i="0" u="none" strike="noStrike" kern="0" cap="none" spc="0" normalizeH="0" baseline="0" noProof="0" dirty="0">
                  <a:ln>
                    <a:noFill/>
                  </a:ln>
                  <a:effectLst/>
                  <a:uLnTx/>
                  <a:uFillTx/>
                  <a:ea typeface="Arial Unicode MS" pitchFamily="34" charset="-128"/>
                  <a:cs typeface="Arial Unicode MS" pitchFamily="34" charset="-128"/>
                </a:rPr>
                <a:t>Port: 80</a:t>
              </a:r>
            </a:p>
          </p:txBody>
        </p:sp>
        <p:cxnSp>
          <p:nvCxnSpPr>
            <p:cNvPr id="16" name="Connector: Elbow 15">
              <a:extLst>
                <a:ext uri="{FF2B5EF4-FFF2-40B4-BE49-F238E27FC236}">
                  <a16:creationId xmlns:a16="http://schemas.microsoft.com/office/drawing/2014/main" id="{ADE7A174-FDE3-4744-8B4E-E5B3FEC53F27}"/>
                </a:ext>
              </a:extLst>
            </p:cNvPr>
            <p:cNvCxnSpPr>
              <a:cxnSpLocks/>
              <a:stCxn id="7" idx="0"/>
            </p:cNvCxnSpPr>
            <p:nvPr/>
          </p:nvCxnSpPr>
          <p:spPr>
            <a:xfrm flipV="1">
              <a:off x="7233039" y="3518317"/>
              <a:ext cx="1419954" cy="1689528"/>
            </a:xfrm>
            <a:prstGeom prst="bentConnector2">
              <a:avLst/>
            </a:prstGeom>
            <a:ln w="57150">
              <a:solidFill>
                <a:schemeClr val="tx2"/>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35" name="Rectangle 34">
              <a:extLst>
                <a:ext uri="{FF2B5EF4-FFF2-40B4-BE49-F238E27FC236}">
                  <a16:creationId xmlns:a16="http://schemas.microsoft.com/office/drawing/2014/main" id="{977CAFD2-27A3-4DE6-AAE9-AC799E427C0F}"/>
                </a:ext>
              </a:extLst>
            </p:cNvPr>
            <p:cNvSpPr/>
            <p:nvPr/>
          </p:nvSpPr>
          <p:spPr bwMode="gray">
            <a:xfrm>
              <a:off x="6735834" y="6101505"/>
              <a:ext cx="994410" cy="457200"/>
            </a:xfrm>
            <a:prstGeom prst="rect">
              <a:avLst/>
            </a:prstGeom>
            <a:ln>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ctr"/>
            <a:lstStyle/>
            <a:p>
              <a:pPr algn="ctr" defTabSz="914400" fontAlgn="base">
                <a:spcBef>
                  <a:spcPts val="600"/>
                </a:spcBef>
                <a:spcAft>
                  <a:spcPct val="0"/>
                </a:spcAft>
                <a:buClr>
                  <a:srgbClr val="F0AB00"/>
                </a:buClr>
                <a:buSzPct val="80000"/>
              </a:pPr>
              <a:r>
                <a:rPr lang="en-US" sz="1800" kern="0" dirty="0">
                  <a:solidFill>
                    <a:schemeClr val="dk1"/>
                  </a:solidFill>
                  <a:latin typeface="+mn-lt"/>
                  <a:ea typeface="Arial Unicode MS" pitchFamily="34" charset="-128"/>
                </a:rPr>
                <a:t>Port</a:t>
              </a:r>
              <a:r>
                <a:rPr lang="en-US" sz="1800" kern="0">
                  <a:solidFill>
                    <a:schemeClr val="dk1"/>
                  </a:solidFill>
                  <a:latin typeface="+mn-lt"/>
                  <a:ea typeface="Arial Unicode MS" pitchFamily="34" charset="-128"/>
                </a:rPr>
                <a:t>: 80</a:t>
              </a:r>
              <a:endParaRPr lang="en-US" sz="1800" kern="0" dirty="0">
                <a:solidFill>
                  <a:schemeClr val="dk1"/>
                </a:solidFill>
                <a:latin typeface="+mn-lt"/>
                <a:ea typeface="Arial Unicode MS" pitchFamily="34" charset="-128"/>
              </a:endParaRPr>
            </a:p>
          </p:txBody>
        </p:sp>
      </p:grpSp>
      <p:grpSp>
        <p:nvGrpSpPr>
          <p:cNvPr id="38" name="Group 37">
            <a:extLst>
              <a:ext uri="{FF2B5EF4-FFF2-40B4-BE49-F238E27FC236}">
                <a16:creationId xmlns:a16="http://schemas.microsoft.com/office/drawing/2014/main" id="{4F068B5A-9151-464B-BA82-AAE8A85B3887}"/>
              </a:ext>
            </a:extLst>
          </p:cNvPr>
          <p:cNvGrpSpPr/>
          <p:nvPr/>
        </p:nvGrpSpPr>
        <p:grpSpPr>
          <a:xfrm>
            <a:off x="1208838" y="3518316"/>
            <a:ext cx="6521406" cy="3042504"/>
            <a:chOff x="1208838" y="3518316"/>
            <a:chExt cx="6521406" cy="3042504"/>
          </a:xfrm>
        </p:grpSpPr>
        <p:sp>
          <p:nvSpPr>
            <p:cNvPr id="27" name="Rectangle: Single Corner Snipped 26">
              <a:extLst>
                <a:ext uri="{FF2B5EF4-FFF2-40B4-BE49-F238E27FC236}">
                  <a16:creationId xmlns:a16="http://schemas.microsoft.com/office/drawing/2014/main" id="{C001CD37-F670-4E91-8ED5-09EA7CCBF5C4}"/>
                </a:ext>
              </a:extLst>
            </p:cNvPr>
            <p:cNvSpPr/>
            <p:nvPr/>
          </p:nvSpPr>
          <p:spPr bwMode="gray">
            <a:xfrm>
              <a:off x="4652010" y="4102100"/>
              <a:ext cx="2581029" cy="2230120"/>
            </a:xfrm>
            <a:prstGeom prst="snip1Rect">
              <a:avLst/>
            </a:prstGeom>
            <a:solidFill>
              <a:schemeClr val="accent1">
                <a:lumMod val="40000"/>
                <a:lumOff val="60000"/>
              </a:schemeClr>
            </a:solidFill>
            <a:ln>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ctr"/>
            <a:lstStyle/>
            <a:p>
              <a:pPr algn="ctr" defTabSz="914400" fontAlgn="base">
                <a:spcBef>
                  <a:spcPts val="600"/>
                </a:spcBef>
                <a:spcAft>
                  <a:spcPct val="0"/>
                </a:spcAft>
                <a:buClr>
                  <a:srgbClr val="F0AB00"/>
                </a:buClr>
                <a:buSzPct val="80000"/>
              </a:pPr>
              <a:r>
                <a:rPr lang="en-US" sz="1800" kern="0" dirty="0">
                  <a:solidFill>
                    <a:schemeClr val="dk1"/>
                  </a:solidFill>
                  <a:ea typeface="Arial Unicode MS" pitchFamily="34" charset="-128"/>
                </a:rPr>
                <a:t>Service</a:t>
              </a:r>
            </a:p>
            <a:p>
              <a:pPr marL="285750" indent="-285750" defTabSz="914400" fontAlgn="base">
                <a:spcBef>
                  <a:spcPct val="50000"/>
                </a:spcBef>
                <a:spcAft>
                  <a:spcPct val="0"/>
                </a:spcAft>
                <a:buSzPct val="80000"/>
                <a:buFontTx/>
                <a:buChar char="-"/>
              </a:pPr>
              <a:r>
                <a:rPr lang="en-US" sz="1800" kern="0" dirty="0">
                  <a:ea typeface="Arial Unicode MS" pitchFamily="34" charset="-128"/>
                  <a:cs typeface="Arial Unicode MS" pitchFamily="34" charset="-128"/>
                </a:rPr>
                <a:t>Selector:</a:t>
              </a:r>
              <a:br>
                <a:rPr lang="en-US" sz="1800" kern="0" dirty="0">
                  <a:ea typeface="Arial Unicode MS" pitchFamily="34" charset="-128"/>
                  <a:cs typeface="Arial Unicode MS" pitchFamily="34" charset="-128"/>
                </a:rPr>
              </a:br>
              <a:r>
                <a:rPr lang="en-US" sz="1800" b="1" kern="0" dirty="0">
                  <a:ea typeface="Arial Unicode MS" pitchFamily="34" charset="-128"/>
                  <a:cs typeface="Arial Unicode MS" pitchFamily="34" charset="-128"/>
                </a:rPr>
                <a:t>species=</a:t>
              </a:r>
              <a:r>
                <a:rPr lang="en-US" sz="1800" b="1" kern="0" dirty="0" err="1">
                  <a:ea typeface="Arial Unicode MS" pitchFamily="34" charset="-128"/>
                  <a:cs typeface="Arial Unicode MS" pitchFamily="34" charset="-128"/>
                </a:rPr>
                <a:t>koopa</a:t>
              </a:r>
              <a:endParaRPr lang="en-US" sz="1800" b="1" kern="0" dirty="0">
                <a:ea typeface="Arial Unicode MS" pitchFamily="34" charset="-128"/>
                <a:cs typeface="Arial Unicode MS" pitchFamily="34" charset="-128"/>
              </a:endParaRPr>
            </a:p>
            <a:p>
              <a:pPr marL="285750" indent="-285750" defTabSz="914400" fontAlgn="base">
                <a:spcBef>
                  <a:spcPct val="50000"/>
                </a:spcBef>
                <a:spcAft>
                  <a:spcPct val="0"/>
                </a:spcAft>
                <a:buSzPct val="80000"/>
                <a:buFontTx/>
                <a:buChar char="-"/>
              </a:pPr>
              <a:r>
                <a:rPr lang="en-US" sz="1800" kern="0" dirty="0" err="1">
                  <a:solidFill>
                    <a:schemeClr val="dk1"/>
                  </a:solidFill>
                  <a:ea typeface="Arial Unicode MS" pitchFamily="34" charset="-128"/>
                </a:rPr>
                <a:t>TargetPort</a:t>
              </a:r>
              <a:r>
                <a:rPr lang="en-US" sz="1800" kern="0" dirty="0">
                  <a:solidFill>
                    <a:schemeClr val="dk1"/>
                  </a:solidFill>
                  <a:ea typeface="Arial Unicode MS" pitchFamily="34" charset="-128"/>
                </a:rPr>
                <a:t>: </a:t>
              </a:r>
              <a:r>
                <a:rPr lang="en-US" sz="1800" b="1" kern="0" dirty="0">
                  <a:solidFill>
                    <a:schemeClr val="dk1"/>
                  </a:solidFill>
                  <a:ea typeface="Arial Unicode MS" pitchFamily="34" charset="-128"/>
                </a:rPr>
                <a:t>http</a:t>
              </a:r>
            </a:p>
            <a:p>
              <a:pPr marL="285750" indent="-285750" defTabSz="914400" fontAlgn="base">
                <a:spcBef>
                  <a:spcPct val="50000"/>
                </a:spcBef>
                <a:spcAft>
                  <a:spcPct val="0"/>
                </a:spcAft>
                <a:buSzPct val="80000"/>
                <a:buFontTx/>
                <a:buChar char="-"/>
              </a:pPr>
              <a:r>
                <a:rPr lang="en-US" sz="1800" kern="0" dirty="0">
                  <a:solidFill>
                    <a:schemeClr val="dk1"/>
                  </a:solidFill>
                  <a:ea typeface="Arial Unicode MS" pitchFamily="34" charset="-128"/>
                </a:rPr>
                <a:t>Port: 80</a:t>
              </a:r>
            </a:p>
          </p:txBody>
        </p:sp>
        <p:sp>
          <p:nvSpPr>
            <p:cNvPr id="15" name="Rectangle 14">
              <a:extLst>
                <a:ext uri="{FF2B5EF4-FFF2-40B4-BE49-F238E27FC236}">
                  <a16:creationId xmlns:a16="http://schemas.microsoft.com/office/drawing/2014/main" id="{C72EFE74-CEC5-4A75-B01C-41483570F4EF}"/>
                </a:ext>
              </a:extLst>
            </p:cNvPr>
            <p:cNvSpPr/>
            <p:nvPr/>
          </p:nvSpPr>
          <p:spPr bwMode="gray">
            <a:xfrm>
              <a:off x="6735834" y="6103620"/>
              <a:ext cx="994410" cy="457200"/>
            </a:xfrm>
            <a:prstGeom prst="rect">
              <a:avLst/>
            </a:prstGeom>
            <a:ln>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ctr"/>
            <a:lstStyle/>
            <a:p>
              <a:pPr algn="ctr" defTabSz="914400" fontAlgn="base">
                <a:spcBef>
                  <a:spcPts val="600"/>
                </a:spcBef>
                <a:spcAft>
                  <a:spcPct val="0"/>
                </a:spcAft>
                <a:buClr>
                  <a:srgbClr val="F0AB00"/>
                </a:buClr>
                <a:buSzPct val="80000"/>
              </a:pPr>
              <a:r>
                <a:rPr lang="en-US" sz="1800" kern="0" dirty="0">
                  <a:solidFill>
                    <a:schemeClr val="dk1"/>
                  </a:solidFill>
                  <a:latin typeface="+mn-lt"/>
                  <a:ea typeface="Arial Unicode MS" pitchFamily="34" charset="-128"/>
                </a:rPr>
                <a:t>Port</a:t>
              </a:r>
              <a:r>
                <a:rPr lang="en-US" sz="1800" kern="0">
                  <a:solidFill>
                    <a:schemeClr val="dk1"/>
                  </a:solidFill>
                  <a:latin typeface="+mn-lt"/>
                  <a:ea typeface="Arial Unicode MS" pitchFamily="34" charset="-128"/>
                </a:rPr>
                <a:t>: 80</a:t>
              </a:r>
              <a:endParaRPr lang="en-US" sz="1800" kern="0" dirty="0">
                <a:solidFill>
                  <a:schemeClr val="dk1"/>
                </a:solidFill>
                <a:latin typeface="+mn-lt"/>
                <a:ea typeface="Arial Unicode MS" pitchFamily="34" charset="-128"/>
              </a:endParaRPr>
            </a:p>
          </p:txBody>
        </p:sp>
        <p:cxnSp>
          <p:nvCxnSpPr>
            <p:cNvPr id="28" name="Connector: Elbow 27">
              <a:extLst>
                <a:ext uri="{FF2B5EF4-FFF2-40B4-BE49-F238E27FC236}">
                  <a16:creationId xmlns:a16="http://schemas.microsoft.com/office/drawing/2014/main" id="{05915C05-8AE8-49E3-B511-9862741B53DB}"/>
                </a:ext>
              </a:extLst>
            </p:cNvPr>
            <p:cNvCxnSpPr>
              <a:cxnSpLocks/>
              <a:stCxn id="27" idx="2"/>
              <a:endCxn id="8" idx="2"/>
            </p:cNvCxnSpPr>
            <p:nvPr/>
          </p:nvCxnSpPr>
          <p:spPr>
            <a:xfrm rot="10800000">
              <a:off x="1208838" y="3518316"/>
              <a:ext cx="3443173" cy="1698844"/>
            </a:xfrm>
            <a:prstGeom prst="bentConnector2">
              <a:avLst/>
            </a:prstGeom>
            <a:ln w="57150">
              <a:solidFill>
                <a:schemeClr val="tx2"/>
              </a:solidFill>
              <a:headEnd type="none" w="med" len="med"/>
              <a:tailEnd type="triangle"/>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C2226B02-D33A-4A27-A7EF-DEFABA68D66B}"/>
              </a:ext>
            </a:extLst>
          </p:cNvPr>
          <p:cNvSpPr>
            <a:spLocks noGrp="1"/>
          </p:cNvSpPr>
          <p:nvPr>
            <p:ph type="title"/>
          </p:nvPr>
        </p:nvSpPr>
        <p:spPr/>
        <p:txBody>
          <a:bodyPr/>
          <a:lstStyle/>
          <a:p>
            <a:r>
              <a:rPr lang="en-US" dirty="0"/>
              <a:t>Labels &amp; Named Ports</a:t>
            </a:r>
          </a:p>
        </p:txBody>
      </p:sp>
      <p:grpSp>
        <p:nvGrpSpPr>
          <p:cNvPr id="3" name="Group 2">
            <a:extLst>
              <a:ext uri="{FF2B5EF4-FFF2-40B4-BE49-F238E27FC236}">
                <a16:creationId xmlns:a16="http://schemas.microsoft.com/office/drawing/2014/main" id="{BA02E5F6-351A-4475-8339-0F6802116EF8}"/>
              </a:ext>
            </a:extLst>
          </p:cNvPr>
          <p:cNvGrpSpPr/>
          <p:nvPr/>
        </p:nvGrpSpPr>
        <p:grpSpPr>
          <a:xfrm>
            <a:off x="301168" y="1447801"/>
            <a:ext cx="3956448" cy="2273002"/>
            <a:chOff x="301168" y="1447801"/>
            <a:chExt cx="3956448" cy="2273002"/>
          </a:xfrm>
        </p:grpSpPr>
        <p:sp>
          <p:nvSpPr>
            <p:cNvPr id="5" name="Rectangle 4">
              <a:extLst>
                <a:ext uri="{FF2B5EF4-FFF2-40B4-BE49-F238E27FC236}">
                  <a16:creationId xmlns:a16="http://schemas.microsoft.com/office/drawing/2014/main" id="{4F713495-D0C7-4536-A47C-ABE85D9862FF}"/>
                </a:ext>
              </a:extLst>
            </p:cNvPr>
            <p:cNvSpPr/>
            <p:nvPr/>
          </p:nvSpPr>
          <p:spPr bwMode="gray">
            <a:xfrm>
              <a:off x="1179685" y="1808361"/>
              <a:ext cx="2430922" cy="1477234"/>
            </a:xfrm>
            <a:prstGeom prst="rect">
              <a:avLst/>
            </a:prstGeom>
            <a:solidFill>
              <a:schemeClr val="tx2"/>
            </a:solidFill>
            <a:ln>
              <a:headEnd/>
              <a:tailEnd/>
            </a:ln>
          </p:spPr>
          <p:style>
            <a:lnRef idx="2">
              <a:schemeClr val="accent2">
                <a:shade val="50000"/>
              </a:schemeClr>
            </a:lnRef>
            <a:fillRef idx="1">
              <a:schemeClr val="accent2"/>
            </a:fillRef>
            <a:effectRef idx="0">
              <a:schemeClr val="accent2"/>
            </a:effectRef>
            <a:fontRef idx="minor">
              <a:schemeClr val="lt1"/>
            </a:fontRef>
          </p:style>
          <p:txBody>
            <a:bodyPr lIns="90000" tIns="72000" rIns="324000" bIns="72000" rtlCol="0" anchor="ctr"/>
            <a:lstStyle/>
            <a:p>
              <a:pPr algn="r" defTabSz="914400" fontAlgn="base">
                <a:spcBef>
                  <a:spcPct val="50000"/>
                </a:spcBef>
                <a:spcAft>
                  <a:spcPct val="0"/>
                </a:spcAft>
                <a:buClr>
                  <a:srgbClr val="F0AB00"/>
                </a:buClr>
                <a:buSzPct val="80000"/>
              </a:pPr>
              <a:r>
                <a:rPr lang="de-DE" sz="1600" b="1" kern="0" dirty="0" err="1">
                  <a:solidFill>
                    <a:sysClr val="windowText" lastClr="000000"/>
                  </a:solidFill>
                  <a:ea typeface="Arial Unicode MS" pitchFamily="34" charset="-128"/>
                </a:rPr>
                <a:t>koopa-Pod</a:t>
              </a:r>
              <a:endParaRPr lang="de-DE" sz="1600" b="1" kern="0" dirty="0">
                <a:solidFill>
                  <a:sysClr val="windowText" lastClr="000000"/>
                </a:solidFill>
                <a:ea typeface="Arial Unicode MS" pitchFamily="34" charset="-128"/>
              </a:endParaRPr>
            </a:p>
          </p:txBody>
        </p:sp>
        <p:sp>
          <p:nvSpPr>
            <p:cNvPr id="6" name="Rectangle 5">
              <a:extLst>
                <a:ext uri="{FF2B5EF4-FFF2-40B4-BE49-F238E27FC236}">
                  <a16:creationId xmlns:a16="http://schemas.microsoft.com/office/drawing/2014/main" id="{E5AF0BEF-A5C6-477C-A03D-80DD0C56FEF6}"/>
                </a:ext>
              </a:extLst>
            </p:cNvPr>
            <p:cNvSpPr/>
            <p:nvPr/>
          </p:nvSpPr>
          <p:spPr bwMode="gray">
            <a:xfrm>
              <a:off x="736628" y="1447801"/>
              <a:ext cx="1645920" cy="465442"/>
            </a:xfrm>
            <a:prstGeom prst="rect">
              <a:avLst/>
            </a:prstGeom>
            <a:ln>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de-DE" sz="1800" b="0" i="0" u="none" strike="noStrike" kern="0" cap="none" spc="0" normalizeH="0" baseline="0" noProof="0" dirty="0">
                  <a:ln>
                    <a:noFill/>
                  </a:ln>
                  <a:effectLst/>
                  <a:uLnTx/>
                  <a:uFillTx/>
                  <a:ea typeface="Arial Unicode MS" pitchFamily="34" charset="-128"/>
                  <a:cs typeface="Arial Unicode MS" pitchFamily="34" charset="-128"/>
                </a:rPr>
                <a:t>IP: 10.10.10.1</a:t>
              </a:r>
            </a:p>
          </p:txBody>
        </p:sp>
        <p:sp>
          <p:nvSpPr>
            <p:cNvPr id="8" name="Rectangle 7">
              <a:extLst>
                <a:ext uri="{FF2B5EF4-FFF2-40B4-BE49-F238E27FC236}">
                  <a16:creationId xmlns:a16="http://schemas.microsoft.com/office/drawing/2014/main" id="{2A7326BA-2147-4201-9D76-9DEE3806C186}"/>
                </a:ext>
              </a:extLst>
            </p:cNvPr>
            <p:cNvSpPr/>
            <p:nvPr/>
          </p:nvSpPr>
          <p:spPr bwMode="gray">
            <a:xfrm>
              <a:off x="301168" y="3052874"/>
              <a:ext cx="1815338" cy="465442"/>
            </a:xfrm>
            <a:prstGeom prst="rect">
              <a:avLst/>
            </a:prstGeom>
            <a:solidFill>
              <a:schemeClr val="accent1">
                <a:lumMod val="40000"/>
                <a:lumOff val="60000"/>
              </a:schemeClr>
            </a:solidFill>
            <a:ln>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de-DE" sz="1800" kern="0" dirty="0" err="1">
                  <a:ea typeface="Arial Unicode MS" pitchFamily="34" charset="-128"/>
                  <a:cs typeface="Arial Unicode MS" pitchFamily="34" charset="-128"/>
                </a:rPr>
                <a:t>species</a:t>
              </a:r>
              <a:r>
                <a:rPr kumimoji="0" lang="de-DE" sz="1800" b="0" i="0" u="none" strike="noStrike" kern="0" cap="none" spc="0" normalizeH="0" baseline="0" noProof="0" dirty="0">
                  <a:ln>
                    <a:noFill/>
                  </a:ln>
                  <a:effectLst/>
                  <a:uLnTx/>
                  <a:uFillTx/>
                  <a:ea typeface="Arial Unicode MS" pitchFamily="34" charset="-128"/>
                  <a:cs typeface="Arial Unicode MS" pitchFamily="34" charset="-128"/>
                </a:rPr>
                <a:t>=</a:t>
              </a:r>
              <a:r>
                <a:rPr kumimoji="0" lang="de-DE" sz="1800" b="0" i="0" u="none" strike="noStrike" kern="0" cap="none" spc="0" normalizeH="0" baseline="0" noProof="0" dirty="0" err="1">
                  <a:ln>
                    <a:noFill/>
                  </a:ln>
                  <a:effectLst/>
                  <a:uLnTx/>
                  <a:uFillTx/>
                  <a:ea typeface="Arial Unicode MS" pitchFamily="34" charset="-128"/>
                  <a:cs typeface="Arial Unicode MS" pitchFamily="34" charset="-128"/>
                </a:rPr>
                <a:t>koopa</a:t>
              </a:r>
              <a:endParaRPr kumimoji="0" lang="de-DE" sz="1800" b="0" i="0" u="none" strike="noStrike" kern="0" cap="none" spc="0" normalizeH="0" baseline="0" noProof="0" dirty="0">
                <a:ln>
                  <a:noFill/>
                </a:ln>
                <a:effectLst/>
                <a:uLnTx/>
                <a:uFillTx/>
                <a:ea typeface="Arial Unicode MS" pitchFamily="34" charset="-128"/>
                <a:cs typeface="Arial Unicode MS" pitchFamily="34" charset="-128"/>
              </a:endParaRPr>
            </a:p>
          </p:txBody>
        </p:sp>
        <p:sp>
          <p:nvSpPr>
            <p:cNvPr id="12" name="Rectangle 11">
              <a:extLst>
                <a:ext uri="{FF2B5EF4-FFF2-40B4-BE49-F238E27FC236}">
                  <a16:creationId xmlns:a16="http://schemas.microsoft.com/office/drawing/2014/main" id="{67BFC906-AFD7-4353-A1E7-A99CA1E80D65}"/>
                </a:ext>
              </a:extLst>
            </p:cNvPr>
            <p:cNvSpPr/>
            <p:nvPr/>
          </p:nvSpPr>
          <p:spPr bwMode="gray">
            <a:xfrm>
              <a:off x="2724574" y="2878625"/>
              <a:ext cx="1533042" cy="842178"/>
            </a:xfrm>
            <a:prstGeom prst="rect">
              <a:avLst/>
            </a:prstGeom>
            <a:ln>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ctr"/>
            <a:lstStyle/>
            <a:p>
              <a:pPr marR="0" algn="ctr" defTabSz="914400" eaLnBrk="1" fontAlgn="base" latinLnBrk="0" hangingPunct="1">
                <a:lnSpc>
                  <a:spcPct val="100000"/>
                </a:lnSpc>
                <a:spcBef>
                  <a:spcPts val="600"/>
                </a:spcBef>
                <a:spcAft>
                  <a:spcPct val="0"/>
                </a:spcAft>
                <a:buClr>
                  <a:srgbClr val="F0AB00"/>
                </a:buClr>
                <a:buSzPct val="80000"/>
                <a:tabLst/>
              </a:pPr>
              <a:r>
                <a:rPr lang="de-DE" sz="1800" kern="0" dirty="0">
                  <a:ea typeface="Arial Unicode MS" pitchFamily="34" charset="-128"/>
                  <a:cs typeface="Arial Unicode MS" pitchFamily="34" charset="-128"/>
                </a:rPr>
                <a:t>Port: 80</a:t>
              </a:r>
            </a:p>
            <a:p>
              <a:pPr marR="0" algn="ctr" defTabSz="914400" eaLnBrk="1" fontAlgn="base" latinLnBrk="0" hangingPunct="1">
                <a:lnSpc>
                  <a:spcPct val="100000"/>
                </a:lnSpc>
                <a:spcBef>
                  <a:spcPts val="600"/>
                </a:spcBef>
                <a:spcAft>
                  <a:spcPct val="0"/>
                </a:spcAft>
                <a:buClr>
                  <a:srgbClr val="F0AB00"/>
                </a:buClr>
                <a:buSzPct val="80000"/>
                <a:tabLst/>
              </a:pPr>
              <a:r>
                <a:rPr kumimoji="0" lang="de-DE" sz="1800" b="0" i="0" u="none" strike="noStrike" kern="0" cap="none" spc="0" normalizeH="0" baseline="0" noProof="0" dirty="0">
                  <a:ln>
                    <a:noFill/>
                  </a:ln>
                  <a:effectLst/>
                  <a:uLnTx/>
                  <a:uFillTx/>
                  <a:ea typeface="Arial Unicode MS" pitchFamily="34" charset="-128"/>
                  <a:cs typeface="Arial Unicode MS" pitchFamily="34" charset="-128"/>
                </a:rPr>
                <a:t>Name: </a:t>
              </a:r>
              <a:r>
                <a:rPr kumimoji="0" lang="de-DE" sz="1800" b="1" i="0" u="none" strike="noStrike" kern="0" cap="none" spc="0" normalizeH="0" baseline="0" noProof="0" dirty="0">
                  <a:ln>
                    <a:noFill/>
                  </a:ln>
                  <a:effectLst/>
                  <a:uLnTx/>
                  <a:uFillTx/>
                  <a:ea typeface="Arial Unicode MS" pitchFamily="34" charset="-128"/>
                  <a:cs typeface="Arial Unicode MS" pitchFamily="34" charset="-128"/>
                </a:rPr>
                <a:t>http</a:t>
              </a:r>
            </a:p>
          </p:txBody>
        </p:sp>
        <p:pic>
          <p:nvPicPr>
            <p:cNvPr id="21" name="Picture 2" descr="https://vignette.wikia.nocookie.net/nintendo/images/8/83/KoopaNSMB.png/revision/latest?cb=20110724132501&amp;path-prefix=en">
              <a:extLst>
                <a:ext uri="{FF2B5EF4-FFF2-40B4-BE49-F238E27FC236}">
                  <a16:creationId xmlns:a16="http://schemas.microsoft.com/office/drawing/2014/main" id="{E3EE2C5C-6B3C-4DB8-BC93-E2542A6275A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54160" y="2096023"/>
              <a:ext cx="512545" cy="815541"/>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1" name="Group 10">
            <a:extLst>
              <a:ext uri="{FF2B5EF4-FFF2-40B4-BE49-F238E27FC236}">
                <a16:creationId xmlns:a16="http://schemas.microsoft.com/office/drawing/2014/main" id="{CADC3F7F-89FE-409F-B3FF-9644CB8CF101}"/>
              </a:ext>
            </a:extLst>
          </p:cNvPr>
          <p:cNvGrpSpPr/>
          <p:nvPr/>
        </p:nvGrpSpPr>
        <p:grpSpPr>
          <a:xfrm>
            <a:off x="7066621" y="1447801"/>
            <a:ext cx="4175243" cy="2273002"/>
            <a:chOff x="7066621" y="1447801"/>
            <a:chExt cx="4175243" cy="2273002"/>
          </a:xfrm>
        </p:grpSpPr>
        <p:sp>
          <p:nvSpPr>
            <p:cNvPr id="23" name="Rectangle 22">
              <a:extLst>
                <a:ext uri="{FF2B5EF4-FFF2-40B4-BE49-F238E27FC236}">
                  <a16:creationId xmlns:a16="http://schemas.microsoft.com/office/drawing/2014/main" id="{B487C0ED-C9A9-4905-9A5E-B676B88C332E}"/>
                </a:ext>
              </a:extLst>
            </p:cNvPr>
            <p:cNvSpPr/>
            <p:nvPr/>
          </p:nvSpPr>
          <p:spPr bwMode="gray">
            <a:xfrm>
              <a:off x="8163932" y="1808361"/>
              <a:ext cx="2705997" cy="1477234"/>
            </a:xfrm>
            <a:prstGeom prst="rect">
              <a:avLst/>
            </a:prstGeom>
            <a:solidFill>
              <a:schemeClr val="tx2"/>
            </a:solidFill>
            <a:ln>
              <a:headEnd/>
              <a:tailEnd/>
            </a:ln>
          </p:spPr>
          <p:style>
            <a:lnRef idx="2">
              <a:schemeClr val="accent2">
                <a:shade val="50000"/>
              </a:schemeClr>
            </a:lnRef>
            <a:fillRef idx="1">
              <a:schemeClr val="accent2"/>
            </a:fillRef>
            <a:effectRef idx="0">
              <a:schemeClr val="accent2"/>
            </a:effectRef>
            <a:fontRef idx="minor">
              <a:schemeClr val="lt1"/>
            </a:fontRef>
          </p:style>
          <p:txBody>
            <a:bodyPr lIns="90000" tIns="72000" rIns="324000" bIns="72000" rtlCol="0" anchor="ctr"/>
            <a:lstStyle/>
            <a:p>
              <a:pPr algn="r" defTabSz="914400" fontAlgn="base">
                <a:spcBef>
                  <a:spcPct val="50000"/>
                </a:spcBef>
                <a:spcAft>
                  <a:spcPct val="0"/>
                </a:spcAft>
                <a:buClr>
                  <a:srgbClr val="F0AB00"/>
                </a:buClr>
                <a:buSzPct val="80000"/>
              </a:pPr>
              <a:r>
                <a:rPr lang="de-DE" sz="1600" b="1" kern="0" dirty="0" err="1">
                  <a:solidFill>
                    <a:sysClr val="windowText" lastClr="000000"/>
                  </a:solidFill>
                  <a:ea typeface="Arial Unicode MS" pitchFamily="34" charset="-128"/>
                </a:rPr>
                <a:t>goomba-Pod</a:t>
              </a:r>
              <a:endParaRPr lang="de-DE" sz="1600" b="1" kern="0" dirty="0">
                <a:solidFill>
                  <a:sysClr val="windowText" lastClr="000000"/>
                </a:solidFill>
                <a:ea typeface="Arial Unicode MS" pitchFamily="34" charset="-128"/>
              </a:endParaRPr>
            </a:p>
          </p:txBody>
        </p:sp>
        <p:sp>
          <p:nvSpPr>
            <p:cNvPr id="24" name="Rectangle 23">
              <a:extLst>
                <a:ext uri="{FF2B5EF4-FFF2-40B4-BE49-F238E27FC236}">
                  <a16:creationId xmlns:a16="http://schemas.microsoft.com/office/drawing/2014/main" id="{B91FF4A5-F996-4555-B8E0-9C4BC764B552}"/>
                </a:ext>
              </a:extLst>
            </p:cNvPr>
            <p:cNvSpPr/>
            <p:nvPr/>
          </p:nvSpPr>
          <p:spPr bwMode="gray">
            <a:xfrm>
              <a:off x="7720876" y="1447801"/>
              <a:ext cx="1645920" cy="465442"/>
            </a:xfrm>
            <a:prstGeom prst="rect">
              <a:avLst/>
            </a:prstGeom>
            <a:ln>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de-DE" sz="1800" b="0" i="0" u="none" strike="noStrike" kern="0" cap="none" spc="0" normalizeH="0" baseline="0" noProof="0" dirty="0">
                  <a:ln>
                    <a:noFill/>
                  </a:ln>
                  <a:effectLst/>
                  <a:uLnTx/>
                  <a:uFillTx/>
                  <a:ea typeface="Arial Unicode MS" pitchFamily="34" charset="-128"/>
                  <a:cs typeface="Arial Unicode MS" pitchFamily="34" charset="-128"/>
                </a:rPr>
                <a:t>IP: 10.10.10.3</a:t>
              </a:r>
            </a:p>
          </p:txBody>
        </p:sp>
        <p:sp>
          <p:nvSpPr>
            <p:cNvPr id="25" name="Rectangle 24">
              <a:extLst>
                <a:ext uri="{FF2B5EF4-FFF2-40B4-BE49-F238E27FC236}">
                  <a16:creationId xmlns:a16="http://schemas.microsoft.com/office/drawing/2014/main" id="{FDF3E291-A9F0-4EEC-94B6-05CDBE347AF5}"/>
                </a:ext>
              </a:extLst>
            </p:cNvPr>
            <p:cNvSpPr/>
            <p:nvPr/>
          </p:nvSpPr>
          <p:spPr bwMode="gray">
            <a:xfrm>
              <a:off x="7066621" y="3052874"/>
              <a:ext cx="2034133" cy="465442"/>
            </a:xfrm>
            <a:prstGeom prst="rect">
              <a:avLst/>
            </a:prstGeom>
            <a:solidFill>
              <a:schemeClr val="accent1">
                <a:lumMod val="40000"/>
                <a:lumOff val="60000"/>
              </a:schemeClr>
            </a:solidFill>
            <a:ln>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de-DE" sz="1800" kern="0" dirty="0" err="1">
                  <a:ea typeface="Arial Unicode MS" pitchFamily="34" charset="-128"/>
                  <a:cs typeface="Arial Unicode MS" pitchFamily="34" charset="-128"/>
                </a:rPr>
                <a:t>species</a:t>
              </a:r>
              <a:r>
                <a:rPr kumimoji="0" lang="de-DE" sz="1800" b="0" i="0" u="none" strike="noStrike" kern="0" cap="none" spc="0" normalizeH="0" baseline="0" noProof="0" dirty="0">
                  <a:ln>
                    <a:noFill/>
                  </a:ln>
                  <a:effectLst/>
                  <a:uLnTx/>
                  <a:uFillTx/>
                  <a:ea typeface="Arial Unicode MS" pitchFamily="34" charset="-128"/>
                  <a:cs typeface="Arial Unicode MS" pitchFamily="34" charset="-128"/>
                </a:rPr>
                <a:t>=</a:t>
              </a:r>
              <a:r>
                <a:rPr kumimoji="0" lang="de-DE" sz="1800" b="0" i="0" u="none" strike="noStrike" kern="0" cap="none" spc="0" normalizeH="0" baseline="0" noProof="0" dirty="0" err="1">
                  <a:ln>
                    <a:noFill/>
                  </a:ln>
                  <a:effectLst/>
                  <a:uLnTx/>
                  <a:uFillTx/>
                  <a:ea typeface="Arial Unicode MS" pitchFamily="34" charset="-128"/>
                  <a:cs typeface="Arial Unicode MS" pitchFamily="34" charset="-128"/>
                </a:rPr>
                <a:t>goomba</a:t>
              </a:r>
              <a:endParaRPr kumimoji="0" lang="de-DE" sz="1800" b="0" i="0" u="none" strike="noStrike" kern="0" cap="none" spc="0" normalizeH="0" baseline="0" noProof="0" dirty="0">
                <a:ln>
                  <a:noFill/>
                </a:ln>
                <a:effectLst/>
                <a:uLnTx/>
                <a:uFillTx/>
                <a:ea typeface="Arial Unicode MS" pitchFamily="34" charset="-128"/>
                <a:cs typeface="Arial Unicode MS" pitchFamily="34" charset="-128"/>
              </a:endParaRPr>
            </a:p>
          </p:txBody>
        </p:sp>
        <p:sp>
          <p:nvSpPr>
            <p:cNvPr id="26" name="Rectangle 25">
              <a:extLst>
                <a:ext uri="{FF2B5EF4-FFF2-40B4-BE49-F238E27FC236}">
                  <a16:creationId xmlns:a16="http://schemas.microsoft.com/office/drawing/2014/main" id="{9C4ABB6E-98AA-44E9-BBAB-FA89D332F4D5}"/>
                </a:ext>
              </a:extLst>
            </p:cNvPr>
            <p:cNvSpPr/>
            <p:nvPr/>
          </p:nvSpPr>
          <p:spPr bwMode="gray">
            <a:xfrm>
              <a:off x="9708822" y="2878625"/>
              <a:ext cx="1533042" cy="842178"/>
            </a:xfrm>
            <a:prstGeom prst="rect">
              <a:avLst/>
            </a:prstGeom>
            <a:ln>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ctr"/>
            <a:lstStyle/>
            <a:p>
              <a:pPr marR="0" algn="ctr" defTabSz="914400" eaLnBrk="1" fontAlgn="base" latinLnBrk="0" hangingPunct="1">
                <a:lnSpc>
                  <a:spcPct val="100000"/>
                </a:lnSpc>
                <a:spcBef>
                  <a:spcPts val="600"/>
                </a:spcBef>
                <a:spcAft>
                  <a:spcPct val="0"/>
                </a:spcAft>
                <a:buClr>
                  <a:srgbClr val="F0AB00"/>
                </a:buClr>
                <a:buSzPct val="80000"/>
                <a:tabLst/>
              </a:pPr>
              <a:r>
                <a:rPr lang="de-DE" sz="1800" kern="0" dirty="0">
                  <a:ea typeface="Arial Unicode MS" pitchFamily="34" charset="-128"/>
                  <a:cs typeface="Arial Unicode MS" pitchFamily="34" charset="-128"/>
                </a:rPr>
                <a:t>Port: 8080</a:t>
              </a:r>
            </a:p>
          </p:txBody>
        </p:sp>
        <p:pic>
          <p:nvPicPr>
            <p:cNvPr id="10" name="Picture 9">
              <a:extLst>
                <a:ext uri="{FF2B5EF4-FFF2-40B4-BE49-F238E27FC236}">
                  <a16:creationId xmlns:a16="http://schemas.microsoft.com/office/drawing/2014/main" id="{54F0BC9E-565E-4A8A-AE06-95B25752010B}"/>
                </a:ext>
              </a:extLst>
            </p:cNvPr>
            <p:cNvPicPr>
              <a:picLocks noChangeAspect="1"/>
            </p:cNvPicPr>
            <p:nvPr/>
          </p:nvPicPr>
          <p:blipFill>
            <a:blip r:embed="rId4"/>
            <a:stretch>
              <a:fillRect/>
            </a:stretch>
          </p:blipFill>
          <p:spPr>
            <a:xfrm>
              <a:off x="8458102" y="2155394"/>
              <a:ext cx="631124" cy="783168"/>
            </a:xfrm>
            <a:prstGeom prst="rect">
              <a:avLst/>
            </a:prstGeom>
          </p:spPr>
        </p:pic>
      </p:grpSp>
    </p:spTree>
    <p:extLst>
      <p:ext uri="{BB962C8B-B14F-4D97-AF65-F5344CB8AC3E}">
        <p14:creationId xmlns:p14="http://schemas.microsoft.com/office/powerpoint/2010/main" val="86965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37"/>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Service types: Cluster IP, NodePort, </a:t>
            </a:r>
            <a:r>
              <a:rPr lang="en-US" dirty="0" err="1"/>
              <a:t>Loadbalancer</a:t>
            </a:r>
            <a:endParaRPr lang="en-US" dirty="0"/>
          </a:p>
        </p:txBody>
      </p:sp>
      <p:sp>
        <p:nvSpPr>
          <p:cNvPr id="3" name="Rectangle 2"/>
          <p:cNvSpPr/>
          <p:nvPr/>
        </p:nvSpPr>
        <p:spPr>
          <a:xfrm>
            <a:off x="504001" y="1139987"/>
            <a:ext cx="10430699" cy="3970318"/>
          </a:xfrm>
          <a:prstGeom prst="rect">
            <a:avLst/>
          </a:prstGeom>
        </p:spPr>
        <p:txBody>
          <a:bodyPr wrap="square">
            <a:spAutoFit/>
          </a:bodyPr>
          <a:lstStyle/>
          <a:p>
            <a:pPr marL="342900" indent="-342900">
              <a:buFont typeface="Wingdings" panose="05000000000000000000" pitchFamily="2" charset="2"/>
              <a:buChar char="§"/>
            </a:pPr>
            <a:r>
              <a:rPr lang="en-US" dirty="0">
                <a:sym typeface="Wingdings" panose="05000000000000000000" pitchFamily="2" charset="2"/>
              </a:rPr>
              <a:t>Cluster IP </a:t>
            </a:r>
          </a:p>
          <a:p>
            <a:pPr marL="887288" lvl="1" indent="-342900">
              <a:buClr>
                <a:schemeClr val="tx1"/>
              </a:buClr>
              <a:buFont typeface="Symbol" panose="05050102010706020507" pitchFamily="18" charset="2"/>
              <a:buChar char="-"/>
            </a:pPr>
            <a:r>
              <a:rPr lang="en-US" dirty="0">
                <a:sym typeface="Wingdings" panose="05000000000000000000" pitchFamily="2" charset="2"/>
              </a:rPr>
              <a:t>service is only routable inside the Kubernetes cluster’s subnet</a:t>
            </a:r>
          </a:p>
          <a:p>
            <a:pPr marL="887288" lvl="1" indent="-342900">
              <a:buClr>
                <a:schemeClr val="tx1"/>
              </a:buClr>
              <a:buFont typeface="Symbol" panose="05050102010706020507" pitchFamily="18" charset="2"/>
              <a:buChar char="-"/>
            </a:pPr>
            <a:r>
              <a:rPr lang="en-US" dirty="0">
                <a:sym typeface="Wingdings" panose="05000000000000000000" pitchFamily="2" charset="2"/>
              </a:rPr>
              <a:t>Default service type, every service regardless of its type gets a cluster </a:t>
            </a:r>
            <a:r>
              <a:rPr lang="en-US" dirty="0" err="1">
                <a:sym typeface="Wingdings" panose="05000000000000000000" pitchFamily="2" charset="2"/>
              </a:rPr>
              <a:t>ip</a:t>
            </a:r>
            <a:endParaRPr lang="en-US" dirty="0">
              <a:sym typeface="Wingdings" panose="05000000000000000000" pitchFamily="2" charset="2"/>
            </a:endParaRPr>
          </a:p>
          <a:p>
            <a:pPr marL="342900" indent="-342900">
              <a:buFont typeface="Wingdings" panose="05000000000000000000" pitchFamily="2" charset="2"/>
              <a:buChar char="§"/>
            </a:pPr>
            <a:r>
              <a:rPr lang="en-US" dirty="0">
                <a:sym typeface="Wingdings" panose="05000000000000000000" pitchFamily="2" charset="2"/>
              </a:rPr>
              <a:t>LoadBalancer</a:t>
            </a:r>
          </a:p>
          <a:p>
            <a:pPr marL="887288" lvl="1" indent="-342900">
              <a:buClr>
                <a:schemeClr val="tx1"/>
              </a:buClr>
              <a:buFont typeface="Symbol" panose="05050102010706020507" pitchFamily="18" charset="2"/>
              <a:buChar char="-"/>
            </a:pPr>
            <a:r>
              <a:rPr lang="en-US" dirty="0">
                <a:sym typeface="Wingdings" panose="05000000000000000000" pitchFamily="2" charset="2"/>
              </a:rPr>
              <a:t>Allocates a publicly routable IP address and forwards incoming requests to the respective service</a:t>
            </a:r>
          </a:p>
          <a:p>
            <a:pPr marL="887288" lvl="1" indent="-342900">
              <a:buClr>
                <a:schemeClr val="tx1"/>
              </a:buClr>
              <a:buFont typeface="Symbol" panose="05050102010706020507" pitchFamily="18" charset="2"/>
              <a:buChar char="-"/>
            </a:pPr>
            <a:r>
              <a:rPr lang="en-US" dirty="0">
                <a:sym typeface="Wingdings" panose="05000000000000000000" pitchFamily="2" charset="2"/>
              </a:rPr>
              <a:t>Dependent on infrastructure provider – might not be available everywhere</a:t>
            </a:r>
          </a:p>
          <a:p>
            <a:pPr marL="342900" indent="-342900">
              <a:buFont typeface="Wingdings" panose="05000000000000000000" pitchFamily="2" charset="2"/>
              <a:buChar char="§"/>
            </a:pPr>
            <a:r>
              <a:rPr lang="en-US" dirty="0">
                <a:sym typeface="Wingdings" panose="05000000000000000000" pitchFamily="2" charset="2"/>
              </a:rPr>
              <a:t>NodePort</a:t>
            </a:r>
          </a:p>
          <a:p>
            <a:pPr marL="887288" lvl="1" indent="-342900">
              <a:buClr>
                <a:schemeClr val="tx1"/>
              </a:buClr>
              <a:buFont typeface="Symbol" panose="05050102010706020507" pitchFamily="18" charset="2"/>
              <a:buChar char="-"/>
            </a:pPr>
            <a:r>
              <a:rPr lang="en-US" dirty="0">
                <a:sym typeface="Wingdings" panose="05000000000000000000" pitchFamily="2" charset="2"/>
              </a:rPr>
              <a:t>Allocates a free port from range 30000 – 32767</a:t>
            </a:r>
          </a:p>
          <a:p>
            <a:pPr marL="887288" lvl="1" indent="-342900">
              <a:buClr>
                <a:schemeClr val="tx1"/>
              </a:buClr>
              <a:buFont typeface="Symbol" panose="05050102010706020507" pitchFamily="18" charset="2"/>
              <a:buChar char="-"/>
            </a:pPr>
            <a:r>
              <a:rPr lang="en-US" dirty="0">
                <a:sym typeface="Wingdings" panose="05000000000000000000" pitchFamily="2" charset="2"/>
              </a:rPr>
              <a:t>The port is opened on all nodes of the cluster, incoming traffic is routed to the respective service</a:t>
            </a:r>
          </a:p>
          <a:p>
            <a:pPr lvl="1">
              <a:buNone/>
            </a:pPr>
            <a:endParaRPr lang="en-US" dirty="0">
              <a:sym typeface="Wingdings" panose="05000000000000000000" pitchFamily="2" charset="2"/>
            </a:endParaRPr>
          </a:p>
        </p:txBody>
      </p:sp>
    </p:spTree>
    <p:extLst>
      <p:ext uri="{BB962C8B-B14F-4D97-AF65-F5344CB8AC3E}">
        <p14:creationId xmlns:p14="http://schemas.microsoft.com/office/powerpoint/2010/main" val="42646719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6AF9BECC-C563-41A7-9A52-148BF3719B70}"/>
              </a:ext>
            </a:extLst>
          </p:cNvPr>
          <p:cNvSpPr/>
          <p:nvPr/>
        </p:nvSpPr>
        <p:spPr bwMode="gray">
          <a:xfrm>
            <a:off x="645459" y="1035424"/>
            <a:ext cx="10797988" cy="5163670"/>
          </a:xfrm>
          <a:prstGeom prst="rect">
            <a:avLst/>
          </a:prstGeom>
          <a:solidFill>
            <a:schemeClr val="accent3">
              <a:lumMod val="20000"/>
              <a:lumOff val="80000"/>
            </a:schemeClr>
          </a:solidFill>
          <a:ln w="6350" algn="ctr">
            <a:noFill/>
            <a:miter lim="800000"/>
            <a:headEnd/>
            <a:tailEnd/>
          </a:ln>
        </p:spPr>
        <p:txBody>
          <a:bodyPr lIns="90000" tIns="72000" rIns="144000" bIns="72000" rtlCol="0" anchor="t"/>
          <a:lstStyle/>
          <a:p>
            <a:pPr marR="0" algn="r" defTabSz="914400" eaLnBrk="1" fontAlgn="base" latinLnBrk="0" hangingPunct="1">
              <a:lnSpc>
                <a:spcPct val="100000"/>
              </a:lnSpc>
              <a:spcBef>
                <a:spcPct val="50000"/>
              </a:spcBef>
              <a:spcAft>
                <a:spcPct val="0"/>
              </a:spcAft>
              <a:buClr>
                <a:srgbClr val="F0AB00"/>
              </a:buClr>
              <a:buSzPct val="80000"/>
              <a:tabLst/>
            </a:pPr>
            <a:r>
              <a:rPr kumimoji="0" lang="en-US" sz="1800" b="1" i="1" u="none" strike="noStrike" kern="0" cap="none" spc="0" normalizeH="0" baseline="0" noProof="0" dirty="0">
                <a:ln>
                  <a:noFill/>
                </a:ln>
                <a:solidFill>
                  <a:schemeClr val="accent3">
                    <a:lumMod val="75000"/>
                  </a:schemeClr>
                </a:solidFill>
                <a:effectLst/>
                <a:uLnTx/>
                <a:uFillTx/>
                <a:ea typeface="Arial Unicode MS" pitchFamily="34" charset="-128"/>
                <a:cs typeface="Arial Unicode MS" pitchFamily="34" charset="-128"/>
              </a:rPr>
              <a:t>Cluster</a:t>
            </a:r>
          </a:p>
        </p:txBody>
      </p:sp>
      <p:sp>
        <p:nvSpPr>
          <p:cNvPr id="38" name="Rectangle 37"/>
          <p:cNvSpPr/>
          <p:nvPr/>
        </p:nvSpPr>
        <p:spPr bwMode="gray">
          <a:xfrm>
            <a:off x="8353098" y="2668940"/>
            <a:ext cx="2542902" cy="1994263"/>
          </a:xfrm>
          <a:prstGeom prst="rect">
            <a:avLst/>
          </a:prstGeom>
          <a:noFill/>
          <a:ln w="76200"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8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37" name="Rectangle 36"/>
          <p:cNvSpPr/>
          <p:nvPr/>
        </p:nvSpPr>
        <p:spPr bwMode="gray">
          <a:xfrm>
            <a:off x="975564" y="1321321"/>
            <a:ext cx="3045620" cy="4667794"/>
          </a:xfrm>
          <a:prstGeom prst="rect">
            <a:avLst/>
          </a:prstGeom>
          <a:noFill/>
          <a:ln w="76200" cap="flat" cmpd="sng" algn="ctr">
            <a:solidFill>
              <a:srgbClr val="00B05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lIns="90000" tIns="72000" rIns="90000" bIns="72000" rtlCol="0" anchor="ctr"/>
          <a:lstStyle/>
          <a:p>
            <a:pPr algn="ctr" defTabSz="914400" fontAlgn="base">
              <a:spcBef>
                <a:spcPct val="50000"/>
              </a:spcBef>
              <a:spcAft>
                <a:spcPct val="0"/>
              </a:spcAft>
              <a:buClr>
                <a:srgbClr val="F0AB00"/>
              </a:buClr>
              <a:buSzPct val="80000"/>
            </a:pPr>
            <a:endParaRPr lang="en-US" sz="1800" kern="0" dirty="0" err="1">
              <a:solidFill>
                <a:schemeClr val="accent5"/>
              </a:solidFill>
              <a:latin typeface="+mn-lt"/>
              <a:ea typeface="Arial Unicode MS" pitchFamily="34" charset="-128"/>
              <a:cs typeface="Arial Unicode MS" pitchFamily="34" charset="-128"/>
            </a:endParaRPr>
          </a:p>
        </p:txBody>
      </p:sp>
      <p:sp>
        <p:nvSpPr>
          <p:cNvPr id="2" name="Title 1"/>
          <p:cNvSpPr>
            <a:spLocks noGrp="1"/>
          </p:cNvSpPr>
          <p:nvPr>
            <p:ph type="title"/>
          </p:nvPr>
        </p:nvSpPr>
        <p:spPr/>
        <p:txBody>
          <a:bodyPr/>
          <a:lstStyle/>
          <a:p>
            <a:r>
              <a:rPr lang="en-US" dirty="0" err="1"/>
              <a:t>ClusterIP</a:t>
            </a:r>
            <a:r>
              <a:rPr lang="en-US" dirty="0"/>
              <a:t> services – cluster internal load balancing</a:t>
            </a:r>
          </a:p>
        </p:txBody>
      </p:sp>
      <p:sp>
        <p:nvSpPr>
          <p:cNvPr id="3" name="Rectangle: Single Corner Snipped 2"/>
          <p:cNvSpPr/>
          <p:nvPr/>
        </p:nvSpPr>
        <p:spPr bwMode="gray">
          <a:xfrm>
            <a:off x="4266503" y="3172065"/>
            <a:ext cx="1776947" cy="988022"/>
          </a:xfrm>
          <a:prstGeom prst="snip1Rect">
            <a:avLst/>
          </a:prstGeom>
          <a:solidFill>
            <a:schemeClr val="tx2"/>
          </a:solidFill>
          <a:ln>
            <a:headEnd/>
            <a:tailEnd/>
          </a:ln>
        </p:spPr>
        <p:style>
          <a:lnRef idx="2">
            <a:schemeClr val="accent2">
              <a:shade val="50000"/>
            </a:schemeClr>
          </a:lnRef>
          <a:fillRef idx="1">
            <a:schemeClr val="accent2"/>
          </a:fillRef>
          <a:effectRef idx="0">
            <a:schemeClr val="accent2"/>
          </a:effectRef>
          <a:fontRef idx="minor">
            <a:schemeClr val="lt1"/>
          </a:fontRef>
        </p:style>
        <p:txBody>
          <a:bodyPr lIns="90000" tIns="72000" rIns="90000" bIns="72000" rtlCol="0" anchor="ctr"/>
          <a:lstStyle/>
          <a:p>
            <a:pPr algn="ctr" defTabSz="914400" fontAlgn="base">
              <a:spcBef>
                <a:spcPct val="50000"/>
              </a:spcBef>
              <a:spcAft>
                <a:spcPct val="0"/>
              </a:spcAft>
              <a:buClr>
                <a:srgbClr val="F0AB00"/>
              </a:buClr>
              <a:buSzPct val="80000"/>
            </a:pPr>
            <a:r>
              <a:rPr lang="en-US" sz="1600" b="1" kern="0" dirty="0" err="1">
                <a:solidFill>
                  <a:sysClr val="windowText" lastClr="000000"/>
                </a:solidFill>
                <a:ea typeface="Arial Unicode MS" pitchFamily="34" charset="-128"/>
              </a:rPr>
              <a:t>koopa</a:t>
            </a:r>
            <a:r>
              <a:rPr lang="en-US" sz="1600" b="1" kern="0" dirty="0">
                <a:solidFill>
                  <a:sysClr val="windowText" lastClr="000000"/>
                </a:solidFill>
                <a:ea typeface="Arial Unicode MS" pitchFamily="34" charset="-128"/>
              </a:rPr>
              <a:t>-service</a:t>
            </a:r>
          </a:p>
        </p:txBody>
      </p:sp>
      <p:sp>
        <p:nvSpPr>
          <p:cNvPr id="8" name="Rectangle 7"/>
          <p:cNvSpPr/>
          <p:nvPr/>
        </p:nvSpPr>
        <p:spPr bwMode="gray">
          <a:xfrm>
            <a:off x="8716880" y="3085645"/>
            <a:ext cx="1815338" cy="1160859"/>
          </a:xfrm>
          <a:prstGeom prst="rect">
            <a:avLst/>
          </a:prstGeom>
          <a:solidFill>
            <a:schemeClr val="tx2"/>
          </a:solidFill>
          <a:ln>
            <a:headEnd/>
            <a:tailEnd/>
          </a:ln>
        </p:spPr>
        <p:style>
          <a:lnRef idx="2">
            <a:schemeClr val="accent2">
              <a:shade val="50000"/>
            </a:schemeClr>
          </a:lnRef>
          <a:fillRef idx="1">
            <a:schemeClr val="accent2"/>
          </a:fillRef>
          <a:effectRef idx="0">
            <a:schemeClr val="accent2"/>
          </a:effectRef>
          <a:fontRef idx="minor">
            <a:schemeClr val="lt1"/>
          </a:fontRef>
        </p:style>
        <p:txBody>
          <a:bodyPr lIns="90000" tIns="72000" rIns="90000" bIns="72000" rtlCol="0" anchor="ctr"/>
          <a:lstStyle/>
          <a:p>
            <a:pPr algn="ctr" defTabSz="914400" fontAlgn="base">
              <a:spcBef>
                <a:spcPct val="50000"/>
              </a:spcBef>
              <a:spcAft>
                <a:spcPct val="0"/>
              </a:spcAft>
              <a:buClr>
                <a:srgbClr val="F0AB00"/>
              </a:buClr>
              <a:buSzPct val="80000"/>
            </a:pPr>
            <a:endParaRPr lang="de-DE" sz="1600" b="1" kern="0" dirty="0">
              <a:solidFill>
                <a:sysClr val="windowText" lastClr="000000"/>
              </a:solidFill>
              <a:ea typeface="Arial Unicode MS" pitchFamily="34" charset="-128"/>
            </a:endParaRPr>
          </a:p>
          <a:p>
            <a:pPr algn="ctr" defTabSz="914400" fontAlgn="base">
              <a:spcBef>
                <a:spcPct val="50000"/>
              </a:spcBef>
              <a:spcAft>
                <a:spcPct val="0"/>
              </a:spcAft>
              <a:buClr>
                <a:srgbClr val="F0AB00"/>
              </a:buClr>
              <a:buSzPct val="80000"/>
            </a:pPr>
            <a:r>
              <a:rPr lang="de-DE" sz="1600" b="1" kern="0" dirty="0" err="1">
                <a:solidFill>
                  <a:sysClr val="windowText" lastClr="000000"/>
                </a:solidFill>
                <a:ea typeface="Arial Unicode MS" pitchFamily="34" charset="-128"/>
              </a:rPr>
              <a:t>Pod</a:t>
            </a:r>
            <a:endParaRPr lang="de-DE" sz="1600" b="1" kern="0" dirty="0">
              <a:solidFill>
                <a:sysClr val="windowText" lastClr="000000"/>
              </a:solidFill>
              <a:ea typeface="Arial Unicode MS" pitchFamily="34" charset="-128"/>
            </a:endParaRPr>
          </a:p>
        </p:txBody>
      </p:sp>
      <p:cxnSp>
        <p:nvCxnSpPr>
          <p:cNvPr id="9" name="Straight Arrow Connector 8"/>
          <p:cNvCxnSpPr>
            <a:cxnSpLocks/>
            <a:stCxn id="3" idx="2"/>
            <a:endCxn id="5" idx="3"/>
          </p:cNvCxnSpPr>
          <p:nvPr/>
        </p:nvCxnSpPr>
        <p:spPr>
          <a:xfrm rot="10800000">
            <a:off x="3367843" y="3655222"/>
            <a:ext cx="898661" cy="10854"/>
          </a:xfrm>
          <a:prstGeom prst="bentConnector3">
            <a:avLst>
              <a:gd name="adj1" fmla="val 50000"/>
            </a:avLst>
          </a:prstGeom>
          <a:ln w="57150">
            <a:solidFill>
              <a:schemeClr val="accent1">
                <a:lumMod val="60000"/>
                <a:lumOff val="40000"/>
              </a:schemeClr>
            </a:solidFill>
            <a:headEnd type="oval" w="med" len="med"/>
            <a:tailEnd type="oval" w="med" len="med"/>
          </a:ln>
        </p:spPr>
        <p:style>
          <a:lnRef idx="2">
            <a:schemeClr val="accent2"/>
          </a:lnRef>
          <a:fillRef idx="0">
            <a:schemeClr val="accent2"/>
          </a:fillRef>
          <a:effectRef idx="1">
            <a:schemeClr val="accent2"/>
          </a:effectRef>
          <a:fontRef idx="minor">
            <a:schemeClr val="tx1"/>
          </a:fontRef>
        </p:style>
      </p:cxnSp>
      <p:cxnSp>
        <p:nvCxnSpPr>
          <p:cNvPr id="13" name="Straight Arrow Connector 8"/>
          <p:cNvCxnSpPr>
            <a:cxnSpLocks/>
            <a:stCxn id="3" idx="2"/>
            <a:endCxn id="7" idx="3"/>
          </p:cNvCxnSpPr>
          <p:nvPr/>
        </p:nvCxnSpPr>
        <p:spPr>
          <a:xfrm rot="10800000">
            <a:off x="3367843" y="2335874"/>
            <a:ext cx="898661" cy="1330203"/>
          </a:xfrm>
          <a:prstGeom prst="bentConnector3">
            <a:avLst>
              <a:gd name="adj1" fmla="val 50000"/>
            </a:avLst>
          </a:prstGeom>
          <a:ln w="57150">
            <a:solidFill>
              <a:schemeClr val="accent1">
                <a:lumMod val="60000"/>
                <a:lumOff val="40000"/>
              </a:schemeClr>
            </a:solidFill>
            <a:headEnd type="oval" w="med" len="med"/>
            <a:tailEnd type="oval" w="med" len="med"/>
          </a:ln>
        </p:spPr>
        <p:style>
          <a:lnRef idx="2">
            <a:schemeClr val="accent2"/>
          </a:lnRef>
          <a:fillRef idx="0">
            <a:schemeClr val="accent2"/>
          </a:fillRef>
          <a:effectRef idx="1">
            <a:schemeClr val="accent2"/>
          </a:effectRef>
          <a:fontRef idx="minor">
            <a:schemeClr val="tx1"/>
          </a:fontRef>
        </p:style>
      </p:cxnSp>
      <p:cxnSp>
        <p:nvCxnSpPr>
          <p:cNvPr id="16" name="Straight Arrow Connector 8"/>
          <p:cNvCxnSpPr>
            <a:cxnSpLocks/>
            <a:stCxn id="3" idx="2"/>
            <a:endCxn id="6" idx="3"/>
          </p:cNvCxnSpPr>
          <p:nvPr/>
        </p:nvCxnSpPr>
        <p:spPr>
          <a:xfrm rot="10800000" flipV="1">
            <a:off x="3367843" y="3666075"/>
            <a:ext cx="898661" cy="1308495"/>
          </a:xfrm>
          <a:prstGeom prst="bentConnector3">
            <a:avLst>
              <a:gd name="adj1" fmla="val 50000"/>
            </a:avLst>
          </a:prstGeom>
          <a:ln w="57150">
            <a:solidFill>
              <a:schemeClr val="accent1">
                <a:lumMod val="60000"/>
                <a:lumOff val="40000"/>
              </a:schemeClr>
            </a:solidFill>
            <a:headEnd type="oval" w="med" len="med"/>
            <a:tailEnd type="oval" w="med" len="med"/>
          </a:ln>
        </p:spPr>
        <p:style>
          <a:lnRef idx="2">
            <a:schemeClr val="accent2"/>
          </a:lnRef>
          <a:fillRef idx="0">
            <a:schemeClr val="accent2"/>
          </a:fillRef>
          <a:effectRef idx="1">
            <a:schemeClr val="accent2"/>
          </a:effectRef>
          <a:fontRef idx="minor">
            <a:schemeClr val="tx1"/>
          </a:fontRef>
        </p:style>
      </p:cxnSp>
      <p:cxnSp>
        <p:nvCxnSpPr>
          <p:cNvPr id="22" name="Straight Arrow Connector 8"/>
          <p:cNvCxnSpPr>
            <a:stCxn id="8" idx="1"/>
            <a:endCxn id="3" idx="0"/>
          </p:cNvCxnSpPr>
          <p:nvPr/>
        </p:nvCxnSpPr>
        <p:spPr>
          <a:xfrm rot="10800000" flipV="1">
            <a:off x="6043450" y="3666074"/>
            <a:ext cx="2673430" cy="1"/>
          </a:xfrm>
          <a:prstGeom prst="bentConnector3">
            <a:avLst>
              <a:gd name="adj1" fmla="val 50000"/>
            </a:avLst>
          </a:prstGeom>
          <a:ln w="57150">
            <a:solidFill>
              <a:schemeClr val="accent1">
                <a:lumMod val="60000"/>
                <a:lumOff val="40000"/>
              </a:schemeClr>
            </a:solidFill>
            <a:headEnd type="none" w="med" len="med"/>
            <a:tailEnd type="triangle" w="med" len="med"/>
          </a:ln>
        </p:spPr>
        <p:style>
          <a:lnRef idx="2">
            <a:schemeClr val="accent2"/>
          </a:lnRef>
          <a:fillRef idx="0">
            <a:schemeClr val="accent2"/>
          </a:fillRef>
          <a:effectRef idx="1">
            <a:schemeClr val="accent2"/>
          </a:effectRef>
          <a:fontRef idx="minor">
            <a:schemeClr val="tx1"/>
          </a:fontRef>
        </p:style>
      </p:cxnSp>
      <p:sp>
        <p:nvSpPr>
          <p:cNvPr id="29" name="Rectangle 28"/>
          <p:cNvSpPr/>
          <p:nvPr/>
        </p:nvSpPr>
        <p:spPr bwMode="gray">
          <a:xfrm>
            <a:off x="8801589" y="3172063"/>
            <a:ext cx="1645920" cy="365760"/>
          </a:xfrm>
          <a:prstGeom prst="rect">
            <a:avLst/>
          </a:prstGeom>
          <a:ln>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de-DE" sz="1800" b="0" i="0" u="none" strike="noStrike" kern="0" cap="none" spc="0" normalizeH="0" baseline="0" noProof="0" dirty="0">
                <a:ln>
                  <a:noFill/>
                </a:ln>
                <a:effectLst/>
                <a:uLnTx/>
                <a:uFillTx/>
                <a:ea typeface="Arial Unicode MS" pitchFamily="34" charset="-128"/>
                <a:cs typeface="Arial Unicode MS" pitchFamily="34" charset="-128"/>
              </a:rPr>
              <a:t>IP: 10.10.20.2</a:t>
            </a:r>
          </a:p>
        </p:txBody>
      </p:sp>
      <p:sp>
        <p:nvSpPr>
          <p:cNvPr id="30" name="Rectangle 29"/>
          <p:cNvSpPr/>
          <p:nvPr/>
        </p:nvSpPr>
        <p:spPr bwMode="gray">
          <a:xfrm>
            <a:off x="4314899" y="3961962"/>
            <a:ext cx="1645920" cy="365760"/>
          </a:xfrm>
          <a:prstGeom prst="rect">
            <a:avLst/>
          </a:prstGeom>
          <a:ln>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de-DE" sz="1800" b="0" i="0" u="none" strike="noStrike" kern="0" cap="none" spc="0" normalizeH="0" baseline="0" noProof="0" dirty="0">
                <a:ln>
                  <a:noFill/>
                </a:ln>
                <a:effectLst/>
                <a:uLnTx/>
                <a:uFillTx/>
                <a:ea typeface="Arial Unicode MS" pitchFamily="34" charset="-128"/>
                <a:cs typeface="Arial Unicode MS" pitchFamily="34" charset="-128"/>
              </a:rPr>
              <a:t>IP: 10.20.10.1</a:t>
            </a:r>
          </a:p>
        </p:txBody>
      </p:sp>
      <p:cxnSp>
        <p:nvCxnSpPr>
          <p:cNvPr id="33" name="Straight Arrow Connector 8"/>
          <p:cNvCxnSpPr>
            <a:cxnSpLocks/>
            <a:stCxn id="8" idx="1"/>
            <a:endCxn id="37" idx="3"/>
          </p:cNvCxnSpPr>
          <p:nvPr/>
        </p:nvCxnSpPr>
        <p:spPr>
          <a:xfrm flipH="1" flipV="1">
            <a:off x="4021184" y="3655218"/>
            <a:ext cx="4695696" cy="10857"/>
          </a:xfrm>
          <a:prstGeom prst="straightConnector1">
            <a:avLst/>
          </a:prstGeom>
          <a:ln w="57150">
            <a:solidFill>
              <a:schemeClr val="accent1">
                <a:lumMod val="60000"/>
                <a:lumOff val="40000"/>
              </a:schemeClr>
            </a:solidFill>
            <a:headEnd type="none" w="med" len="med"/>
            <a:tailEnd type="triangle" w="med" len="med"/>
          </a:ln>
        </p:spPr>
        <p:style>
          <a:lnRef idx="2">
            <a:schemeClr val="accent2"/>
          </a:lnRef>
          <a:fillRef idx="0">
            <a:schemeClr val="accent2"/>
          </a:fillRef>
          <a:effectRef idx="1">
            <a:schemeClr val="accent2"/>
          </a:effectRef>
          <a:fontRef idx="minor">
            <a:schemeClr val="tx1"/>
          </a:fontRef>
        </p:style>
      </p:cxnSp>
      <p:sp>
        <p:nvSpPr>
          <p:cNvPr id="51" name="Speech Bubble: Rectangle with Corners Rounded 50"/>
          <p:cNvSpPr/>
          <p:nvPr/>
        </p:nvSpPr>
        <p:spPr bwMode="gray">
          <a:xfrm>
            <a:off x="6330831" y="1161400"/>
            <a:ext cx="3213763" cy="1211653"/>
          </a:xfrm>
          <a:prstGeom prst="wedgeRoundRectCallout">
            <a:avLst>
              <a:gd name="adj1" fmla="val -37925"/>
              <a:gd name="adj2" fmla="val 146592"/>
              <a:gd name="adj3" fmla="val 16667"/>
            </a:avLst>
          </a:prstGeom>
          <a:solidFill>
            <a:schemeClr val="accent5"/>
          </a:solidFill>
          <a:ln>
            <a:headEnd/>
            <a:tailEnd/>
          </a:ln>
        </p:spPr>
        <p:style>
          <a:lnRef idx="1">
            <a:schemeClr val="accent2"/>
          </a:lnRef>
          <a:fillRef idx="2">
            <a:schemeClr val="accent2"/>
          </a:fillRef>
          <a:effectRef idx="1">
            <a:schemeClr val="accent2"/>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en-US" sz="1600" b="1" kern="0" dirty="0">
                <a:solidFill>
                  <a:schemeClr val="lt1"/>
                </a:solidFill>
                <a:ea typeface="Arial Unicode MS" pitchFamily="34" charset="-128"/>
                <a:cs typeface="Arial Unicode MS" pitchFamily="34" charset="-128"/>
              </a:rPr>
              <a:t>Connect to 10.10.10.1/2/3 ?</a:t>
            </a:r>
            <a:endParaRPr kumimoji="0" lang="en-US" sz="1800" b="0" i="0" u="none" strike="noStrike" kern="0" cap="none" spc="0" normalizeH="0" baseline="0" noProof="0" dirty="0">
              <a:ln>
                <a:noFill/>
              </a:ln>
              <a:effectLst/>
              <a:uLnTx/>
              <a:uFillTx/>
              <a:ea typeface="Arial Unicode MS" pitchFamily="34" charset="-128"/>
              <a:cs typeface="Arial Unicode MS" pitchFamily="34" charset="-128"/>
            </a:endParaRPr>
          </a:p>
        </p:txBody>
      </p:sp>
      <p:sp>
        <p:nvSpPr>
          <p:cNvPr id="52" name="Speech Bubble: Rectangle with Corners Rounded 51"/>
          <p:cNvSpPr/>
          <p:nvPr/>
        </p:nvSpPr>
        <p:spPr bwMode="gray">
          <a:xfrm>
            <a:off x="6330831" y="1160121"/>
            <a:ext cx="3213763" cy="1211653"/>
          </a:xfrm>
          <a:prstGeom prst="wedgeRoundRectCallout">
            <a:avLst>
              <a:gd name="adj1" fmla="val -37925"/>
              <a:gd name="adj2" fmla="val 146592"/>
              <a:gd name="adj3" fmla="val 16667"/>
            </a:avLst>
          </a:prstGeom>
          <a:solidFill>
            <a:schemeClr val="accent4">
              <a:lumMod val="75000"/>
            </a:schemeClr>
          </a:solidFill>
          <a:ln>
            <a:headEnd/>
            <a:tailEnd/>
          </a:ln>
        </p:spPr>
        <p:style>
          <a:lnRef idx="1">
            <a:schemeClr val="accent2"/>
          </a:lnRef>
          <a:fillRef idx="2">
            <a:schemeClr val="accent2"/>
          </a:fillRef>
          <a:effectRef idx="1">
            <a:schemeClr val="accent2"/>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en-US" sz="1600" b="1" kern="0" noProof="0" dirty="0">
                <a:solidFill>
                  <a:schemeClr val="bg1"/>
                </a:solidFill>
                <a:ea typeface="Arial Unicode MS" pitchFamily="34" charset="-128"/>
                <a:cs typeface="Arial Unicode MS" pitchFamily="34" charset="-128"/>
              </a:rPr>
              <a:t>Use “</a:t>
            </a:r>
            <a:r>
              <a:rPr lang="en-US" sz="1600" b="1" kern="0" noProof="0" dirty="0" err="1">
                <a:solidFill>
                  <a:schemeClr val="bg1"/>
                </a:solidFill>
                <a:ea typeface="Arial Unicode MS" pitchFamily="34" charset="-128"/>
                <a:cs typeface="Arial Unicode MS" pitchFamily="34" charset="-128"/>
              </a:rPr>
              <a:t>koopa</a:t>
            </a:r>
            <a:r>
              <a:rPr lang="en-US" sz="1600" b="1" kern="0" noProof="0" dirty="0">
                <a:solidFill>
                  <a:schemeClr val="bg1"/>
                </a:solidFill>
                <a:ea typeface="Arial Unicode MS" pitchFamily="34" charset="-128"/>
                <a:cs typeface="Arial Unicode MS" pitchFamily="34" charset="-128"/>
              </a:rPr>
              <a:t>-service” as DNS name to connect to it</a:t>
            </a:r>
            <a:endParaRPr kumimoji="0" lang="en-US" sz="1800" b="0" i="0" u="none" strike="noStrike" kern="0" cap="none" spc="0" normalizeH="0" baseline="0" noProof="0" dirty="0">
              <a:ln>
                <a:noFill/>
              </a:ln>
              <a:solidFill>
                <a:schemeClr val="bg1"/>
              </a:solidFill>
              <a:effectLst/>
              <a:uLnTx/>
              <a:uFillTx/>
              <a:ea typeface="Arial Unicode MS" pitchFamily="34" charset="-128"/>
              <a:cs typeface="Arial Unicode MS" pitchFamily="34" charset="-128"/>
            </a:endParaRPr>
          </a:p>
        </p:txBody>
      </p:sp>
      <p:grpSp>
        <p:nvGrpSpPr>
          <p:cNvPr id="15" name="Group 14">
            <a:extLst>
              <a:ext uri="{FF2B5EF4-FFF2-40B4-BE49-F238E27FC236}">
                <a16:creationId xmlns:a16="http://schemas.microsoft.com/office/drawing/2014/main" id="{516D1427-376B-43EB-B18D-5E65656B7ABD}"/>
              </a:ext>
            </a:extLst>
          </p:cNvPr>
          <p:cNvGrpSpPr/>
          <p:nvPr/>
        </p:nvGrpSpPr>
        <p:grpSpPr>
          <a:xfrm>
            <a:off x="1299175" y="1755443"/>
            <a:ext cx="2068667" cy="1160859"/>
            <a:chOff x="1299175" y="1755443"/>
            <a:chExt cx="2068667" cy="1160859"/>
          </a:xfrm>
        </p:grpSpPr>
        <p:sp>
          <p:nvSpPr>
            <p:cNvPr id="7" name="Rectangle 6"/>
            <p:cNvSpPr/>
            <p:nvPr/>
          </p:nvSpPr>
          <p:spPr bwMode="gray">
            <a:xfrm>
              <a:off x="1299175" y="1755443"/>
              <a:ext cx="2068667" cy="1160859"/>
            </a:xfrm>
            <a:prstGeom prst="rect">
              <a:avLst/>
            </a:prstGeom>
            <a:solidFill>
              <a:schemeClr val="tx2"/>
            </a:solidFill>
            <a:ln>
              <a:headEnd/>
              <a:tailEnd/>
            </a:ln>
          </p:spPr>
          <p:style>
            <a:lnRef idx="2">
              <a:schemeClr val="accent2">
                <a:shade val="50000"/>
              </a:schemeClr>
            </a:lnRef>
            <a:fillRef idx="1">
              <a:schemeClr val="accent2"/>
            </a:fillRef>
            <a:effectRef idx="0">
              <a:schemeClr val="accent2"/>
            </a:effectRef>
            <a:fontRef idx="minor">
              <a:schemeClr val="lt1"/>
            </a:fontRef>
          </p:style>
          <p:txBody>
            <a:bodyPr lIns="90000" tIns="72000" rIns="90000" bIns="72000" rtlCol="0" anchor="ctr"/>
            <a:lstStyle/>
            <a:p>
              <a:pPr algn="ctr" defTabSz="914400" fontAlgn="base">
                <a:spcBef>
                  <a:spcPct val="50000"/>
                </a:spcBef>
                <a:spcAft>
                  <a:spcPct val="0"/>
                </a:spcAft>
                <a:buClr>
                  <a:srgbClr val="F0AB00"/>
                </a:buClr>
                <a:buSzPct val="80000"/>
              </a:pPr>
              <a:endParaRPr lang="de-DE" sz="1600" b="1" kern="0" dirty="0">
                <a:solidFill>
                  <a:sysClr val="windowText" lastClr="000000"/>
                </a:solidFill>
                <a:ea typeface="Arial Unicode MS" pitchFamily="34" charset="-128"/>
              </a:endParaRPr>
            </a:p>
            <a:p>
              <a:pPr defTabSz="914400" fontAlgn="base">
                <a:spcBef>
                  <a:spcPct val="50000"/>
                </a:spcBef>
                <a:spcAft>
                  <a:spcPct val="0"/>
                </a:spcAft>
                <a:buClr>
                  <a:srgbClr val="F0AB00"/>
                </a:buClr>
                <a:buSzPct val="80000"/>
              </a:pPr>
              <a:r>
                <a:rPr lang="de-DE" sz="1600" b="1" kern="0" dirty="0" err="1">
                  <a:solidFill>
                    <a:sysClr val="windowText" lastClr="000000"/>
                  </a:solidFill>
                  <a:ea typeface="Arial Unicode MS" pitchFamily="34" charset="-128"/>
                </a:rPr>
                <a:t>nasty-koopa</a:t>
              </a:r>
              <a:endParaRPr lang="de-DE" sz="1600" b="1" kern="0" dirty="0">
                <a:solidFill>
                  <a:sysClr val="windowText" lastClr="000000"/>
                </a:solidFill>
                <a:ea typeface="Arial Unicode MS" pitchFamily="34" charset="-128"/>
              </a:endParaRPr>
            </a:p>
          </p:txBody>
        </p:sp>
        <p:sp>
          <p:nvSpPr>
            <p:cNvPr id="26" name="Rectangle 25"/>
            <p:cNvSpPr/>
            <p:nvPr/>
          </p:nvSpPr>
          <p:spPr bwMode="gray">
            <a:xfrm>
              <a:off x="1408613" y="1839818"/>
              <a:ext cx="1645920" cy="365760"/>
            </a:xfrm>
            <a:prstGeom prst="rect">
              <a:avLst/>
            </a:prstGeom>
            <a:ln>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de-DE" sz="1800" b="0" i="0" u="none" strike="noStrike" kern="0" cap="none" spc="0" normalizeH="0" baseline="0" noProof="0" dirty="0">
                  <a:ln>
                    <a:noFill/>
                  </a:ln>
                  <a:effectLst/>
                  <a:uLnTx/>
                  <a:uFillTx/>
                  <a:ea typeface="Arial Unicode MS" pitchFamily="34" charset="-128"/>
                  <a:cs typeface="Arial Unicode MS" pitchFamily="34" charset="-128"/>
                </a:rPr>
                <a:t>IP: 10.10.10.1</a:t>
              </a:r>
            </a:p>
          </p:txBody>
        </p:sp>
        <p:pic>
          <p:nvPicPr>
            <p:cNvPr id="31" name="Picture 2" descr="https://vignette.wikia.nocookie.net/nintendo/images/8/83/KoopaNSMB.png/revision/latest?cb=20110724132501&amp;path-prefix=en">
              <a:extLst>
                <a:ext uri="{FF2B5EF4-FFF2-40B4-BE49-F238E27FC236}">
                  <a16:creationId xmlns:a16="http://schemas.microsoft.com/office/drawing/2014/main" id="{3885B7FC-E2B2-492B-857A-F02310E6B69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76154" y="2202495"/>
              <a:ext cx="429952" cy="684123"/>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7" name="Group 16">
            <a:extLst>
              <a:ext uri="{FF2B5EF4-FFF2-40B4-BE49-F238E27FC236}">
                <a16:creationId xmlns:a16="http://schemas.microsoft.com/office/drawing/2014/main" id="{CA06C626-F678-4708-BEF6-2F4BDF9054F7}"/>
              </a:ext>
            </a:extLst>
          </p:cNvPr>
          <p:cNvGrpSpPr/>
          <p:nvPr/>
        </p:nvGrpSpPr>
        <p:grpSpPr>
          <a:xfrm>
            <a:off x="1299175" y="3074792"/>
            <a:ext cx="2068667" cy="1160859"/>
            <a:chOff x="1299175" y="3074792"/>
            <a:chExt cx="2068667" cy="1160859"/>
          </a:xfrm>
        </p:grpSpPr>
        <p:sp>
          <p:nvSpPr>
            <p:cNvPr id="5" name="Rectangle 4"/>
            <p:cNvSpPr/>
            <p:nvPr/>
          </p:nvSpPr>
          <p:spPr bwMode="gray">
            <a:xfrm>
              <a:off x="1299175" y="3074792"/>
              <a:ext cx="2068667" cy="1160859"/>
            </a:xfrm>
            <a:prstGeom prst="rect">
              <a:avLst/>
            </a:prstGeom>
            <a:solidFill>
              <a:schemeClr val="tx2"/>
            </a:solidFill>
            <a:ln>
              <a:headEnd/>
              <a:tailEnd/>
            </a:ln>
          </p:spPr>
          <p:style>
            <a:lnRef idx="2">
              <a:schemeClr val="accent2">
                <a:shade val="50000"/>
              </a:schemeClr>
            </a:lnRef>
            <a:fillRef idx="1">
              <a:schemeClr val="accent2"/>
            </a:fillRef>
            <a:effectRef idx="0">
              <a:schemeClr val="accent2"/>
            </a:effectRef>
            <a:fontRef idx="minor">
              <a:schemeClr val="lt1"/>
            </a:fontRef>
          </p:style>
          <p:txBody>
            <a:bodyPr lIns="90000" tIns="72000" rIns="90000" bIns="72000" rtlCol="0" anchor="ctr"/>
            <a:lstStyle/>
            <a:p>
              <a:pPr algn="ctr" defTabSz="914400" fontAlgn="base">
                <a:spcBef>
                  <a:spcPct val="50000"/>
                </a:spcBef>
                <a:spcAft>
                  <a:spcPct val="0"/>
                </a:spcAft>
                <a:buClr>
                  <a:srgbClr val="F0AB00"/>
                </a:buClr>
                <a:buSzPct val="80000"/>
              </a:pPr>
              <a:endParaRPr lang="de-DE" sz="1600" b="1" kern="0" dirty="0">
                <a:solidFill>
                  <a:sysClr val="windowText" lastClr="000000"/>
                </a:solidFill>
                <a:ea typeface="Arial Unicode MS" pitchFamily="34" charset="-128"/>
              </a:endParaRPr>
            </a:p>
            <a:p>
              <a:pPr defTabSz="914400" fontAlgn="base">
                <a:spcBef>
                  <a:spcPct val="50000"/>
                </a:spcBef>
                <a:spcAft>
                  <a:spcPct val="0"/>
                </a:spcAft>
                <a:buClr>
                  <a:srgbClr val="F0AB00"/>
                </a:buClr>
                <a:buSzPct val="80000"/>
              </a:pPr>
              <a:r>
                <a:rPr lang="de-DE" sz="1600" b="1" kern="0" dirty="0" err="1">
                  <a:solidFill>
                    <a:sysClr val="windowText" lastClr="000000"/>
                  </a:solidFill>
                  <a:ea typeface="Arial Unicode MS" pitchFamily="34" charset="-128"/>
                </a:rPr>
                <a:t>evil-koopa</a:t>
              </a:r>
              <a:endParaRPr lang="de-DE" sz="1600" b="1" kern="0" dirty="0">
                <a:solidFill>
                  <a:sysClr val="windowText" lastClr="000000"/>
                </a:solidFill>
                <a:ea typeface="Arial Unicode MS" pitchFamily="34" charset="-128"/>
              </a:endParaRPr>
            </a:p>
          </p:txBody>
        </p:sp>
        <p:sp>
          <p:nvSpPr>
            <p:cNvPr id="27" name="Rectangle 26"/>
            <p:cNvSpPr/>
            <p:nvPr/>
          </p:nvSpPr>
          <p:spPr bwMode="gray">
            <a:xfrm>
              <a:off x="1408613" y="3167544"/>
              <a:ext cx="1645920" cy="365760"/>
            </a:xfrm>
            <a:prstGeom prst="rect">
              <a:avLst/>
            </a:prstGeom>
            <a:ln>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de-DE" sz="1800" b="0" i="0" u="none" strike="noStrike" kern="0" cap="none" spc="0" normalizeH="0" baseline="0" noProof="0" dirty="0">
                  <a:ln>
                    <a:noFill/>
                  </a:ln>
                  <a:effectLst/>
                  <a:uLnTx/>
                  <a:uFillTx/>
                  <a:ea typeface="Arial Unicode MS" pitchFamily="34" charset="-128"/>
                  <a:cs typeface="Arial Unicode MS" pitchFamily="34" charset="-128"/>
                </a:rPr>
                <a:t>IP: 10.10.10.2</a:t>
              </a:r>
            </a:p>
          </p:txBody>
        </p:sp>
        <p:pic>
          <p:nvPicPr>
            <p:cNvPr id="32" name="Picture 2" descr="https://vignette.wikia.nocookie.net/nintendo/images/8/83/KoopaNSMB.png/revision/latest?cb=20110724132501&amp;path-prefix=en">
              <a:extLst>
                <a:ext uri="{FF2B5EF4-FFF2-40B4-BE49-F238E27FC236}">
                  <a16:creationId xmlns:a16="http://schemas.microsoft.com/office/drawing/2014/main" id="{320714EB-C645-4DFF-85E3-267209AF8AD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76154" y="3527138"/>
              <a:ext cx="429952" cy="684123"/>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8" name="Group 17">
            <a:extLst>
              <a:ext uri="{FF2B5EF4-FFF2-40B4-BE49-F238E27FC236}">
                <a16:creationId xmlns:a16="http://schemas.microsoft.com/office/drawing/2014/main" id="{965A4BFE-6A75-4B56-85FA-1D715590299C}"/>
              </a:ext>
            </a:extLst>
          </p:cNvPr>
          <p:cNvGrpSpPr/>
          <p:nvPr/>
        </p:nvGrpSpPr>
        <p:grpSpPr>
          <a:xfrm>
            <a:off x="1299175" y="4394141"/>
            <a:ext cx="2068667" cy="1160859"/>
            <a:chOff x="1299175" y="4394141"/>
            <a:chExt cx="2068667" cy="1160859"/>
          </a:xfrm>
        </p:grpSpPr>
        <p:sp>
          <p:nvSpPr>
            <p:cNvPr id="6" name="Rectangle 5"/>
            <p:cNvSpPr/>
            <p:nvPr/>
          </p:nvSpPr>
          <p:spPr bwMode="gray">
            <a:xfrm>
              <a:off x="1299175" y="4394141"/>
              <a:ext cx="2068667" cy="1160859"/>
            </a:xfrm>
            <a:prstGeom prst="rect">
              <a:avLst/>
            </a:prstGeom>
            <a:solidFill>
              <a:schemeClr val="tx2"/>
            </a:solidFill>
            <a:ln>
              <a:headEnd/>
              <a:tailEnd/>
            </a:ln>
          </p:spPr>
          <p:style>
            <a:lnRef idx="2">
              <a:schemeClr val="accent2">
                <a:shade val="50000"/>
              </a:schemeClr>
            </a:lnRef>
            <a:fillRef idx="1">
              <a:schemeClr val="accent2"/>
            </a:fillRef>
            <a:effectRef idx="0">
              <a:schemeClr val="accent2"/>
            </a:effectRef>
            <a:fontRef idx="minor">
              <a:schemeClr val="lt1"/>
            </a:fontRef>
          </p:style>
          <p:txBody>
            <a:bodyPr lIns="90000" tIns="72000" rIns="90000" bIns="72000" rtlCol="0" anchor="ctr"/>
            <a:lstStyle/>
            <a:p>
              <a:pPr algn="ctr" defTabSz="914400" fontAlgn="base">
                <a:spcBef>
                  <a:spcPct val="50000"/>
                </a:spcBef>
                <a:spcAft>
                  <a:spcPct val="0"/>
                </a:spcAft>
                <a:buClr>
                  <a:srgbClr val="F0AB00"/>
                </a:buClr>
                <a:buSzPct val="80000"/>
              </a:pPr>
              <a:endParaRPr lang="de-DE" sz="1600" b="1" kern="0" dirty="0">
                <a:solidFill>
                  <a:sysClr val="windowText" lastClr="000000"/>
                </a:solidFill>
                <a:ea typeface="Arial Unicode MS" pitchFamily="34" charset="-128"/>
              </a:endParaRPr>
            </a:p>
            <a:p>
              <a:pPr defTabSz="914400" fontAlgn="base">
                <a:spcBef>
                  <a:spcPct val="50000"/>
                </a:spcBef>
                <a:spcAft>
                  <a:spcPct val="0"/>
                </a:spcAft>
                <a:buClr>
                  <a:srgbClr val="F0AB00"/>
                </a:buClr>
                <a:buSzPct val="80000"/>
              </a:pPr>
              <a:r>
                <a:rPr lang="de-DE" sz="1600" b="1" kern="0" dirty="0" err="1">
                  <a:solidFill>
                    <a:sysClr val="windowText" lastClr="000000"/>
                  </a:solidFill>
                  <a:ea typeface="Arial Unicode MS" pitchFamily="34" charset="-128"/>
                </a:rPr>
                <a:t>naughty-koopa</a:t>
              </a:r>
              <a:endParaRPr lang="de-DE" sz="1600" b="1" kern="0" dirty="0">
                <a:solidFill>
                  <a:sysClr val="windowText" lastClr="000000"/>
                </a:solidFill>
                <a:ea typeface="Arial Unicode MS" pitchFamily="34" charset="-128"/>
              </a:endParaRPr>
            </a:p>
          </p:txBody>
        </p:sp>
        <p:sp>
          <p:nvSpPr>
            <p:cNvPr id="28" name="Rectangle 27"/>
            <p:cNvSpPr/>
            <p:nvPr/>
          </p:nvSpPr>
          <p:spPr bwMode="gray">
            <a:xfrm>
              <a:off x="1408613" y="4480323"/>
              <a:ext cx="1645920" cy="365760"/>
            </a:xfrm>
            <a:prstGeom prst="rect">
              <a:avLst/>
            </a:prstGeom>
            <a:ln>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de-DE" sz="1800" b="0" i="0" u="none" strike="noStrike" kern="0" cap="none" spc="0" normalizeH="0" baseline="0" noProof="0" dirty="0">
                  <a:ln>
                    <a:noFill/>
                  </a:ln>
                  <a:effectLst/>
                  <a:uLnTx/>
                  <a:uFillTx/>
                  <a:ea typeface="Arial Unicode MS" pitchFamily="34" charset="-128"/>
                  <a:cs typeface="Arial Unicode MS" pitchFamily="34" charset="-128"/>
                </a:rPr>
                <a:t>IP: 10.10.20.1</a:t>
              </a:r>
            </a:p>
          </p:txBody>
        </p:sp>
        <p:pic>
          <p:nvPicPr>
            <p:cNvPr id="34" name="Picture 2" descr="https://vignette.wikia.nocookie.net/nintendo/images/8/83/KoopaNSMB.png/revision/latest?cb=20110724132501&amp;path-prefix=en">
              <a:extLst>
                <a:ext uri="{FF2B5EF4-FFF2-40B4-BE49-F238E27FC236}">
                  <a16:creationId xmlns:a16="http://schemas.microsoft.com/office/drawing/2014/main" id="{720F9DEE-CAF0-4B8A-8B59-8B2B5047B99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77777" y="4846083"/>
              <a:ext cx="429952" cy="684123"/>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31835538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xit" presetSubtype="0" fill="hold" nodeType="clickEffect">
                                  <p:stCondLst>
                                    <p:cond delay="0"/>
                                  </p:stCondLst>
                                  <p:childTnLst>
                                    <p:set>
                                      <p:cBhvr>
                                        <p:cTn id="12" dur="1" fill="hold">
                                          <p:stCondLst>
                                            <p:cond delay="0"/>
                                          </p:stCondLst>
                                        </p:cTn>
                                        <p:tgtEl>
                                          <p:spTgt spid="33"/>
                                        </p:tgtEl>
                                        <p:attrNameLst>
                                          <p:attrName>style.visibility</p:attrName>
                                        </p:attrNameLst>
                                      </p:cBhvr>
                                      <p:to>
                                        <p:strVal val="hidden"/>
                                      </p:to>
                                    </p:set>
                                  </p:childTnLst>
                                </p:cTn>
                              </p:par>
                              <p:par>
                                <p:cTn id="13" presetID="1" presetClass="exit" presetSubtype="0" fill="hold" grpId="1" nodeType="withEffect">
                                  <p:stCondLst>
                                    <p:cond delay="0"/>
                                  </p:stCondLst>
                                  <p:childTnLst>
                                    <p:set>
                                      <p:cBhvr>
                                        <p:cTn id="14" dur="1" fill="hold">
                                          <p:stCondLst>
                                            <p:cond delay="0"/>
                                          </p:stCondLst>
                                        </p:cTn>
                                        <p:tgtEl>
                                          <p:spTgt spid="51"/>
                                        </p:tgtEl>
                                        <p:attrNameLst>
                                          <p:attrName>style.visibility</p:attrName>
                                        </p:attrNameLst>
                                      </p:cBhvr>
                                      <p:to>
                                        <p:strVal val="hidden"/>
                                      </p:to>
                                    </p:set>
                                  </p:childTnLst>
                                </p:cTn>
                              </p:par>
                            </p:childTnLst>
                          </p:cTn>
                        </p:par>
                        <p:par>
                          <p:cTn id="15" fill="hold">
                            <p:stCondLst>
                              <p:cond delay="0"/>
                            </p:stCondLst>
                            <p:childTnLst>
                              <p:par>
                                <p:cTn id="16" presetID="1" presetClass="entr" presetSubtype="0" fill="hold" grpId="0" nodeType="afterEffect">
                                  <p:stCondLst>
                                    <p:cond delay="0"/>
                                  </p:stCondLst>
                                  <p:childTnLst>
                                    <p:set>
                                      <p:cBhvr>
                                        <p:cTn id="17" dur="1" fill="hold">
                                          <p:stCondLst>
                                            <p:cond delay="0"/>
                                          </p:stCondLst>
                                        </p:cTn>
                                        <p:tgtEl>
                                          <p:spTgt spid="3"/>
                                        </p:tgtEl>
                                        <p:attrNameLst>
                                          <p:attrName>style.visibility</p:attrName>
                                        </p:attrNameLst>
                                      </p:cBhvr>
                                      <p:to>
                                        <p:strVal val="visible"/>
                                      </p:to>
                                    </p:set>
                                  </p:childTnLst>
                                </p:cTn>
                              </p:par>
                              <p:par>
                                <p:cTn id="18" presetID="1" presetClass="entr" presetSubtype="0" fill="hold" grpId="0" nodeType="withEffect">
                                  <p:stCondLst>
                                    <p:cond delay="0"/>
                                  </p:stCondLst>
                                  <p:childTnLst>
                                    <p:set>
                                      <p:cBhvr>
                                        <p:cTn id="19" dur="1" fill="hold">
                                          <p:stCondLst>
                                            <p:cond delay="0"/>
                                          </p:stCondLst>
                                        </p:cTn>
                                        <p:tgtEl>
                                          <p:spTgt spid="30"/>
                                        </p:tgtEl>
                                        <p:attrNameLst>
                                          <p:attrName>style.visibility</p:attrName>
                                        </p:attrNameLst>
                                      </p:cBhvr>
                                      <p:to>
                                        <p:strVal val="visible"/>
                                      </p:to>
                                    </p:set>
                                  </p:childTnLst>
                                </p:cTn>
                              </p:par>
                              <p:par>
                                <p:cTn id="20" presetID="1" presetClass="entr" presetSubtype="0" fill="hold" nodeType="withEffect">
                                  <p:stCondLst>
                                    <p:cond delay="0"/>
                                  </p:stCondLst>
                                  <p:childTnLst>
                                    <p:set>
                                      <p:cBhvr>
                                        <p:cTn id="21" dur="1" fill="hold">
                                          <p:stCondLst>
                                            <p:cond delay="0"/>
                                          </p:stCondLst>
                                        </p:cTn>
                                        <p:tgtEl>
                                          <p:spTgt spid="13"/>
                                        </p:tgtEl>
                                        <p:attrNameLst>
                                          <p:attrName>style.visibility</p:attrName>
                                        </p:attrNameLst>
                                      </p:cBhvr>
                                      <p:to>
                                        <p:strVal val="visible"/>
                                      </p:to>
                                    </p:set>
                                  </p:childTnLst>
                                </p:cTn>
                              </p:par>
                              <p:par>
                                <p:cTn id="22" presetID="1" presetClass="entr" presetSubtype="0" fill="hold" nodeType="withEffect">
                                  <p:stCondLst>
                                    <p:cond delay="0"/>
                                  </p:stCondLst>
                                  <p:childTnLst>
                                    <p:set>
                                      <p:cBhvr>
                                        <p:cTn id="23" dur="1" fill="hold">
                                          <p:stCondLst>
                                            <p:cond delay="0"/>
                                          </p:stCondLst>
                                        </p:cTn>
                                        <p:tgtEl>
                                          <p:spTgt spid="9"/>
                                        </p:tgtEl>
                                        <p:attrNameLst>
                                          <p:attrName>style.visibility</p:attrName>
                                        </p:attrNameLst>
                                      </p:cBhvr>
                                      <p:to>
                                        <p:strVal val="visible"/>
                                      </p:to>
                                    </p:set>
                                  </p:childTnLst>
                                </p:cTn>
                              </p:par>
                              <p:par>
                                <p:cTn id="24" presetID="1" presetClass="entr" presetSubtype="0" fill="hold" nodeType="withEffect">
                                  <p:stCondLst>
                                    <p:cond delay="0"/>
                                  </p:stCondLst>
                                  <p:childTnLst>
                                    <p:set>
                                      <p:cBhvr>
                                        <p:cTn id="25" dur="1" fill="hold">
                                          <p:stCondLst>
                                            <p:cond delay="0"/>
                                          </p:stCondLst>
                                        </p:cTn>
                                        <p:tgtEl>
                                          <p:spTgt spid="16"/>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nodeType="clickEffect">
                                  <p:stCondLst>
                                    <p:cond delay="0"/>
                                  </p:stCondLst>
                                  <p:childTnLst>
                                    <p:set>
                                      <p:cBhvr>
                                        <p:cTn id="29" dur="1" fill="hold">
                                          <p:stCondLst>
                                            <p:cond delay="0"/>
                                          </p:stCondLst>
                                        </p:cTn>
                                        <p:tgtEl>
                                          <p:spTgt spid="22"/>
                                        </p:tgtEl>
                                        <p:attrNameLst>
                                          <p:attrName>style.visibility</p:attrName>
                                        </p:attrNameLst>
                                      </p:cBhvr>
                                      <p:to>
                                        <p:strVal val="visible"/>
                                      </p:to>
                                    </p:set>
                                  </p:childTnLst>
                                </p:cTn>
                              </p:par>
                              <p:par>
                                <p:cTn id="30" presetID="1" presetClass="entr" presetSubtype="0" fill="hold" grpId="0" nodeType="withEffect">
                                  <p:stCondLst>
                                    <p:cond delay="0"/>
                                  </p:stCondLst>
                                  <p:childTnLst>
                                    <p:set>
                                      <p:cBhvr>
                                        <p:cTn id="31" dur="1" fill="hold">
                                          <p:stCondLst>
                                            <p:cond delay="0"/>
                                          </p:stCondLst>
                                        </p:cTn>
                                        <p:tgtEl>
                                          <p:spTgt spid="5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30" grpId="0" animBg="1"/>
      <p:bldP spid="51" grpId="0" animBg="1"/>
      <p:bldP spid="51" grpId="1" animBg="1"/>
      <p:bldP spid="52"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Demo</a:t>
            </a:r>
          </a:p>
        </p:txBody>
      </p:sp>
      <p:pic>
        <p:nvPicPr>
          <p:cNvPr id="5" name="Picture 4">
            <a:extLst>
              <a:ext uri="{FF2B5EF4-FFF2-40B4-BE49-F238E27FC236}">
                <a16:creationId xmlns:a16="http://schemas.microsoft.com/office/drawing/2014/main" id="{69ED53B1-9319-4DFD-92E7-ECC7199FB4FC}"/>
              </a:ext>
            </a:extLst>
          </p:cNvPr>
          <p:cNvPicPr>
            <a:picLocks noChangeAspect="1"/>
          </p:cNvPicPr>
          <p:nvPr/>
        </p:nvPicPr>
        <p:blipFill>
          <a:blip r:embed="rId3"/>
          <a:stretch>
            <a:fillRect/>
          </a:stretch>
        </p:blipFill>
        <p:spPr>
          <a:xfrm>
            <a:off x="3645157" y="976918"/>
            <a:ext cx="4904163" cy="4904163"/>
          </a:xfrm>
          <a:prstGeom prst="rect">
            <a:avLst/>
          </a:prstGeom>
        </p:spPr>
      </p:pic>
    </p:spTree>
    <p:extLst>
      <p:ext uri="{BB962C8B-B14F-4D97-AF65-F5344CB8AC3E}">
        <p14:creationId xmlns:p14="http://schemas.microsoft.com/office/powerpoint/2010/main" val="12368727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8A1CBD7-BF7D-4C80-AA17-23D6313E88BB}"/>
              </a:ext>
            </a:extLst>
          </p:cNvPr>
          <p:cNvSpPr/>
          <p:nvPr/>
        </p:nvSpPr>
        <p:spPr bwMode="gray">
          <a:xfrm>
            <a:off x="504001" y="2841068"/>
            <a:ext cx="11186476" cy="3584321"/>
          </a:xfrm>
          <a:prstGeom prst="rect">
            <a:avLst/>
          </a:prstGeom>
          <a:solidFill>
            <a:schemeClr val="accent3">
              <a:lumMod val="20000"/>
              <a:lumOff val="80000"/>
            </a:schemeClr>
          </a:solidFill>
          <a:ln w="6350" algn="ctr">
            <a:noFill/>
            <a:miter lim="800000"/>
            <a:headEnd/>
            <a:tailEnd/>
          </a:ln>
        </p:spPr>
        <p:txBody>
          <a:bodyPr lIns="90000" tIns="72000" rIns="144000" bIns="72000" rtlCol="0" anchor="t"/>
          <a:lstStyle/>
          <a:p>
            <a:pPr marR="0" algn="r" defTabSz="914400" eaLnBrk="1" fontAlgn="base" latinLnBrk="0" hangingPunct="1">
              <a:lnSpc>
                <a:spcPct val="100000"/>
              </a:lnSpc>
              <a:spcBef>
                <a:spcPct val="50000"/>
              </a:spcBef>
              <a:spcAft>
                <a:spcPct val="0"/>
              </a:spcAft>
              <a:buClr>
                <a:srgbClr val="F0AB00"/>
              </a:buClr>
              <a:buSzPct val="80000"/>
              <a:tabLst/>
            </a:pPr>
            <a:r>
              <a:rPr kumimoji="0" lang="en-US" sz="1800" b="1" i="1" u="none" strike="noStrike" kern="0" cap="none" spc="0" normalizeH="0" baseline="0" noProof="0" dirty="0">
                <a:ln>
                  <a:noFill/>
                </a:ln>
                <a:solidFill>
                  <a:schemeClr val="accent3">
                    <a:lumMod val="75000"/>
                  </a:schemeClr>
                </a:solidFill>
                <a:effectLst/>
                <a:uLnTx/>
                <a:uFillTx/>
                <a:ea typeface="Arial Unicode MS" pitchFamily="34" charset="-128"/>
                <a:cs typeface="Arial Unicode MS" pitchFamily="34" charset="-128"/>
              </a:rPr>
              <a:t>Cluster</a:t>
            </a:r>
          </a:p>
        </p:txBody>
      </p:sp>
      <p:sp>
        <p:nvSpPr>
          <p:cNvPr id="21" name="Rectangle 20"/>
          <p:cNvSpPr/>
          <p:nvPr/>
        </p:nvSpPr>
        <p:spPr bwMode="gray">
          <a:xfrm>
            <a:off x="6141720" y="3390899"/>
            <a:ext cx="4960620" cy="2865121"/>
          </a:xfrm>
          <a:prstGeom prst="rect">
            <a:avLst/>
          </a:prstGeom>
          <a:ln>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t"/>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800" b="1" i="0" u="none" strike="noStrike" kern="0" cap="none" spc="0" normalizeH="0" baseline="0" noProof="0" dirty="0">
                <a:ln>
                  <a:noFill/>
                </a:ln>
                <a:effectLst/>
                <a:uLnTx/>
                <a:uFillTx/>
                <a:ea typeface="Arial Unicode MS" pitchFamily="34" charset="-128"/>
                <a:cs typeface="Arial Unicode MS" pitchFamily="34" charset="-128"/>
              </a:rPr>
              <a:t>Node B</a:t>
            </a:r>
          </a:p>
        </p:txBody>
      </p:sp>
      <p:sp>
        <p:nvSpPr>
          <p:cNvPr id="2" name="Title 1"/>
          <p:cNvSpPr>
            <a:spLocks noGrp="1"/>
          </p:cNvSpPr>
          <p:nvPr>
            <p:ph type="title"/>
          </p:nvPr>
        </p:nvSpPr>
        <p:spPr/>
        <p:txBody>
          <a:bodyPr/>
          <a:lstStyle/>
          <a:p>
            <a:r>
              <a:rPr lang="en-US" dirty="0"/>
              <a:t>Introducing </a:t>
            </a:r>
            <a:r>
              <a:rPr lang="en-US" dirty="0" err="1"/>
              <a:t>NodePorts</a:t>
            </a:r>
            <a:endParaRPr lang="en-US" dirty="0"/>
          </a:p>
        </p:txBody>
      </p:sp>
      <p:sp>
        <p:nvSpPr>
          <p:cNvPr id="4" name="Rectangle 3"/>
          <p:cNvSpPr/>
          <p:nvPr/>
        </p:nvSpPr>
        <p:spPr bwMode="gray">
          <a:xfrm>
            <a:off x="952500" y="3390900"/>
            <a:ext cx="4960620" cy="2865120"/>
          </a:xfrm>
          <a:prstGeom prst="rect">
            <a:avLst/>
          </a:prstGeom>
          <a:ln>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t"/>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800" b="1" i="0" u="none" strike="noStrike" kern="0" cap="none" spc="0" normalizeH="0" baseline="0" noProof="0" dirty="0">
                <a:ln>
                  <a:noFill/>
                </a:ln>
                <a:effectLst/>
                <a:uLnTx/>
                <a:uFillTx/>
                <a:ea typeface="Arial Unicode MS" pitchFamily="34" charset="-128"/>
                <a:cs typeface="Arial Unicode MS" pitchFamily="34" charset="-128"/>
              </a:rPr>
              <a:t>Node A</a:t>
            </a:r>
          </a:p>
        </p:txBody>
      </p:sp>
      <p:sp>
        <p:nvSpPr>
          <p:cNvPr id="6" name="Rectangle 5"/>
          <p:cNvSpPr/>
          <p:nvPr/>
        </p:nvSpPr>
        <p:spPr bwMode="gray">
          <a:xfrm>
            <a:off x="2316072" y="4439970"/>
            <a:ext cx="1836828" cy="1160859"/>
          </a:xfrm>
          <a:prstGeom prst="rect">
            <a:avLst/>
          </a:prstGeom>
          <a:solidFill>
            <a:schemeClr val="tx2"/>
          </a:solidFill>
          <a:ln>
            <a:headEnd/>
            <a:tailEnd/>
          </a:ln>
        </p:spPr>
        <p:style>
          <a:lnRef idx="2">
            <a:schemeClr val="accent2">
              <a:shade val="50000"/>
            </a:schemeClr>
          </a:lnRef>
          <a:fillRef idx="1">
            <a:schemeClr val="accent2"/>
          </a:fillRef>
          <a:effectRef idx="0">
            <a:schemeClr val="accent2"/>
          </a:effectRef>
          <a:fontRef idx="minor">
            <a:schemeClr val="lt1"/>
          </a:fontRef>
        </p:style>
        <p:txBody>
          <a:bodyPr lIns="90000" tIns="72000" rIns="90000" bIns="72000" rtlCol="0" anchor="ctr"/>
          <a:lstStyle/>
          <a:p>
            <a:pPr marR="0" defTabSz="914400" eaLnBrk="1" fontAlgn="base" latinLnBrk="0" hangingPunct="1">
              <a:lnSpc>
                <a:spcPct val="100000"/>
              </a:lnSpc>
              <a:spcBef>
                <a:spcPct val="50000"/>
              </a:spcBef>
              <a:spcAft>
                <a:spcPct val="0"/>
              </a:spcAft>
              <a:buClr>
                <a:srgbClr val="F0AB00"/>
              </a:buClr>
              <a:buSzPct val="80000"/>
              <a:tabLst/>
            </a:pPr>
            <a:r>
              <a:rPr lang="de-DE" sz="1600" b="1" kern="0" noProof="0" dirty="0" err="1">
                <a:solidFill>
                  <a:sysClr val="windowText" lastClr="000000"/>
                </a:solidFill>
                <a:ea typeface="Arial Unicode MS" pitchFamily="34" charset="-128"/>
                <a:cs typeface="Arial Unicode MS" pitchFamily="34" charset="-128"/>
              </a:rPr>
              <a:t>nasty-koopa</a:t>
            </a:r>
            <a:endParaRPr kumimoji="0" lang="de-DE" sz="1600" b="1" i="0" u="none" strike="noStrike" kern="0" cap="none" spc="0" normalizeH="0" baseline="0" noProof="0" dirty="0">
              <a:ln>
                <a:noFill/>
              </a:ln>
              <a:solidFill>
                <a:sysClr val="windowText" lastClr="000000"/>
              </a:solidFill>
              <a:effectLst/>
              <a:uLnTx/>
              <a:uFillTx/>
              <a:ea typeface="Arial Unicode MS" pitchFamily="34" charset="-128"/>
              <a:cs typeface="Arial Unicode MS" pitchFamily="34" charset="-128"/>
            </a:endParaRPr>
          </a:p>
        </p:txBody>
      </p:sp>
      <p:sp>
        <p:nvSpPr>
          <p:cNvPr id="11" name="Rectangle 10"/>
          <p:cNvSpPr/>
          <p:nvPr/>
        </p:nvSpPr>
        <p:spPr bwMode="gray">
          <a:xfrm>
            <a:off x="2422271" y="4205839"/>
            <a:ext cx="1645920" cy="365760"/>
          </a:xfrm>
          <a:prstGeom prst="rect">
            <a:avLst/>
          </a:prstGeom>
          <a:ln>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de-DE" sz="1800" b="0" i="0" u="none" strike="noStrike" kern="0" cap="none" spc="0" normalizeH="0" baseline="0" noProof="0" dirty="0">
                <a:ln>
                  <a:noFill/>
                </a:ln>
                <a:effectLst/>
                <a:uLnTx/>
                <a:uFillTx/>
                <a:ea typeface="Arial Unicode MS" pitchFamily="34" charset="-128"/>
                <a:cs typeface="Arial Unicode MS" pitchFamily="34" charset="-128"/>
              </a:rPr>
              <a:t>IP: 10.10.10.1</a:t>
            </a:r>
          </a:p>
        </p:txBody>
      </p:sp>
      <p:sp>
        <p:nvSpPr>
          <p:cNvPr id="15" name="Rectangle 14"/>
          <p:cNvSpPr/>
          <p:nvPr/>
        </p:nvSpPr>
        <p:spPr bwMode="gray">
          <a:xfrm>
            <a:off x="1290316" y="5386537"/>
            <a:ext cx="1727580" cy="428584"/>
          </a:xfrm>
          <a:prstGeom prst="rect">
            <a:avLst/>
          </a:prstGeom>
          <a:solidFill>
            <a:schemeClr val="accent1">
              <a:lumMod val="40000"/>
              <a:lumOff val="60000"/>
            </a:schemeClr>
          </a:solidFill>
          <a:ln>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de-DE" sz="1800" kern="0" dirty="0" err="1">
                <a:ea typeface="Arial Unicode MS" pitchFamily="34" charset="-128"/>
                <a:cs typeface="Arial Unicode MS" pitchFamily="34" charset="-128"/>
              </a:rPr>
              <a:t>species</a:t>
            </a:r>
            <a:r>
              <a:rPr kumimoji="0" lang="de-DE" sz="1800" b="0" i="0" u="none" strike="noStrike" kern="0" cap="none" spc="0" normalizeH="0" baseline="0" noProof="0" dirty="0">
                <a:ln>
                  <a:noFill/>
                </a:ln>
                <a:effectLst/>
                <a:uLnTx/>
                <a:uFillTx/>
                <a:ea typeface="Arial Unicode MS" pitchFamily="34" charset="-128"/>
                <a:cs typeface="Arial Unicode MS" pitchFamily="34" charset="-128"/>
              </a:rPr>
              <a:t>=</a:t>
            </a:r>
            <a:r>
              <a:rPr kumimoji="0" lang="de-DE" sz="1800" b="0" i="0" u="none" strike="noStrike" kern="0" cap="none" spc="0" normalizeH="0" baseline="0" noProof="0" dirty="0" err="1">
                <a:ln>
                  <a:noFill/>
                </a:ln>
                <a:effectLst/>
                <a:uLnTx/>
                <a:uFillTx/>
                <a:ea typeface="Arial Unicode MS" pitchFamily="34" charset="-128"/>
                <a:cs typeface="Arial Unicode MS" pitchFamily="34" charset="-128"/>
              </a:rPr>
              <a:t>koopa</a:t>
            </a:r>
            <a:endParaRPr kumimoji="0" lang="de-DE" sz="1800" b="0" i="0" u="none" strike="noStrike" kern="0" cap="none" spc="0" normalizeH="0" baseline="0" noProof="0" dirty="0">
              <a:ln>
                <a:noFill/>
              </a:ln>
              <a:effectLst/>
              <a:uLnTx/>
              <a:uFillTx/>
              <a:ea typeface="Arial Unicode MS" pitchFamily="34" charset="-128"/>
              <a:cs typeface="Arial Unicode MS" pitchFamily="34" charset="-128"/>
            </a:endParaRPr>
          </a:p>
        </p:txBody>
      </p:sp>
      <p:sp>
        <p:nvSpPr>
          <p:cNvPr id="18" name="Rectangle 17"/>
          <p:cNvSpPr/>
          <p:nvPr/>
        </p:nvSpPr>
        <p:spPr bwMode="gray">
          <a:xfrm>
            <a:off x="8142736" y="4446544"/>
            <a:ext cx="1718578" cy="1160859"/>
          </a:xfrm>
          <a:prstGeom prst="rect">
            <a:avLst/>
          </a:prstGeom>
          <a:solidFill>
            <a:schemeClr val="tx2"/>
          </a:solidFill>
          <a:ln>
            <a:headEnd/>
            <a:tailEnd/>
          </a:ln>
        </p:spPr>
        <p:style>
          <a:lnRef idx="2">
            <a:schemeClr val="accent2">
              <a:shade val="50000"/>
            </a:schemeClr>
          </a:lnRef>
          <a:fillRef idx="1">
            <a:schemeClr val="accent2"/>
          </a:fillRef>
          <a:effectRef idx="0">
            <a:schemeClr val="accent2"/>
          </a:effectRef>
          <a:fontRef idx="minor">
            <a:schemeClr val="lt1"/>
          </a:fontRef>
        </p:style>
        <p:txBody>
          <a:bodyPr lIns="90000" tIns="72000" rIns="90000" bIns="72000" rtlCol="0" anchor="ctr"/>
          <a:lstStyle/>
          <a:p>
            <a:pPr marR="0" defTabSz="914400" eaLnBrk="1" fontAlgn="base" latinLnBrk="0" hangingPunct="1">
              <a:lnSpc>
                <a:spcPct val="100000"/>
              </a:lnSpc>
              <a:spcBef>
                <a:spcPct val="50000"/>
              </a:spcBef>
              <a:spcAft>
                <a:spcPct val="0"/>
              </a:spcAft>
              <a:buClr>
                <a:srgbClr val="F0AB00"/>
              </a:buClr>
              <a:buSzPct val="80000"/>
              <a:tabLst/>
            </a:pPr>
            <a:r>
              <a:rPr lang="de-DE" sz="1600" b="1" kern="0" noProof="0" dirty="0" err="1">
                <a:solidFill>
                  <a:sysClr val="windowText" lastClr="000000"/>
                </a:solidFill>
                <a:ea typeface="Arial Unicode MS" pitchFamily="34" charset="-128"/>
                <a:cs typeface="Arial Unicode MS" pitchFamily="34" charset="-128"/>
              </a:rPr>
              <a:t>evil-koopa</a:t>
            </a:r>
            <a:endParaRPr kumimoji="0" lang="de-DE" sz="1600" b="1" i="0" u="none" strike="noStrike" kern="0" cap="none" spc="0" normalizeH="0" baseline="0" noProof="0" dirty="0">
              <a:ln>
                <a:noFill/>
              </a:ln>
              <a:solidFill>
                <a:sysClr val="windowText" lastClr="000000"/>
              </a:solidFill>
              <a:effectLst/>
              <a:uLnTx/>
              <a:uFillTx/>
              <a:ea typeface="Arial Unicode MS" pitchFamily="34" charset="-128"/>
              <a:cs typeface="Arial Unicode MS" pitchFamily="34" charset="-128"/>
            </a:endParaRPr>
          </a:p>
        </p:txBody>
      </p:sp>
      <p:sp>
        <p:nvSpPr>
          <p:cNvPr id="20" name="Rectangle 19"/>
          <p:cNvSpPr/>
          <p:nvPr/>
        </p:nvSpPr>
        <p:spPr bwMode="gray">
          <a:xfrm>
            <a:off x="7507151" y="5386537"/>
            <a:ext cx="1073656" cy="428584"/>
          </a:xfrm>
          <a:prstGeom prst="rect">
            <a:avLst/>
          </a:prstGeom>
          <a:ln>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de-DE" sz="1800" kern="0" dirty="0">
                <a:ea typeface="Arial Unicode MS" pitchFamily="34" charset="-128"/>
                <a:cs typeface="Arial Unicode MS" pitchFamily="34" charset="-128"/>
              </a:rPr>
              <a:t>Port: 80</a:t>
            </a:r>
            <a:endParaRPr kumimoji="0" lang="de-DE" sz="1800" b="0" i="0" u="none" strike="noStrike" kern="0" cap="none" spc="0" normalizeH="0" baseline="0" noProof="0" dirty="0">
              <a:ln>
                <a:noFill/>
              </a:ln>
              <a:effectLst/>
              <a:uLnTx/>
              <a:uFillTx/>
              <a:ea typeface="Arial Unicode MS" pitchFamily="34" charset="-128"/>
              <a:cs typeface="Arial Unicode MS" pitchFamily="34" charset="-128"/>
            </a:endParaRPr>
          </a:p>
        </p:txBody>
      </p:sp>
      <p:sp>
        <p:nvSpPr>
          <p:cNvPr id="17" name="Rectangle 16"/>
          <p:cNvSpPr/>
          <p:nvPr/>
        </p:nvSpPr>
        <p:spPr bwMode="gray">
          <a:xfrm>
            <a:off x="3826004" y="5386537"/>
            <a:ext cx="1073656" cy="428584"/>
          </a:xfrm>
          <a:prstGeom prst="rect">
            <a:avLst/>
          </a:prstGeom>
          <a:ln>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de-DE" sz="1800" kern="0" dirty="0">
                <a:ea typeface="Arial Unicode MS" pitchFamily="34" charset="-128"/>
                <a:cs typeface="Arial Unicode MS" pitchFamily="34" charset="-128"/>
              </a:rPr>
              <a:t>Port: 80</a:t>
            </a:r>
            <a:endParaRPr kumimoji="0" lang="de-DE" sz="1800" b="0" i="0" u="none" strike="noStrike" kern="0" cap="none" spc="0" normalizeH="0" baseline="0" noProof="0" dirty="0">
              <a:ln>
                <a:noFill/>
              </a:ln>
              <a:effectLst/>
              <a:uLnTx/>
              <a:uFillTx/>
              <a:ea typeface="Arial Unicode MS" pitchFamily="34" charset="-128"/>
              <a:cs typeface="Arial Unicode MS" pitchFamily="34" charset="-128"/>
            </a:endParaRPr>
          </a:p>
        </p:txBody>
      </p:sp>
      <p:sp>
        <p:nvSpPr>
          <p:cNvPr id="13" name="Rectangle 12"/>
          <p:cNvSpPr/>
          <p:nvPr/>
        </p:nvSpPr>
        <p:spPr bwMode="gray">
          <a:xfrm>
            <a:off x="8179065" y="4205839"/>
            <a:ext cx="1645920" cy="365760"/>
          </a:xfrm>
          <a:prstGeom prst="rect">
            <a:avLst/>
          </a:prstGeom>
          <a:ln>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de-DE" sz="1800" b="0" i="0" u="none" strike="noStrike" kern="0" cap="none" spc="0" normalizeH="0" baseline="0" noProof="0" dirty="0">
                <a:ln>
                  <a:noFill/>
                </a:ln>
                <a:effectLst/>
                <a:uLnTx/>
                <a:uFillTx/>
                <a:ea typeface="Arial Unicode MS" pitchFamily="34" charset="-128"/>
                <a:cs typeface="Arial Unicode MS" pitchFamily="34" charset="-128"/>
              </a:rPr>
              <a:t>IP: 10.10.20.1</a:t>
            </a:r>
          </a:p>
        </p:txBody>
      </p:sp>
      <p:cxnSp>
        <p:nvCxnSpPr>
          <p:cNvPr id="36" name="Connector: Elbow 35"/>
          <p:cNvCxnSpPr>
            <a:cxnSpLocks/>
            <a:stCxn id="46" idx="1"/>
            <a:endCxn id="17" idx="2"/>
          </p:cNvCxnSpPr>
          <p:nvPr/>
        </p:nvCxnSpPr>
        <p:spPr>
          <a:xfrm rot="5400000">
            <a:off x="4847018" y="4611396"/>
            <a:ext cx="719540" cy="1687911"/>
          </a:xfrm>
          <a:prstGeom prst="bentConnector3">
            <a:avLst>
              <a:gd name="adj1" fmla="val 131770"/>
            </a:avLst>
          </a:prstGeom>
          <a:ln w="57150">
            <a:solidFill>
              <a:schemeClr val="accent5">
                <a:lumMod val="75000"/>
              </a:schemeClr>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31" name="Cloud 30">
            <a:extLst>
              <a:ext uri="{FF2B5EF4-FFF2-40B4-BE49-F238E27FC236}">
                <a16:creationId xmlns:a16="http://schemas.microsoft.com/office/drawing/2014/main" id="{650B88C5-9391-410D-AD5A-D43BDA2A1C53}"/>
              </a:ext>
            </a:extLst>
          </p:cNvPr>
          <p:cNvSpPr/>
          <p:nvPr/>
        </p:nvSpPr>
        <p:spPr bwMode="gray">
          <a:xfrm>
            <a:off x="3862444" y="1221245"/>
            <a:ext cx="4558552" cy="1074420"/>
          </a:xfrm>
          <a:prstGeom prst="cloud">
            <a:avLst/>
          </a:prstGeom>
          <a:solidFill>
            <a:schemeClr val="accent1"/>
          </a:solidFill>
          <a:ln w="635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en-US" sz="1800" kern="0" dirty="0">
                <a:ea typeface="Arial Unicode MS" pitchFamily="34" charset="-128"/>
                <a:cs typeface="Arial Unicode MS" pitchFamily="34" charset="-128"/>
              </a:rPr>
              <a:t>GET: </a:t>
            </a:r>
            <a:r>
              <a:rPr lang="en-US" sz="1800" b="1" kern="0" dirty="0">
                <a:ea typeface="Arial Unicode MS" pitchFamily="34" charset="-128"/>
                <a:cs typeface="Arial Unicode MS" pitchFamily="34" charset="-128"/>
              </a:rPr>
              <a:t>node:30021</a:t>
            </a:r>
            <a:endParaRPr kumimoji="0" lang="en-US" sz="1800" b="0" i="0" u="none" strike="noStrike" kern="0" cap="none" spc="0" normalizeH="0" baseline="0" noProof="0" dirty="0" err="1">
              <a:ln>
                <a:noFill/>
              </a:ln>
              <a:effectLst/>
              <a:uLnTx/>
              <a:uFillTx/>
              <a:ea typeface="Arial Unicode MS" pitchFamily="34" charset="-128"/>
              <a:cs typeface="Arial Unicode MS" pitchFamily="34" charset="-128"/>
            </a:endParaRPr>
          </a:p>
        </p:txBody>
      </p:sp>
      <p:pic>
        <p:nvPicPr>
          <p:cNvPr id="28" name="Picture 2" descr="https://vignette.wikia.nocookie.net/nintendo/images/8/83/KoopaNSMB.png/revision/latest?cb=20110724132501&amp;path-prefix=en">
            <a:extLst>
              <a:ext uri="{FF2B5EF4-FFF2-40B4-BE49-F238E27FC236}">
                <a16:creationId xmlns:a16="http://schemas.microsoft.com/office/drawing/2014/main" id="{E2CA8877-CBC9-42B6-B22C-15A47CC069B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25557" y="4658745"/>
            <a:ext cx="429952" cy="684123"/>
          </a:xfrm>
          <a:prstGeom prst="rect">
            <a:avLst/>
          </a:prstGeom>
          <a:noFill/>
          <a:extLst>
            <a:ext uri="{909E8E84-426E-40DD-AFC4-6F175D3DCCD1}">
              <a14:hiddenFill xmlns:a14="http://schemas.microsoft.com/office/drawing/2010/main">
                <a:solidFill>
                  <a:srgbClr val="FFFFFF"/>
                </a:solidFill>
              </a14:hiddenFill>
            </a:ext>
          </a:extLst>
        </p:spPr>
      </p:pic>
      <p:pic>
        <p:nvPicPr>
          <p:cNvPr id="32" name="Picture 2" descr="https://vignette.wikia.nocookie.net/nintendo/images/8/83/KoopaNSMB.png/revision/latest?cb=20110724132501&amp;path-prefix=en">
            <a:extLst>
              <a:ext uri="{FF2B5EF4-FFF2-40B4-BE49-F238E27FC236}">
                <a16:creationId xmlns:a16="http://schemas.microsoft.com/office/drawing/2014/main" id="{128A8896-05CA-440F-BBCA-12961478D7D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339660" y="4650839"/>
            <a:ext cx="429952" cy="684123"/>
          </a:xfrm>
          <a:prstGeom prst="rect">
            <a:avLst/>
          </a:prstGeom>
          <a:noFill/>
          <a:extLst>
            <a:ext uri="{909E8E84-426E-40DD-AFC4-6F175D3DCCD1}">
              <a14:hiddenFill xmlns:a14="http://schemas.microsoft.com/office/drawing/2010/main">
                <a:solidFill>
                  <a:srgbClr val="FFFFFF"/>
                </a:solidFill>
              </a14:hiddenFill>
            </a:ext>
          </a:extLst>
        </p:spPr>
      </p:pic>
      <p:sp>
        <p:nvSpPr>
          <p:cNvPr id="34" name="Rectangle 33">
            <a:extLst>
              <a:ext uri="{FF2B5EF4-FFF2-40B4-BE49-F238E27FC236}">
                <a16:creationId xmlns:a16="http://schemas.microsoft.com/office/drawing/2014/main" id="{65E3F86B-ACF0-46DD-BF5C-2BD2309F88A2}"/>
              </a:ext>
            </a:extLst>
          </p:cNvPr>
          <p:cNvSpPr/>
          <p:nvPr/>
        </p:nvSpPr>
        <p:spPr bwMode="gray">
          <a:xfrm>
            <a:off x="9216392" y="5376413"/>
            <a:ext cx="1727580" cy="428584"/>
          </a:xfrm>
          <a:prstGeom prst="rect">
            <a:avLst/>
          </a:prstGeom>
          <a:solidFill>
            <a:schemeClr val="accent1">
              <a:lumMod val="40000"/>
              <a:lumOff val="60000"/>
            </a:schemeClr>
          </a:solidFill>
          <a:ln>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de-DE" sz="1800" kern="0" dirty="0" err="1">
                <a:ea typeface="Arial Unicode MS" pitchFamily="34" charset="-128"/>
                <a:cs typeface="Arial Unicode MS" pitchFamily="34" charset="-128"/>
              </a:rPr>
              <a:t>species</a:t>
            </a:r>
            <a:r>
              <a:rPr kumimoji="0" lang="de-DE" sz="1800" b="0" i="0" u="none" strike="noStrike" kern="0" cap="none" spc="0" normalizeH="0" baseline="0" noProof="0" dirty="0">
                <a:ln>
                  <a:noFill/>
                </a:ln>
                <a:effectLst/>
                <a:uLnTx/>
                <a:uFillTx/>
                <a:ea typeface="Arial Unicode MS" pitchFamily="34" charset="-128"/>
                <a:cs typeface="Arial Unicode MS" pitchFamily="34" charset="-128"/>
              </a:rPr>
              <a:t>=</a:t>
            </a:r>
            <a:r>
              <a:rPr kumimoji="0" lang="de-DE" sz="1800" b="0" i="0" u="none" strike="noStrike" kern="0" cap="none" spc="0" normalizeH="0" baseline="0" noProof="0" dirty="0" err="1">
                <a:ln>
                  <a:noFill/>
                </a:ln>
                <a:effectLst/>
                <a:uLnTx/>
                <a:uFillTx/>
                <a:ea typeface="Arial Unicode MS" pitchFamily="34" charset="-128"/>
                <a:cs typeface="Arial Unicode MS" pitchFamily="34" charset="-128"/>
              </a:rPr>
              <a:t>koopa</a:t>
            </a:r>
            <a:endParaRPr kumimoji="0" lang="de-DE" sz="1800" b="0" i="0" u="none" strike="noStrike" kern="0" cap="none" spc="0" normalizeH="0" baseline="0" noProof="0" dirty="0">
              <a:ln>
                <a:noFill/>
              </a:ln>
              <a:effectLst/>
              <a:uLnTx/>
              <a:uFillTx/>
              <a:ea typeface="Arial Unicode MS" pitchFamily="34" charset="-128"/>
              <a:cs typeface="Arial Unicode MS" pitchFamily="34" charset="-128"/>
            </a:endParaRPr>
          </a:p>
        </p:txBody>
      </p:sp>
      <p:cxnSp>
        <p:nvCxnSpPr>
          <p:cNvPr id="38" name="Connector: Elbow 37">
            <a:extLst>
              <a:ext uri="{FF2B5EF4-FFF2-40B4-BE49-F238E27FC236}">
                <a16:creationId xmlns:a16="http://schemas.microsoft.com/office/drawing/2014/main" id="{78D0D50D-A6AA-44F6-9339-80384EAA4A38}"/>
              </a:ext>
            </a:extLst>
          </p:cNvPr>
          <p:cNvCxnSpPr>
            <a:cxnSpLocks/>
            <a:endCxn id="20" idx="2"/>
          </p:cNvCxnSpPr>
          <p:nvPr/>
        </p:nvCxnSpPr>
        <p:spPr>
          <a:xfrm>
            <a:off x="6003382" y="4849838"/>
            <a:ext cx="2040597" cy="965283"/>
          </a:xfrm>
          <a:prstGeom prst="bentConnector4">
            <a:avLst>
              <a:gd name="adj1" fmla="val 245"/>
              <a:gd name="adj2" fmla="val 123682"/>
            </a:avLst>
          </a:prstGeom>
          <a:ln w="57150">
            <a:solidFill>
              <a:schemeClr val="accent5">
                <a:lumMod val="75000"/>
              </a:schemeClr>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46" name="Rectangle: Single Corner Snipped 45">
            <a:extLst>
              <a:ext uri="{FF2B5EF4-FFF2-40B4-BE49-F238E27FC236}">
                <a16:creationId xmlns:a16="http://schemas.microsoft.com/office/drawing/2014/main" id="{5E9FCBC4-82E3-4A8A-AD31-E51BA1D4CAB8}"/>
              </a:ext>
            </a:extLst>
          </p:cNvPr>
          <p:cNvSpPr/>
          <p:nvPr/>
        </p:nvSpPr>
        <p:spPr bwMode="gray">
          <a:xfrm>
            <a:off x="4594334" y="3079127"/>
            <a:ext cx="2912817" cy="2016454"/>
          </a:xfrm>
          <a:prstGeom prst="snip1Rect">
            <a:avLst/>
          </a:prstGeom>
          <a:solidFill>
            <a:schemeClr val="tx2"/>
          </a:solidFill>
          <a:ln w="38100" cmpd="sng">
            <a:headEnd/>
            <a:tailEnd/>
          </a:ln>
          <a:effectLst>
            <a:outerShdw blurRad="50800" dist="38100" dir="2700000" algn="tl" rotWithShape="0">
              <a:prstClr val="black">
                <a:alpha val="40000"/>
              </a:prstClr>
            </a:outerShdw>
          </a:effectLst>
        </p:spPr>
        <p:style>
          <a:lnRef idx="3">
            <a:schemeClr val="lt1"/>
          </a:lnRef>
          <a:fillRef idx="1">
            <a:schemeClr val="accent2"/>
          </a:fillRef>
          <a:effectRef idx="1">
            <a:schemeClr val="accent2"/>
          </a:effectRef>
          <a:fontRef idx="minor">
            <a:schemeClr val="lt1"/>
          </a:fontRef>
        </p:style>
        <p:txBody>
          <a:bodyPr wrap="none" lIns="90000" tIns="0" rIns="90000" bIns="0" rtlCol="0" anchor="t"/>
          <a:lstStyle/>
          <a:p>
            <a:pPr marR="0" algn="ctr" defTabSz="914400" eaLnBrk="1" fontAlgn="base" latinLnBrk="0" hangingPunct="1">
              <a:lnSpc>
                <a:spcPct val="100000"/>
              </a:lnSpc>
              <a:spcAft>
                <a:spcPts val="600"/>
              </a:spcAft>
              <a:buClr>
                <a:srgbClr val="F0AB00"/>
              </a:buClr>
              <a:buSzPct val="80000"/>
              <a:tabLst/>
            </a:pPr>
            <a:r>
              <a:rPr kumimoji="0" lang="en-US" sz="1600" b="1" i="0" u="none" strike="noStrike" kern="0" cap="none" spc="0" normalizeH="0" baseline="0" noProof="0" dirty="0">
                <a:ln>
                  <a:noFill/>
                </a:ln>
                <a:solidFill>
                  <a:sysClr val="windowText" lastClr="000000"/>
                </a:solidFill>
                <a:effectLst/>
                <a:uLnTx/>
                <a:uFillTx/>
                <a:ea typeface="Arial Unicode MS" pitchFamily="34" charset="-128"/>
                <a:cs typeface="Arial Unicode MS" pitchFamily="34" charset="-128"/>
              </a:rPr>
              <a:t>Service</a:t>
            </a:r>
          </a:p>
          <a:p>
            <a:pPr marL="285750" marR="0" indent="-285750" defTabSz="914400" eaLnBrk="1" fontAlgn="base" latinLnBrk="0" hangingPunct="1">
              <a:lnSpc>
                <a:spcPct val="100000"/>
              </a:lnSpc>
              <a:spcBef>
                <a:spcPts val="600"/>
              </a:spcBef>
              <a:spcAft>
                <a:spcPct val="0"/>
              </a:spcAft>
              <a:buClr>
                <a:srgbClr val="F0AB00"/>
              </a:buClr>
              <a:buSzPct val="80000"/>
              <a:buFont typeface="Arial" panose="020B0604020202020204" pitchFamily="34" charset="0"/>
              <a:buChar char="•"/>
              <a:tabLst/>
            </a:pPr>
            <a:r>
              <a:rPr lang="en-US" sz="1600" kern="0" dirty="0">
                <a:solidFill>
                  <a:sysClr val="windowText" lastClr="000000"/>
                </a:solidFill>
                <a:ea typeface="Arial Unicode MS" pitchFamily="34" charset="-128"/>
                <a:cs typeface="Arial Unicode MS" pitchFamily="34" charset="-128"/>
              </a:rPr>
              <a:t>Selector: species=</a:t>
            </a:r>
            <a:r>
              <a:rPr lang="en-US" sz="1600" kern="0" dirty="0" err="1">
                <a:solidFill>
                  <a:sysClr val="windowText" lastClr="000000"/>
                </a:solidFill>
                <a:ea typeface="Arial Unicode MS" pitchFamily="34" charset="-128"/>
                <a:cs typeface="Arial Unicode MS" pitchFamily="34" charset="-128"/>
              </a:rPr>
              <a:t>koopa</a:t>
            </a:r>
            <a:endParaRPr kumimoji="0" lang="en-US" sz="1600" b="0" i="0" u="none" strike="noStrike" kern="0" cap="none" spc="0" normalizeH="0" baseline="0" noProof="0" dirty="0">
              <a:ln>
                <a:noFill/>
              </a:ln>
              <a:solidFill>
                <a:sysClr val="windowText" lastClr="000000"/>
              </a:solidFill>
              <a:effectLst/>
              <a:uLnTx/>
              <a:uFillTx/>
              <a:ea typeface="Arial Unicode MS" pitchFamily="34" charset="-128"/>
              <a:cs typeface="Arial Unicode MS" pitchFamily="34" charset="-128"/>
            </a:endParaRPr>
          </a:p>
          <a:p>
            <a:pPr marL="285750" marR="0" indent="-285750" defTabSz="914400" eaLnBrk="1" fontAlgn="base" latinLnBrk="0" hangingPunct="1">
              <a:lnSpc>
                <a:spcPct val="100000"/>
              </a:lnSpc>
              <a:spcBef>
                <a:spcPts val="600"/>
              </a:spcBef>
              <a:spcAft>
                <a:spcPct val="0"/>
              </a:spcAft>
              <a:buClr>
                <a:srgbClr val="F0AB00"/>
              </a:buClr>
              <a:buSzPct val="80000"/>
              <a:buFont typeface="Arial" panose="020B0604020202020204" pitchFamily="34" charset="0"/>
              <a:buChar char="•"/>
              <a:tabLst/>
            </a:pPr>
            <a:r>
              <a:rPr lang="en-US" sz="1600" kern="0" dirty="0">
                <a:solidFill>
                  <a:sysClr val="windowText" lastClr="000000"/>
                </a:solidFill>
                <a:ea typeface="Arial Unicode MS" pitchFamily="34" charset="-128"/>
                <a:cs typeface="Arial Unicode MS" pitchFamily="34" charset="-128"/>
              </a:rPr>
              <a:t>Type: </a:t>
            </a:r>
            <a:r>
              <a:rPr lang="en-US" sz="1600" kern="0" dirty="0" err="1">
                <a:solidFill>
                  <a:sysClr val="windowText" lastClr="000000"/>
                </a:solidFill>
                <a:ea typeface="Arial Unicode MS" pitchFamily="34" charset="-128"/>
                <a:cs typeface="Arial Unicode MS" pitchFamily="34" charset="-128"/>
              </a:rPr>
              <a:t>NodePort</a:t>
            </a:r>
            <a:endParaRPr lang="en-US" sz="1600" kern="0" dirty="0">
              <a:solidFill>
                <a:sysClr val="windowText" lastClr="000000"/>
              </a:solidFill>
              <a:ea typeface="Arial Unicode MS" pitchFamily="34" charset="-128"/>
              <a:cs typeface="Arial Unicode MS" pitchFamily="34" charset="-128"/>
            </a:endParaRPr>
          </a:p>
          <a:p>
            <a:pPr marL="285750" marR="0" indent="-285750" defTabSz="914400" eaLnBrk="1" fontAlgn="base" latinLnBrk="0" hangingPunct="1">
              <a:lnSpc>
                <a:spcPct val="100000"/>
              </a:lnSpc>
              <a:spcBef>
                <a:spcPts val="600"/>
              </a:spcBef>
              <a:spcAft>
                <a:spcPct val="0"/>
              </a:spcAft>
              <a:buClr>
                <a:srgbClr val="F0AB00"/>
              </a:buClr>
              <a:buSzPct val="80000"/>
              <a:buFont typeface="Arial" panose="020B0604020202020204" pitchFamily="34" charset="0"/>
              <a:buChar char="•"/>
              <a:tabLst/>
            </a:pPr>
            <a:r>
              <a:rPr lang="en-US" sz="1600" kern="0" dirty="0">
                <a:solidFill>
                  <a:sysClr val="windowText" lastClr="000000"/>
                </a:solidFill>
                <a:ea typeface="Arial Unicode MS" pitchFamily="34" charset="-128"/>
                <a:cs typeface="Arial Unicode MS" pitchFamily="34" charset="-128"/>
              </a:rPr>
              <a:t>TargetPort: 80</a:t>
            </a:r>
          </a:p>
          <a:p>
            <a:pPr marL="285750" marR="0" indent="-285750" defTabSz="914400" eaLnBrk="1" fontAlgn="base" latinLnBrk="0" hangingPunct="1">
              <a:lnSpc>
                <a:spcPct val="100000"/>
              </a:lnSpc>
              <a:spcBef>
                <a:spcPts val="600"/>
              </a:spcBef>
              <a:spcAft>
                <a:spcPct val="0"/>
              </a:spcAft>
              <a:buClr>
                <a:srgbClr val="F0AB00"/>
              </a:buClr>
              <a:buSzPct val="80000"/>
              <a:buFont typeface="Arial" panose="020B0604020202020204" pitchFamily="34" charset="0"/>
              <a:buChar char="•"/>
              <a:tabLst/>
            </a:pPr>
            <a:r>
              <a:rPr kumimoji="0" lang="en-US" sz="1600" b="0" i="0" u="none" strike="noStrike" kern="0" cap="none" spc="0" normalizeH="0" baseline="0" noProof="0" dirty="0">
                <a:ln>
                  <a:noFill/>
                </a:ln>
                <a:solidFill>
                  <a:sysClr val="windowText" lastClr="000000"/>
                </a:solidFill>
                <a:effectLst/>
                <a:uLnTx/>
                <a:uFillTx/>
                <a:ea typeface="Arial Unicode MS" pitchFamily="34" charset="-128"/>
                <a:cs typeface="Arial Unicode MS" pitchFamily="34" charset="-128"/>
              </a:rPr>
              <a:t>Port: 80</a:t>
            </a:r>
          </a:p>
        </p:txBody>
      </p:sp>
      <p:sp>
        <p:nvSpPr>
          <p:cNvPr id="53" name="Rectangle 52">
            <a:extLst>
              <a:ext uri="{FF2B5EF4-FFF2-40B4-BE49-F238E27FC236}">
                <a16:creationId xmlns:a16="http://schemas.microsoft.com/office/drawing/2014/main" id="{504562E7-00A7-4A86-943E-8EBA6759839C}"/>
              </a:ext>
            </a:extLst>
          </p:cNvPr>
          <p:cNvSpPr/>
          <p:nvPr/>
        </p:nvSpPr>
        <p:spPr bwMode="gray">
          <a:xfrm>
            <a:off x="5197190" y="2922326"/>
            <a:ext cx="1665273" cy="289387"/>
          </a:xfrm>
          <a:prstGeom prst="rect">
            <a:avLst/>
          </a:prstGeom>
          <a:ln>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de-DE" sz="1600" b="0" i="0" u="none" strike="noStrike" kern="0" cap="none" spc="0" normalizeH="0" baseline="0" noProof="0" dirty="0">
                <a:ln>
                  <a:noFill/>
                </a:ln>
                <a:effectLst/>
                <a:uLnTx/>
                <a:uFillTx/>
                <a:ea typeface="Arial Unicode MS" pitchFamily="34" charset="-128"/>
                <a:cs typeface="Arial Unicode MS" pitchFamily="34" charset="-128"/>
              </a:rPr>
              <a:t>IP: 10.20.10.1</a:t>
            </a:r>
          </a:p>
        </p:txBody>
      </p:sp>
      <p:cxnSp>
        <p:nvCxnSpPr>
          <p:cNvPr id="30" name="Connector: Elbow 29">
            <a:extLst>
              <a:ext uri="{FF2B5EF4-FFF2-40B4-BE49-F238E27FC236}">
                <a16:creationId xmlns:a16="http://schemas.microsoft.com/office/drawing/2014/main" id="{F739514E-B604-4D35-8252-B5A6F2605B3E}"/>
              </a:ext>
            </a:extLst>
          </p:cNvPr>
          <p:cNvCxnSpPr>
            <a:cxnSpLocks/>
            <a:stCxn id="31" idx="2"/>
          </p:cNvCxnSpPr>
          <p:nvPr/>
        </p:nvCxnSpPr>
        <p:spPr>
          <a:xfrm rot="10800000" flipV="1">
            <a:off x="1403290" y="1758455"/>
            <a:ext cx="2473295" cy="1469404"/>
          </a:xfrm>
          <a:prstGeom prst="bentConnector3">
            <a:avLst>
              <a:gd name="adj1" fmla="val 100373"/>
            </a:avLst>
          </a:prstGeom>
          <a:ln w="57150">
            <a:solidFill>
              <a:schemeClr val="tx2">
                <a:lumMod val="75000"/>
              </a:schemeClr>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33" name="Connector: Elbow 32">
            <a:extLst>
              <a:ext uri="{FF2B5EF4-FFF2-40B4-BE49-F238E27FC236}">
                <a16:creationId xmlns:a16="http://schemas.microsoft.com/office/drawing/2014/main" id="{386DA505-AC3F-44E5-B4C9-EE24786D129B}"/>
              </a:ext>
            </a:extLst>
          </p:cNvPr>
          <p:cNvCxnSpPr>
            <a:cxnSpLocks/>
            <a:stCxn id="31" idx="0"/>
          </p:cNvCxnSpPr>
          <p:nvPr/>
        </p:nvCxnSpPr>
        <p:spPr>
          <a:xfrm>
            <a:off x="8417197" y="1758455"/>
            <a:ext cx="2211117" cy="1469405"/>
          </a:xfrm>
          <a:prstGeom prst="bentConnector3">
            <a:avLst>
              <a:gd name="adj1" fmla="val 100143"/>
            </a:avLst>
          </a:prstGeom>
          <a:ln w="57150">
            <a:solidFill>
              <a:schemeClr val="tx2">
                <a:lumMod val="75000"/>
              </a:schemeClr>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35" name="Connector: Elbow 34">
            <a:extLst>
              <a:ext uri="{FF2B5EF4-FFF2-40B4-BE49-F238E27FC236}">
                <a16:creationId xmlns:a16="http://schemas.microsoft.com/office/drawing/2014/main" id="{41AD0F10-42E5-4D26-A2EE-7426640C9DFC}"/>
              </a:ext>
            </a:extLst>
          </p:cNvPr>
          <p:cNvCxnSpPr>
            <a:cxnSpLocks/>
          </p:cNvCxnSpPr>
          <p:nvPr/>
        </p:nvCxnSpPr>
        <p:spPr>
          <a:xfrm>
            <a:off x="1403285" y="3656444"/>
            <a:ext cx="3191049" cy="310523"/>
          </a:xfrm>
          <a:prstGeom prst="bentConnector3">
            <a:avLst>
              <a:gd name="adj1" fmla="val 275"/>
            </a:avLst>
          </a:prstGeom>
          <a:ln w="57150">
            <a:solidFill>
              <a:schemeClr val="tx2">
                <a:lumMod val="75000"/>
              </a:schemeClr>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37" name="Connector: Elbow 36">
            <a:extLst>
              <a:ext uri="{FF2B5EF4-FFF2-40B4-BE49-F238E27FC236}">
                <a16:creationId xmlns:a16="http://schemas.microsoft.com/office/drawing/2014/main" id="{59871BF5-1BA5-4A85-9851-D40B5269E3D0}"/>
              </a:ext>
            </a:extLst>
          </p:cNvPr>
          <p:cNvCxnSpPr>
            <a:cxnSpLocks/>
          </p:cNvCxnSpPr>
          <p:nvPr/>
        </p:nvCxnSpPr>
        <p:spPr>
          <a:xfrm rot="10800000" flipV="1">
            <a:off x="7507151" y="3656445"/>
            <a:ext cx="3121164" cy="310524"/>
          </a:xfrm>
          <a:prstGeom prst="bentConnector3">
            <a:avLst>
              <a:gd name="adj1" fmla="val -408"/>
            </a:avLst>
          </a:prstGeom>
          <a:ln w="57150">
            <a:solidFill>
              <a:schemeClr val="tx2">
                <a:lumMod val="75000"/>
              </a:schemeClr>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27" name="Rectangle 26">
            <a:extLst>
              <a:ext uri="{FF2B5EF4-FFF2-40B4-BE49-F238E27FC236}">
                <a16:creationId xmlns:a16="http://schemas.microsoft.com/office/drawing/2014/main" id="{CDA3CF5C-1C3A-4015-A1E8-BC1C89D781B4}"/>
              </a:ext>
            </a:extLst>
          </p:cNvPr>
          <p:cNvSpPr/>
          <p:nvPr/>
        </p:nvSpPr>
        <p:spPr bwMode="gray">
          <a:xfrm>
            <a:off x="678812" y="3227860"/>
            <a:ext cx="1974894" cy="428584"/>
          </a:xfrm>
          <a:prstGeom prst="rect">
            <a:avLst/>
          </a:prstGeom>
          <a:ln>
            <a:headEnd/>
            <a:tailEnd/>
          </a:ln>
        </p:spPr>
        <p:style>
          <a:lnRef idx="2">
            <a:schemeClr val="accent5"/>
          </a:lnRef>
          <a:fillRef idx="1">
            <a:schemeClr val="lt1"/>
          </a:fillRef>
          <a:effectRef idx="0">
            <a:schemeClr val="accent5"/>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de-DE" sz="1800" kern="0" dirty="0">
                <a:ea typeface="Arial Unicode MS" pitchFamily="34" charset="-128"/>
                <a:cs typeface="Arial Unicode MS" pitchFamily="34" charset="-128"/>
              </a:rPr>
              <a:t>NodePort: 30021</a:t>
            </a:r>
            <a:endParaRPr kumimoji="0" lang="de-DE" sz="1800" b="0" i="0" u="none" strike="noStrike" kern="0" cap="none" spc="0" normalizeH="0" baseline="0" noProof="0" dirty="0">
              <a:ln>
                <a:noFill/>
              </a:ln>
              <a:effectLst/>
              <a:uLnTx/>
              <a:uFillTx/>
              <a:ea typeface="Arial Unicode MS" pitchFamily="34" charset="-128"/>
              <a:cs typeface="Arial Unicode MS" pitchFamily="34" charset="-128"/>
            </a:endParaRPr>
          </a:p>
        </p:txBody>
      </p:sp>
      <p:sp>
        <p:nvSpPr>
          <p:cNvPr id="29" name="Rectangle 28">
            <a:extLst>
              <a:ext uri="{FF2B5EF4-FFF2-40B4-BE49-F238E27FC236}">
                <a16:creationId xmlns:a16="http://schemas.microsoft.com/office/drawing/2014/main" id="{4FCB5143-F757-480A-B16E-ED49A088147F}"/>
              </a:ext>
            </a:extLst>
          </p:cNvPr>
          <p:cNvSpPr/>
          <p:nvPr/>
        </p:nvSpPr>
        <p:spPr bwMode="gray">
          <a:xfrm>
            <a:off x="9458574" y="3227860"/>
            <a:ext cx="1950213" cy="428584"/>
          </a:xfrm>
          <a:prstGeom prst="rect">
            <a:avLst/>
          </a:prstGeom>
          <a:ln>
            <a:headEnd/>
            <a:tailEnd/>
          </a:ln>
        </p:spPr>
        <p:style>
          <a:lnRef idx="2">
            <a:schemeClr val="accent5"/>
          </a:lnRef>
          <a:fillRef idx="1">
            <a:schemeClr val="lt1"/>
          </a:fillRef>
          <a:effectRef idx="0">
            <a:schemeClr val="accent5"/>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de-DE" sz="1800" kern="0" dirty="0">
                <a:ea typeface="Arial Unicode MS" pitchFamily="34" charset="-128"/>
                <a:cs typeface="Arial Unicode MS" pitchFamily="34" charset="-128"/>
              </a:rPr>
              <a:t>NodePort: 30021</a:t>
            </a:r>
            <a:endParaRPr kumimoji="0" lang="de-DE" sz="1800" b="0" i="0" u="none" strike="noStrike" kern="0" cap="none" spc="0" normalizeH="0" baseline="0" noProof="0" dirty="0">
              <a:ln>
                <a:noFill/>
              </a:ln>
              <a:effectLst/>
              <a:uLnTx/>
              <a:uFillTx/>
              <a:ea typeface="Arial Unicode MS" pitchFamily="34" charset="-128"/>
              <a:cs typeface="Arial Unicode MS" pitchFamily="34" charset="-128"/>
            </a:endParaRPr>
          </a:p>
        </p:txBody>
      </p:sp>
    </p:spTree>
    <p:extLst>
      <p:ext uri="{BB962C8B-B14F-4D97-AF65-F5344CB8AC3E}">
        <p14:creationId xmlns:p14="http://schemas.microsoft.com/office/powerpoint/2010/main" val="87417177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Demo</a:t>
            </a:r>
          </a:p>
        </p:txBody>
      </p:sp>
      <p:pic>
        <p:nvPicPr>
          <p:cNvPr id="5" name="Picture 4">
            <a:extLst>
              <a:ext uri="{FF2B5EF4-FFF2-40B4-BE49-F238E27FC236}">
                <a16:creationId xmlns:a16="http://schemas.microsoft.com/office/drawing/2014/main" id="{7EAD404B-E776-42D7-9A6B-DED20C111962}"/>
              </a:ext>
            </a:extLst>
          </p:cNvPr>
          <p:cNvPicPr>
            <a:picLocks noChangeAspect="1"/>
          </p:cNvPicPr>
          <p:nvPr/>
        </p:nvPicPr>
        <p:blipFill>
          <a:blip r:embed="rId3"/>
          <a:stretch>
            <a:fillRect/>
          </a:stretch>
        </p:blipFill>
        <p:spPr>
          <a:xfrm>
            <a:off x="3645157" y="976918"/>
            <a:ext cx="4904163" cy="4904163"/>
          </a:xfrm>
          <a:prstGeom prst="rect">
            <a:avLst/>
          </a:prstGeom>
        </p:spPr>
      </p:pic>
    </p:spTree>
    <p:extLst>
      <p:ext uri="{BB962C8B-B14F-4D97-AF65-F5344CB8AC3E}">
        <p14:creationId xmlns:p14="http://schemas.microsoft.com/office/powerpoint/2010/main" val="30127070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8A1CBD7-BF7D-4C80-AA17-23D6313E88BB}"/>
              </a:ext>
            </a:extLst>
          </p:cNvPr>
          <p:cNvSpPr/>
          <p:nvPr/>
        </p:nvSpPr>
        <p:spPr bwMode="gray">
          <a:xfrm>
            <a:off x="504001" y="2841068"/>
            <a:ext cx="11186476" cy="3584321"/>
          </a:xfrm>
          <a:prstGeom prst="rect">
            <a:avLst/>
          </a:prstGeom>
          <a:solidFill>
            <a:schemeClr val="accent3">
              <a:lumMod val="20000"/>
              <a:lumOff val="80000"/>
            </a:schemeClr>
          </a:solidFill>
          <a:ln w="6350" algn="ctr">
            <a:noFill/>
            <a:miter lim="800000"/>
            <a:headEnd/>
            <a:tailEnd/>
          </a:ln>
        </p:spPr>
        <p:txBody>
          <a:bodyPr lIns="90000" tIns="72000" rIns="144000" bIns="72000" rtlCol="0" anchor="t"/>
          <a:lstStyle/>
          <a:p>
            <a:pPr marR="0" algn="r" defTabSz="914400" eaLnBrk="1" fontAlgn="base" latinLnBrk="0" hangingPunct="1">
              <a:lnSpc>
                <a:spcPct val="100000"/>
              </a:lnSpc>
              <a:spcBef>
                <a:spcPct val="50000"/>
              </a:spcBef>
              <a:spcAft>
                <a:spcPct val="0"/>
              </a:spcAft>
              <a:buClr>
                <a:srgbClr val="F0AB00"/>
              </a:buClr>
              <a:buSzPct val="80000"/>
              <a:tabLst/>
            </a:pPr>
            <a:r>
              <a:rPr kumimoji="0" lang="en-US" sz="1800" b="1" i="1" u="none" strike="noStrike" kern="0" cap="none" spc="0" normalizeH="0" baseline="0" noProof="0" dirty="0">
                <a:ln>
                  <a:noFill/>
                </a:ln>
                <a:solidFill>
                  <a:schemeClr val="accent3">
                    <a:lumMod val="75000"/>
                  </a:schemeClr>
                </a:solidFill>
                <a:effectLst/>
                <a:uLnTx/>
                <a:uFillTx/>
                <a:ea typeface="Arial Unicode MS" pitchFamily="34" charset="-128"/>
                <a:cs typeface="Arial Unicode MS" pitchFamily="34" charset="-128"/>
              </a:rPr>
              <a:t>Cluster</a:t>
            </a:r>
          </a:p>
        </p:txBody>
      </p:sp>
      <p:sp>
        <p:nvSpPr>
          <p:cNvPr id="21" name="Rectangle 20"/>
          <p:cNvSpPr/>
          <p:nvPr/>
        </p:nvSpPr>
        <p:spPr bwMode="gray">
          <a:xfrm>
            <a:off x="6141720" y="3390899"/>
            <a:ext cx="4960620" cy="2865121"/>
          </a:xfrm>
          <a:prstGeom prst="rect">
            <a:avLst/>
          </a:prstGeom>
          <a:ln>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t"/>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800" b="1" i="0" u="none" strike="noStrike" kern="0" cap="none" spc="0" normalizeH="0" baseline="0" noProof="0" dirty="0">
                <a:ln>
                  <a:noFill/>
                </a:ln>
                <a:effectLst/>
                <a:uLnTx/>
                <a:uFillTx/>
                <a:ea typeface="Arial Unicode MS" pitchFamily="34" charset="-128"/>
                <a:cs typeface="Arial Unicode MS" pitchFamily="34" charset="-128"/>
              </a:rPr>
              <a:t>Node B</a:t>
            </a:r>
          </a:p>
        </p:txBody>
      </p:sp>
      <p:sp>
        <p:nvSpPr>
          <p:cNvPr id="2" name="Title 1"/>
          <p:cNvSpPr>
            <a:spLocks noGrp="1"/>
          </p:cNvSpPr>
          <p:nvPr>
            <p:ph type="title"/>
          </p:nvPr>
        </p:nvSpPr>
        <p:spPr/>
        <p:txBody>
          <a:bodyPr/>
          <a:lstStyle/>
          <a:p>
            <a:r>
              <a:rPr lang="en-US" dirty="0"/>
              <a:t>Introducing LoadBalancers</a:t>
            </a:r>
          </a:p>
        </p:txBody>
      </p:sp>
      <p:sp>
        <p:nvSpPr>
          <p:cNvPr id="4" name="Rectangle 3"/>
          <p:cNvSpPr/>
          <p:nvPr/>
        </p:nvSpPr>
        <p:spPr bwMode="gray">
          <a:xfrm>
            <a:off x="952500" y="3390900"/>
            <a:ext cx="4960620" cy="2865120"/>
          </a:xfrm>
          <a:prstGeom prst="rect">
            <a:avLst/>
          </a:prstGeom>
          <a:ln>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t"/>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800" b="1" i="0" u="none" strike="noStrike" kern="0" cap="none" spc="0" normalizeH="0" baseline="0" noProof="0" dirty="0">
                <a:ln>
                  <a:noFill/>
                </a:ln>
                <a:effectLst/>
                <a:uLnTx/>
                <a:uFillTx/>
                <a:ea typeface="Arial Unicode MS" pitchFamily="34" charset="-128"/>
                <a:cs typeface="Arial Unicode MS" pitchFamily="34" charset="-128"/>
              </a:rPr>
              <a:t>Node A</a:t>
            </a:r>
          </a:p>
        </p:txBody>
      </p:sp>
      <p:sp>
        <p:nvSpPr>
          <p:cNvPr id="6" name="Rectangle 5"/>
          <p:cNvSpPr/>
          <p:nvPr/>
        </p:nvSpPr>
        <p:spPr bwMode="gray">
          <a:xfrm>
            <a:off x="2316072" y="4439970"/>
            <a:ext cx="1836828" cy="1160859"/>
          </a:xfrm>
          <a:prstGeom prst="rect">
            <a:avLst/>
          </a:prstGeom>
          <a:solidFill>
            <a:schemeClr val="tx2"/>
          </a:solidFill>
          <a:ln>
            <a:headEnd/>
            <a:tailEnd/>
          </a:ln>
        </p:spPr>
        <p:style>
          <a:lnRef idx="2">
            <a:schemeClr val="accent2">
              <a:shade val="50000"/>
            </a:schemeClr>
          </a:lnRef>
          <a:fillRef idx="1">
            <a:schemeClr val="accent2"/>
          </a:fillRef>
          <a:effectRef idx="0">
            <a:schemeClr val="accent2"/>
          </a:effectRef>
          <a:fontRef idx="minor">
            <a:schemeClr val="lt1"/>
          </a:fontRef>
        </p:style>
        <p:txBody>
          <a:bodyPr lIns="90000" tIns="72000" rIns="90000" bIns="72000" rtlCol="0" anchor="ctr"/>
          <a:lstStyle/>
          <a:p>
            <a:pPr marR="0" defTabSz="914400" eaLnBrk="1" fontAlgn="base" latinLnBrk="0" hangingPunct="1">
              <a:lnSpc>
                <a:spcPct val="100000"/>
              </a:lnSpc>
              <a:spcBef>
                <a:spcPct val="50000"/>
              </a:spcBef>
              <a:spcAft>
                <a:spcPct val="0"/>
              </a:spcAft>
              <a:buClr>
                <a:srgbClr val="F0AB00"/>
              </a:buClr>
              <a:buSzPct val="80000"/>
              <a:tabLst/>
            </a:pPr>
            <a:r>
              <a:rPr lang="de-DE" sz="1600" b="1" kern="0" noProof="0" dirty="0" err="1">
                <a:solidFill>
                  <a:sysClr val="windowText" lastClr="000000"/>
                </a:solidFill>
                <a:ea typeface="Arial Unicode MS" pitchFamily="34" charset="-128"/>
                <a:cs typeface="Arial Unicode MS" pitchFamily="34" charset="-128"/>
              </a:rPr>
              <a:t>nasty-koopa</a:t>
            </a:r>
            <a:endParaRPr kumimoji="0" lang="de-DE" sz="1600" b="1" i="0" u="none" strike="noStrike" kern="0" cap="none" spc="0" normalizeH="0" baseline="0" noProof="0" dirty="0">
              <a:ln>
                <a:noFill/>
              </a:ln>
              <a:solidFill>
                <a:sysClr val="windowText" lastClr="000000"/>
              </a:solidFill>
              <a:effectLst/>
              <a:uLnTx/>
              <a:uFillTx/>
              <a:ea typeface="Arial Unicode MS" pitchFamily="34" charset="-128"/>
              <a:cs typeface="Arial Unicode MS" pitchFamily="34" charset="-128"/>
            </a:endParaRPr>
          </a:p>
        </p:txBody>
      </p:sp>
      <p:sp>
        <p:nvSpPr>
          <p:cNvPr id="11" name="Rectangle 10"/>
          <p:cNvSpPr/>
          <p:nvPr/>
        </p:nvSpPr>
        <p:spPr bwMode="gray">
          <a:xfrm>
            <a:off x="2422271" y="4205839"/>
            <a:ext cx="1645920" cy="365760"/>
          </a:xfrm>
          <a:prstGeom prst="rect">
            <a:avLst/>
          </a:prstGeom>
          <a:ln>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de-DE" sz="1800" b="0" i="0" u="none" strike="noStrike" kern="0" cap="none" spc="0" normalizeH="0" baseline="0" noProof="0" dirty="0">
                <a:ln>
                  <a:noFill/>
                </a:ln>
                <a:effectLst/>
                <a:uLnTx/>
                <a:uFillTx/>
                <a:ea typeface="Arial Unicode MS" pitchFamily="34" charset="-128"/>
                <a:cs typeface="Arial Unicode MS" pitchFamily="34" charset="-128"/>
              </a:rPr>
              <a:t>IP: 10.10.10.1</a:t>
            </a:r>
          </a:p>
        </p:txBody>
      </p:sp>
      <p:sp>
        <p:nvSpPr>
          <p:cNvPr id="15" name="Rectangle 14"/>
          <p:cNvSpPr/>
          <p:nvPr/>
        </p:nvSpPr>
        <p:spPr bwMode="gray">
          <a:xfrm>
            <a:off x="1290316" y="5386537"/>
            <a:ext cx="1727580" cy="428584"/>
          </a:xfrm>
          <a:prstGeom prst="rect">
            <a:avLst/>
          </a:prstGeom>
          <a:solidFill>
            <a:schemeClr val="accent1">
              <a:lumMod val="40000"/>
              <a:lumOff val="60000"/>
            </a:schemeClr>
          </a:solidFill>
          <a:ln>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de-DE" sz="1800" kern="0" dirty="0" err="1">
                <a:ea typeface="Arial Unicode MS" pitchFamily="34" charset="-128"/>
                <a:cs typeface="Arial Unicode MS" pitchFamily="34" charset="-128"/>
              </a:rPr>
              <a:t>species</a:t>
            </a:r>
            <a:r>
              <a:rPr kumimoji="0" lang="de-DE" sz="1800" b="0" i="0" u="none" strike="noStrike" kern="0" cap="none" spc="0" normalizeH="0" baseline="0" noProof="0" dirty="0">
                <a:ln>
                  <a:noFill/>
                </a:ln>
                <a:effectLst/>
                <a:uLnTx/>
                <a:uFillTx/>
                <a:ea typeface="Arial Unicode MS" pitchFamily="34" charset="-128"/>
                <a:cs typeface="Arial Unicode MS" pitchFamily="34" charset="-128"/>
              </a:rPr>
              <a:t>=</a:t>
            </a:r>
            <a:r>
              <a:rPr kumimoji="0" lang="de-DE" sz="1800" b="0" i="0" u="none" strike="noStrike" kern="0" cap="none" spc="0" normalizeH="0" baseline="0" noProof="0" dirty="0" err="1">
                <a:ln>
                  <a:noFill/>
                </a:ln>
                <a:effectLst/>
                <a:uLnTx/>
                <a:uFillTx/>
                <a:ea typeface="Arial Unicode MS" pitchFamily="34" charset="-128"/>
                <a:cs typeface="Arial Unicode MS" pitchFamily="34" charset="-128"/>
              </a:rPr>
              <a:t>koopa</a:t>
            </a:r>
            <a:endParaRPr kumimoji="0" lang="de-DE" sz="1800" b="0" i="0" u="none" strike="noStrike" kern="0" cap="none" spc="0" normalizeH="0" baseline="0" noProof="0" dirty="0">
              <a:ln>
                <a:noFill/>
              </a:ln>
              <a:effectLst/>
              <a:uLnTx/>
              <a:uFillTx/>
              <a:ea typeface="Arial Unicode MS" pitchFamily="34" charset="-128"/>
              <a:cs typeface="Arial Unicode MS" pitchFamily="34" charset="-128"/>
            </a:endParaRPr>
          </a:p>
        </p:txBody>
      </p:sp>
      <p:sp>
        <p:nvSpPr>
          <p:cNvPr id="18" name="Rectangle 17"/>
          <p:cNvSpPr/>
          <p:nvPr/>
        </p:nvSpPr>
        <p:spPr bwMode="gray">
          <a:xfrm>
            <a:off x="8142736" y="4446544"/>
            <a:ext cx="1718578" cy="1160859"/>
          </a:xfrm>
          <a:prstGeom prst="rect">
            <a:avLst/>
          </a:prstGeom>
          <a:solidFill>
            <a:schemeClr val="tx2"/>
          </a:solidFill>
          <a:ln>
            <a:headEnd/>
            <a:tailEnd/>
          </a:ln>
        </p:spPr>
        <p:style>
          <a:lnRef idx="2">
            <a:schemeClr val="accent2">
              <a:shade val="50000"/>
            </a:schemeClr>
          </a:lnRef>
          <a:fillRef idx="1">
            <a:schemeClr val="accent2"/>
          </a:fillRef>
          <a:effectRef idx="0">
            <a:schemeClr val="accent2"/>
          </a:effectRef>
          <a:fontRef idx="minor">
            <a:schemeClr val="lt1"/>
          </a:fontRef>
        </p:style>
        <p:txBody>
          <a:bodyPr lIns="90000" tIns="72000" rIns="90000" bIns="72000" rtlCol="0" anchor="ctr"/>
          <a:lstStyle/>
          <a:p>
            <a:pPr marR="0" defTabSz="914400" eaLnBrk="1" fontAlgn="base" latinLnBrk="0" hangingPunct="1">
              <a:lnSpc>
                <a:spcPct val="100000"/>
              </a:lnSpc>
              <a:spcBef>
                <a:spcPct val="50000"/>
              </a:spcBef>
              <a:spcAft>
                <a:spcPct val="0"/>
              </a:spcAft>
              <a:buClr>
                <a:srgbClr val="F0AB00"/>
              </a:buClr>
              <a:buSzPct val="80000"/>
              <a:tabLst/>
            </a:pPr>
            <a:r>
              <a:rPr lang="de-DE" sz="1600" b="1" kern="0" noProof="0" dirty="0" err="1">
                <a:solidFill>
                  <a:sysClr val="windowText" lastClr="000000"/>
                </a:solidFill>
                <a:ea typeface="Arial Unicode MS" pitchFamily="34" charset="-128"/>
                <a:cs typeface="Arial Unicode MS" pitchFamily="34" charset="-128"/>
              </a:rPr>
              <a:t>evil-koopa</a:t>
            </a:r>
            <a:endParaRPr kumimoji="0" lang="de-DE" sz="1600" b="1" i="0" u="none" strike="noStrike" kern="0" cap="none" spc="0" normalizeH="0" baseline="0" noProof="0" dirty="0">
              <a:ln>
                <a:noFill/>
              </a:ln>
              <a:solidFill>
                <a:sysClr val="windowText" lastClr="000000"/>
              </a:solidFill>
              <a:effectLst/>
              <a:uLnTx/>
              <a:uFillTx/>
              <a:ea typeface="Arial Unicode MS" pitchFamily="34" charset="-128"/>
              <a:cs typeface="Arial Unicode MS" pitchFamily="34" charset="-128"/>
            </a:endParaRPr>
          </a:p>
        </p:txBody>
      </p:sp>
      <p:sp>
        <p:nvSpPr>
          <p:cNvPr id="20" name="Rectangle 19"/>
          <p:cNvSpPr/>
          <p:nvPr/>
        </p:nvSpPr>
        <p:spPr bwMode="gray">
          <a:xfrm>
            <a:off x="7507151" y="5386537"/>
            <a:ext cx="1073656" cy="428584"/>
          </a:xfrm>
          <a:prstGeom prst="rect">
            <a:avLst/>
          </a:prstGeom>
          <a:ln>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de-DE" sz="1800" kern="0" dirty="0">
                <a:ea typeface="Arial Unicode MS" pitchFamily="34" charset="-128"/>
                <a:cs typeface="Arial Unicode MS" pitchFamily="34" charset="-128"/>
              </a:rPr>
              <a:t>Port: 80</a:t>
            </a:r>
            <a:endParaRPr kumimoji="0" lang="de-DE" sz="1800" b="0" i="0" u="none" strike="noStrike" kern="0" cap="none" spc="0" normalizeH="0" baseline="0" noProof="0" dirty="0">
              <a:ln>
                <a:noFill/>
              </a:ln>
              <a:effectLst/>
              <a:uLnTx/>
              <a:uFillTx/>
              <a:ea typeface="Arial Unicode MS" pitchFamily="34" charset="-128"/>
              <a:cs typeface="Arial Unicode MS" pitchFamily="34" charset="-128"/>
            </a:endParaRPr>
          </a:p>
        </p:txBody>
      </p:sp>
      <p:sp>
        <p:nvSpPr>
          <p:cNvPr id="17" name="Rectangle 16"/>
          <p:cNvSpPr/>
          <p:nvPr/>
        </p:nvSpPr>
        <p:spPr bwMode="gray">
          <a:xfrm>
            <a:off x="3826004" y="5386537"/>
            <a:ext cx="1073656" cy="428584"/>
          </a:xfrm>
          <a:prstGeom prst="rect">
            <a:avLst/>
          </a:prstGeom>
          <a:ln>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de-DE" sz="1800" kern="0" dirty="0">
                <a:ea typeface="Arial Unicode MS" pitchFamily="34" charset="-128"/>
                <a:cs typeface="Arial Unicode MS" pitchFamily="34" charset="-128"/>
              </a:rPr>
              <a:t>Port: 80</a:t>
            </a:r>
            <a:endParaRPr kumimoji="0" lang="de-DE" sz="1800" b="0" i="0" u="none" strike="noStrike" kern="0" cap="none" spc="0" normalizeH="0" baseline="0" noProof="0" dirty="0">
              <a:ln>
                <a:noFill/>
              </a:ln>
              <a:effectLst/>
              <a:uLnTx/>
              <a:uFillTx/>
              <a:ea typeface="Arial Unicode MS" pitchFamily="34" charset="-128"/>
              <a:cs typeface="Arial Unicode MS" pitchFamily="34" charset="-128"/>
            </a:endParaRPr>
          </a:p>
        </p:txBody>
      </p:sp>
      <p:sp>
        <p:nvSpPr>
          <p:cNvPr id="13" name="Rectangle 12"/>
          <p:cNvSpPr/>
          <p:nvPr/>
        </p:nvSpPr>
        <p:spPr bwMode="gray">
          <a:xfrm>
            <a:off x="8179065" y="4205839"/>
            <a:ext cx="1645920" cy="365760"/>
          </a:xfrm>
          <a:prstGeom prst="rect">
            <a:avLst/>
          </a:prstGeom>
          <a:ln>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de-DE" sz="1800" b="0" i="0" u="none" strike="noStrike" kern="0" cap="none" spc="0" normalizeH="0" baseline="0" noProof="0" dirty="0">
                <a:ln>
                  <a:noFill/>
                </a:ln>
                <a:effectLst/>
                <a:uLnTx/>
                <a:uFillTx/>
                <a:ea typeface="Arial Unicode MS" pitchFamily="34" charset="-128"/>
                <a:cs typeface="Arial Unicode MS" pitchFamily="34" charset="-128"/>
              </a:rPr>
              <a:t>IP: 10.10.20.1</a:t>
            </a:r>
          </a:p>
        </p:txBody>
      </p:sp>
      <p:cxnSp>
        <p:nvCxnSpPr>
          <p:cNvPr id="36" name="Connector: Elbow 35"/>
          <p:cNvCxnSpPr>
            <a:cxnSpLocks/>
            <a:stCxn id="46" idx="1"/>
            <a:endCxn id="17" idx="2"/>
          </p:cNvCxnSpPr>
          <p:nvPr/>
        </p:nvCxnSpPr>
        <p:spPr>
          <a:xfrm rot="5400000">
            <a:off x="4847018" y="4611396"/>
            <a:ext cx="719540" cy="1687911"/>
          </a:xfrm>
          <a:prstGeom prst="bentConnector3">
            <a:avLst>
              <a:gd name="adj1" fmla="val 131770"/>
            </a:avLst>
          </a:prstGeom>
          <a:ln w="57150">
            <a:solidFill>
              <a:schemeClr val="accent5">
                <a:lumMod val="75000"/>
              </a:schemeClr>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31" name="Cloud 30">
            <a:extLst>
              <a:ext uri="{FF2B5EF4-FFF2-40B4-BE49-F238E27FC236}">
                <a16:creationId xmlns:a16="http://schemas.microsoft.com/office/drawing/2014/main" id="{650B88C5-9391-410D-AD5A-D43BDA2A1C53}"/>
              </a:ext>
            </a:extLst>
          </p:cNvPr>
          <p:cNvSpPr/>
          <p:nvPr/>
        </p:nvSpPr>
        <p:spPr bwMode="gray">
          <a:xfrm>
            <a:off x="5809130" y="432611"/>
            <a:ext cx="4558552" cy="1074420"/>
          </a:xfrm>
          <a:prstGeom prst="cloud">
            <a:avLst/>
          </a:prstGeom>
          <a:solidFill>
            <a:schemeClr val="accent1"/>
          </a:solidFill>
          <a:ln w="635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en-US" sz="1800" kern="0" dirty="0">
                <a:ea typeface="Arial Unicode MS" pitchFamily="34" charset="-128"/>
                <a:cs typeface="Arial Unicode MS" pitchFamily="34" charset="-128"/>
              </a:rPr>
              <a:t>GET: </a:t>
            </a:r>
            <a:r>
              <a:rPr lang="en-US" sz="1800" b="1" kern="0" dirty="0">
                <a:ea typeface="Arial Unicode MS" pitchFamily="34" charset="-128"/>
                <a:cs typeface="Arial Unicode MS" pitchFamily="34" charset="-128"/>
              </a:rPr>
              <a:t>koopa.ondemand.com:80</a:t>
            </a:r>
            <a:endParaRPr kumimoji="0" lang="en-US" sz="1800" b="0" i="0" u="none" strike="noStrike" kern="0" cap="none" spc="0" normalizeH="0" baseline="0" noProof="0" dirty="0" err="1">
              <a:ln>
                <a:noFill/>
              </a:ln>
              <a:effectLst/>
              <a:uLnTx/>
              <a:uFillTx/>
              <a:ea typeface="Arial Unicode MS" pitchFamily="34" charset="-128"/>
              <a:cs typeface="Arial Unicode MS" pitchFamily="34" charset="-128"/>
            </a:endParaRPr>
          </a:p>
        </p:txBody>
      </p:sp>
      <p:cxnSp>
        <p:nvCxnSpPr>
          <p:cNvPr id="44" name="Straight Arrow Connector 43">
            <a:extLst>
              <a:ext uri="{FF2B5EF4-FFF2-40B4-BE49-F238E27FC236}">
                <a16:creationId xmlns:a16="http://schemas.microsoft.com/office/drawing/2014/main" id="{6064095C-8499-4385-AEBA-C1A6BFE16CEF}"/>
              </a:ext>
            </a:extLst>
          </p:cNvPr>
          <p:cNvCxnSpPr>
            <a:cxnSpLocks/>
            <a:stCxn id="31" idx="1"/>
            <a:endCxn id="39" idx="0"/>
          </p:cNvCxnSpPr>
          <p:nvPr/>
        </p:nvCxnSpPr>
        <p:spPr>
          <a:xfrm>
            <a:off x="8088406" y="1505887"/>
            <a:ext cx="166033" cy="313921"/>
          </a:xfrm>
          <a:prstGeom prst="straightConnector1">
            <a:avLst/>
          </a:prstGeom>
          <a:ln w="57150">
            <a:solidFill>
              <a:schemeClr val="tx2"/>
            </a:solidFill>
            <a:headEnd type="none" w="med" len="med"/>
            <a:tailEnd type="triangle"/>
          </a:ln>
        </p:spPr>
        <p:style>
          <a:lnRef idx="1">
            <a:schemeClr val="accent1"/>
          </a:lnRef>
          <a:fillRef idx="0">
            <a:schemeClr val="accent1"/>
          </a:fillRef>
          <a:effectRef idx="0">
            <a:schemeClr val="accent1"/>
          </a:effectRef>
          <a:fontRef idx="minor">
            <a:schemeClr val="tx1"/>
          </a:fontRef>
        </p:style>
      </p:cxnSp>
      <p:pic>
        <p:nvPicPr>
          <p:cNvPr id="28" name="Picture 2" descr="https://vignette.wikia.nocookie.net/nintendo/images/8/83/KoopaNSMB.png/revision/latest?cb=20110724132501&amp;path-prefix=en">
            <a:extLst>
              <a:ext uri="{FF2B5EF4-FFF2-40B4-BE49-F238E27FC236}">
                <a16:creationId xmlns:a16="http://schemas.microsoft.com/office/drawing/2014/main" id="{E2CA8877-CBC9-42B6-B22C-15A47CC069B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25557" y="4658745"/>
            <a:ext cx="429952" cy="684123"/>
          </a:xfrm>
          <a:prstGeom prst="rect">
            <a:avLst/>
          </a:prstGeom>
          <a:noFill/>
          <a:extLst>
            <a:ext uri="{909E8E84-426E-40DD-AFC4-6F175D3DCCD1}">
              <a14:hiddenFill xmlns:a14="http://schemas.microsoft.com/office/drawing/2010/main">
                <a:solidFill>
                  <a:srgbClr val="FFFFFF"/>
                </a:solidFill>
              </a14:hiddenFill>
            </a:ext>
          </a:extLst>
        </p:spPr>
      </p:pic>
      <p:pic>
        <p:nvPicPr>
          <p:cNvPr id="32" name="Picture 2" descr="https://vignette.wikia.nocookie.net/nintendo/images/8/83/KoopaNSMB.png/revision/latest?cb=20110724132501&amp;path-prefix=en">
            <a:extLst>
              <a:ext uri="{FF2B5EF4-FFF2-40B4-BE49-F238E27FC236}">
                <a16:creationId xmlns:a16="http://schemas.microsoft.com/office/drawing/2014/main" id="{128A8896-05CA-440F-BBCA-12961478D7D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339660" y="4650839"/>
            <a:ext cx="429952" cy="684123"/>
          </a:xfrm>
          <a:prstGeom prst="rect">
            <a:avLst/>
          </a:prstGeom>
          <a:noFill/>
          <a:extLst>
            <a:ext uri="{909E8E84-426E-40DD-AFC4-6F175D3DCCD1}">
              <a14:hiddenFill xmlns:a14="http://schemas.microsoft.com/office/drawing/2010/main">
                <a:solidFill>
                  <a:srgbClr val="FFFFFF"/>
                </a:solidFill>
              </a14:hiddenFill>
            </a:ext>
          </a:extLst>
        </p:spPr>
      </p:pic>
      <p:sp>
        <p:nvSpPr>
          <p:cNvPr id="34" name="Rectangle 33">
            <a:extLst>
              <a:ext uri="{FF2B5EF4-FFF2-40B4-BE49-F238E27FC236}">
                <a16:creationId xmlns:a16="http://schemas.microsoft.com/office/drawing/2014/main" id="{65E3F86B-ACF0-46DD-BF5C-2BD2309F88A2}"/>
              </a:ext>
            </a:extLst>
          </p:cNvPr>
          <p:cNvSpPr/>
          <p:nvPr/>
        </p:nvSpPr>
        <p:spPr bwMode="gray">
          <a:xfrm>
            <a:off x="9216392" y="5376413"/>
            <a:ext cx="1727580" cy="428584"/>
          </a:xfrm>
          <a:prstGeom prst="rect">
            <a:avLst/>
          </a:prstGeom>
          <a:solidFill>
            <a:schemeClr val="accent1">
              <a:lumMod val="40000"/>
              <a:lumOff val="60000"/>
            </a:schemeClr>
          </a:solidFill>
          <a:ln>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de-DE" sz="1800" kern="0" dirty="0" err="1">
                <a:ea typeface="Arial Unicode MS" pitchFamily="34" charset="-128"/>
                <a:cs typeface="Arial Unicode MS" pitchFamily="34" charset="-128"/>
              </a:rPr>
              <a:t>species</a:t>
            </a:r>
            <a:r>
              <a:rPr kumimoji="0" lang="de-DE" sz="1800" b="0" i="0" u="none" strike="noStrike" kern="0" cap="none" spc="0" normalizeH="0" baseline="0" noProof="0" dirty="0">
                <a:ln>
                  <a:noFill/>
                </a:ln>
                <a:effectLst/>
                <a:uLnTx/>
                <a:uFillTx/>
                <a:ea typeface="Arial Unicode MS" pitchFamily="34" charset="-128"/>
                <a:cs typeface="Arial Unicode MS" pitchFamily="34" charset="-128"/>
              </a:rPr>
              <a:t>=</a:t>
            </a:r>
            <a:r>
              <a:rPr kumimoji="0" lang="de-DE" sz="1800" b="0" i="0" u="none" strike="noStrike" kern="0" cap="none" spc="0" normalizeH="0" baseline="0" noProof="0" dirty="0" err="1">
                <a:ln>
                  <a:noFill/>
                </a:ln>
                <a:effectLst/>
                <a:uLnTx/>
                <a:uFillTx/>
                <a:ea typeface="Arial Unicode MS" pitchFamily="34" charset="-128"/>
                <a:cs typeface="Arial Unicode MS" pitchFamily="34" charset="-128"/>
              </a:rPr>
              <a:t>koopa</a:t>
            </a:r>
            <a:endParaRPr kumimoji="0" lang="de-DE" sz="1800" b="0" i="0" u="none" strike="noStrike" kern="0" cap="none" spc="0" normalizeH="0" baseline="0" noProof="0" dirty="0">
              <a:ln>
                <a:noFill/>
              </a:ln>
              <a:effectLst/>
              <a:uLnTx/>
              <a:uFillTx/>
              <a:ea typeface="Arial Unicode MS" pitchFamily="34" charset="-128"/>
              <a:cs typeface="Arial Unicode MS" pitchFamily="34" charset="-128"/>
            </a:endParaRPr>
          </a:p>
        </p:txBody>
      </p:sp>
      <p:cxnSp>
        <p:nvCxnSpPr>
          <p:cNvPr id="38" name="Connector: Elbow 37">
            <a:extLst>
              <a:ext uri="{FF2B5EF4-FFF2-40B4-BE49-F238E27FC236}">
                <a16:creationId xmlns:a16="http://schemas.microsoft.com/office/drawing/2014/main" id="{78D0D50D-A6AA-44F6-9339-80384EAA4A38}"/>
              </a:ext>
            </a:extLst>
          </p:cNvPr>
          <p:cNvCxnSpPr>
            <a:cxnSpLocks/>
            <a:endCxn id="20" idx="2"/>
          </p:cNvCxnSpPr>
          <p:nvPr/>
        </p:nvCxnSpPr>
        <p:spPr>
          <a:xfrm>
            <a:off x="6003382" y="4849838"/>
            <a:ext cx="2040597" cy="965283"/>
          </a:xfrm>
          <a:prstGeom prst="bentConnector4">
            <a:avLst>
              <a:gd name="adj1" fmla="val 245"/>
              <a:gd name="adj2" fmla="val 123682"/>
            </a:avLst>
          </a:prstGeom>
          <a:ln w="57150">
            <a:solidFill>
              <a:schemeClr val="accent5">
                <a:lumMod val="75000"/>
              </a:schemeClr>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46" name="Rectangle: Single Corner Snipped 45">
            <a:extLst>
              <a:ext uri="{FF2B5EF4-FFF2-40B4-BE49-F238E27FC236}">
                <a16:creationId xmlns:a16="http://schemas.microsoft.com/office/drawing/2014/main" id="{5E9FCBC4-82E3-4A8A-AD31-E51BA1D4CAB8}"/>
              </a:ext>
            </a:extLst>
          </p:cNvPr>
          <p:cNvSpPr/>
          <p:nvPr/>
        </p:nvSpPr>
        <p:spPr bwMode="gray">
          <a:xfrm>
            <a:off x="4594334" y="3079127"/>
            <a:ext cx="2912817" cy="2016454"/>
          </a:xfrm>
          <a:prstGeom prst="snip1Rect">
            <a:avLst/>
          </a:prstGeom>
          <a:solidFill>
            <a:schemeClr val="tx2"/>
          </a:solidFill>
          <a:ln w="38100" cmpd="sng">
            <a:headEnd/>
            <a:tailEnd/>
          </a:ln>
          <a:effectLst>
            <a:outerShdw blurRad="50800" dist="38100" dir="2700000" algn="tl" rotWithShape="0">
              <a:prstClr val="black">
                <a:alpha val="40000"/>
              </a:prstClr>
            </a:outerShdw>
          </a:effectLst>
        </p:spPr>
        <p:style>
          <a:lnRef idx="3">
            <a:schemeClr val="lt1"/>
          </a:lnRef>
          <a:fillRef idx="1">
            <a:schemeClr val="accent2"/>
          </a:fillRef>
          <a:effectRef idx="1">
            <a:schemeClr val="accent2"/>
          </a:effectRef>
          <a:fontRef idx="minor">
            <a:schemeClr val="lt1"/>
          </a:fontRef>
        </p:style>
        <p:txBody>
          <a:bodyPr wrap="none" lIns="90000" tIns="0" rIns="90000" bIns="0" rtlCol="0" anchor="t"/>
          <a:lstStyle/>
          <a:p>
            <a:pPr marR="0" algn="ctr" defTabSz="914400" eaLnBrk="1" fontAlgn="base" latinLnBrk="0" hangingPunct="1">
              <a:lnSpc>
                <a:spcPct val="100000"/>
              </a:lnSpc>
              <a:spcAft>
                <a:spcPts val="600"/>
              </a:spcAft>
              <a:buClr>
                <a:srgbClr val="F0AB00"/>
              </a:buClr>
              <a:buSzPct val="80000"/>
              <a:tabLst/>
            </a:pPr>
            <a:r>
              <a:rPr kumimoji="0" lang="en-US" sz="1600" b="1" i="0" u="none" strike="noStrike" kern="0" cap="none" spc="0" normalizeH="0" baseline="0" noProof="0" dirty="0">
                <a:ln>
                  <a:noFill/>
                </a:ln>
                <a:solidFill>
                  <a:sysClr val="windowText" lastClr="000000"/>
                </a:solidFill>
                <a:effectLst/>
                <a:uLnTx/>
                <a:uFillTx/>
                <a:ea typeface="Arial Unicode MS" pitchFamily="34" charset="-128"/>
                <a:cs typeface="Arial Unicode MS" pitchFamily="34" charset="-128"/>
              </a:rPr>
              <a:t>Service</a:t>
            </a:r>
          </a:p>
          <a:p>
            <a:pPr marL="285750" marR="0" indent="-285750" defTabSz="914400" eaLnBrk="1" fontAlgn="base" latinLnBrk="0" hangingPunct="1">
              <a:lnSpc>
                <a:spcPct val="100000"/>
              </a:lnSpc>
              <a:spcBef>
                <a:spcPts val="600"/>
              </a:spcBef>
              <a:spcAft>
                <a:spcPct val="0"/>
              </a:spcAft>
              <a:buClr>
                <a:srgbClr val="F0AB00"/>
              </a:buClr>
              <a:buSzPct val="80000"/>
              <a:buFont typeface="Arial" panose="020B0604020202020204" pitchFamily="34" charset="0"/>
              <a:buChar char="•"/>
              <a:tabLst/>
            </a:pPr>
            <a:r>
              <a:rPr lang="en-US" sz="1600" kern="0" dirty="0">
                <a:solidFill>
                  <a:sysClr val="windowText" lastClr="000000"/>
                </a:solidFill>
                <a:ea typeface="Arial Unicode MS" pitchFamily="34" charset="-128"/>
                <a:cs typeface="Arial Unicode MS" pitchFamily="34" charset="-128"/>
              </a:rPr>
              <a:t>Selector: species=</a:t>
            </a:r>
            <a:r>
              <a:rPr lang="en-US" sz="1600" kern="0" dirty="0" err="1">
                <a:solidFill>
                  <a:sysClr val="windowText" lastClr="000000"/>
                </a:solidFill>
                <a:ea typeface="Arial Unicode MS" pitchFamily="34" charset="-128"/>
                <a:cs typeface="Arial Unicode MS" pitchFamily="34" charset="-128"/>
              </a:rPr>
              <a:t>koopa</a:t>
            </a:r>
            <a:endParaRPr kumimoji="0" lang="en-US" sz="1600" b="0" i="0" u="none" strike="noStrike" kern="0" cap="none" spc="0" normalizeH="0" baseline="0" noProof="0" dirty="0">
              <a:ln>
                <a:noFill/>
              </a:ln>
              <a:solidFill>
                <a:sysClr val="windowText" lastClr="000000"/>
              </a:solidFill>
              <a:effectLst/>
              <a:uLnTx/>
              <a:uFillTx/>
              <a:ea typeface="Arial Unicode MS" pitchFamily="34" charset="-128"/>
              <a:cs typeface="Arial Unicode MS" pitchFamily="34" charset="-128"/>
            </a:endParaRPr>
          </a:p>
          <a:p>
            <a:pPr marL="285750" marR="0" indent="-285750" defTabSz="914400" eaLnBrk="1" fontAlgn="base" latinLnBrk="0" hangingPunct="1">
              <a:lnSpc>
                <a:spcPct val="100000"/>
              </a:lnSpc>
              <a:spcBef>
                <a:spcPts val="600"/>
              </a:spcBef>
              <a:spcAft>
                <a:spcPct val="0"/>
              </a:spcAft>
              <a:buClr>
                <a:srgbClr val="F0AB00"/>
              </a:buClr>
              <a:buSzPct val="80000"/>
              <a:buFont typeface="Arial" panose="020B0604020202020204" pitchFamily="34" charset="0"/>
              <a:buChar char="•"/>
              <a:tabLst/>
            </a:pPr>
            <a:r>
              <a:rPr lang="en-US" sz="1600" kern="0" dirty="0">
                <a:solidFill>
                  <a:sysClr val="windowText" lastClr="000000"/>
                </a:solidFill>
                <a:ea typeface="Arial Unicode MS" pitchFamily="34" charset="-128"/>
                <a:cs typeface="Arial Unicode MS" pitchFamily="34" charset="-128"/>
              </a:rPr>
              <a:t>Type: LoadBalancer</a:t>
            </a:r>
          </a:p>
          <a:p>
            <a:pPr marL="285750" marR="0" indent="-285750" defTabSz="914400" eaLnBrk="1" fontAlgn="base" latinLnBrk="0" hangingPunct="1">
              <a:lnSpc>
                <a:spcPct val="100000"/>
              </a:lnSpc>
              <a:spcBef>
                <a:spcPts val="600"/>
              </a:spcBef>
              <a:spcAft>
                <a:spcPct val="0"/>
              </a:spcAft>
              <a:buClr>
                <a:srgbClr val="F0AB00"/>
              </a:buClr>
              <a:buSzPct val="80000"/>
              <a:buFont typeface="Arial" panose="020B0604020202020204" pitchFamily="34" charset="0"/>
              <a:buChar char="•"/>
              <a:tabLst/>
            </a:pPr>
            <a:r>
              <a:rPr lang="en-US" sz="1600" kern="0" dirty="0">
                <a:solidFill>
                  <a:sysClr val="windowText" lastClr="000000"/>
                </a:solidFill>
                <a:ea typeface="Arial Unicode MS" pitchFamily="34" charset="-128"/>
                <a:cs typeface="Arial Unicode MS" pitchFamily="34" charset="-128"/>
              </a:rPr>
              <a:t>TargetPort: 80</a:t>
            </a:r>
          </a:p>
          <a:p>
            <a:pPr marL="285750" marR="0" indent="-285750" defTabSz="914400" eaLnBrk="1" fontAlgn="base" latinLnBrk="0" hangingPunct="1">
              <a:lnSpc>
                <a:spcPct val="100000"/>
              </a:lnSpc>
              <a:spcBef>
                <a:spcPts val="600"/>
              </a:spcBef>
              <a:spcAft>
                <a:spcPct val="0"/>
              </a:spcAft>
              <a:buClr>
                <a:srgbClr val="F0AB00"/>
              </a:buClr>
              <a:buSzPct val="80000"/>
              <a:buFont typeface="Arial" panose="020B0604020202020204" pitchFamily="34" charset="0"/>
              <a:buChar char="•"/>
              <a:tabLst/>
            </a:pPr>
            <a:r>
              <a:rPr kumimoji="0" lang="en-US" sz="1600" b="0" i="0" u="none" strike="noStrike" kern="0" cap="none" spc="0" normalizeH="0" baseline="0" noProof="0" dirty="0">
                <a:ln>
                  <a:noFill/>
                </a:ln>
                <a:solidFill>
                  <a:sysClr val="windowText" lastClr="000000"/>
                </a:solidFill>
                <a:effectLst/>
                <a:uLnTx/>
                <a:uFillTx/>
                <a:ea typeface="Arial Unicode MS" pitchFamily="34" charset="-128"/>
                <a:cs typeface="Arial Unicode MS" pitchFamily="34" charset="-128"/>
              </a:rPr>
              <a:t>Port: 80</a:t>
            </a:r>
          </a:p>
        </p:txBody>
      </p:sp>
      <p:sp>
        <p:nvSpPr>
          <p:cNvPr id="53" name="Rectangle 52">
            <a:extLst>
              <a:ext uri="{FF2B5EF4-FFF2-40B4-BE49-F238E27FC236}">
                <a16:creationId xmlns:a16="http://schemas.microsoft.com/office/drawing/2014/main" id="{504562E7-00A7-4A86-943E-8EBA6759839C}"/>
              </a:ext>
            </a:extLst>
          </p:cNvPr>
          <p:cNvSpPr/>
          <p:nvPr/>
        </p:nvSpPr>
        <p:spPr bwMode="gray">
          <a:xfrm>
            <a:off x="5197190" y="2922326"/>
            <a:ext cx="1665273" cy="289387"/>
          </a:xfrm>
          <a:prstGeom prst="rect">
            <a:avLst/>
          </a:prstGeom>
          <a:ln>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de-DE" sz="1600" b="0" i="0" u="none" strike="noStrike" kern="0" cap="none" spc="0" normalizeH="0" baseline="0" noProof="0" dirty="0">
                <a:ln>
                  <a:noFill/>
                </a:ln>
                <a:effectLst/>
                <a:uLnTx/>
                <a:uFillTx/>
                <a:ea typeface="Arial Unicode MS" pitchFamily="34" charset="-128"/>
                <a:cs typeface="Arial Unicode MS" pitchFamily="34" charset="-128"/>
              </a:rPr>
              <a:t>IP: 10.20.10.1</a:t>
            </a:r>
          </a:p>
        </p:txBody>
      </p:sp>
      <p:cxnSp>
        <p:nvCxnSpPr>
          <p:cNvPr id="30" name="Connector: Elbow 29">
            <a:extLst>
              <a:ext uri="{FF2B5EF4-FFF2-40B4-BE49-F238E27FC236}">
                <a16:creationId xmlns:a16="http://schemas.microsoft.com/office/drawing/2014/main" id="{F739514E-B604-4D35-8252-B5A6F2605B3E}"/>
              </a:ext>
            </a:extLst>
          </p:cNvPr>
          <p:cNvCxnSpPr>
            <a:cxnSpLocks/>
          </p:cNvCxnSpPr>
          <p:nvPr/>
        </p:nvCxnSpPr>
        <p:spPr>
          <a:xfrm rot="10800000" flipV="1">
            <a:off x="1403286" y="2334304"/>
            <a:ext cx="1614611" cy="893555"/>
          </a:xfrm>
          <a:prstGeom prst="bentConnector2">
            <a:avLst/>
          </a:prstGeom>
          <a:ln w="57150">
            <a:solidFill>
              <a:schemeClr val="tx2">
                <a:lumMod val="75000"/>
              </a:schemeClr>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33" name="Connector: Elbow 32">
            <a:extLst>
              <a:ext uri="{FF2B5EF4-FFF2-40B4-BE49-F238E27FC236}">
                <a16:creationId xmlns:a16="http://schemas.microsoft.com/office/drawing/2014/main" id="{386DA505-AC3F-44E5-B4C9-EE24786D129B}"/>
              </a:ext>
            </a:extLst>
          </p:cNvPr>
          <p:cNvCxnSpPr>
            <a:cxnSpLocks/>
          </p:cNvCxnSpPr>
          <p:nvPr/>
        </p:nvCxnSpPr>
        <p:spPr>
          <a:xfrm>
            <a:off x="9069904" y="2334305"/>
            <a:ext cx="1558410" cy="893555"/>
          </a:xfrm>
          <a:prstGeom prst="bentConnector2">
            <a:avLst/>
          </a:prstGeom>
          <a:ln w="57150">
            <a:solidFill>
              <a:schemeClr val="tx2">
                <a:lumMod val="75000"/>
              </a:schemeClr>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35" name="Connector: Elbow 34">
            <a:extLst>
              <a:ext uri="{FF2B5EF4-FFF2-40B4-BE49-F238E27FC236}">
                <a16:creationId xmlns:a16="http://schemas.microsoft.com/office/drawing/2014/main" id="{41AD0F10-42E5-4D26-A2EE-7426640C9DFC}"/>
              </a:ext>
            </a:extLst>
          </p:cNvPr>
          <p:cNvCxnSpPr>
            <a:cxnSpLocks/>
          </p:cNvCxnSpPr>
          <p:nvPr/>
        </p:nvCxnSpPr>
        <p:spPr>
          <a:xfrm>
            <a:off x="1403285" y="3656444"/>
            <a:ext cx="3191049" cy="310523"/>
          </a:xfrm>
          <a:prstGeom prst="bentConnector3">
            <a:avLst>
              <a:gd name="adj1" fmla="val 275"/>
            </a:avLst>
          </a:prstGeom>
          <a:ln w="57150">
            <a:solidFill>
              <a:schemeClr val="tx2">
                <a:lumMod val="75000"/>
              </a:schemeClr>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37" name="Connector: Elbow 36">
            <a:extLst>
              <a:ext uri="{FF2B5EF4-FFF2-40B4-BE49-F238E27FC236}">
                <a16:creationId xmlns:a16="http://schemas.microsoft.com/office/drawing/2014/main" id="{59871BF5-1BA5-4A85-9851-D40B5269E3D0}"/>
              </a:ext>
            </a:extLst>
          </p:cNvPr>
          <p:cNvCxnSpPr>
            <a:cxnSpLocks/>
          </p:cNvCxnSpPr>
          <p:nvPr/>
        </p:nvCxnSpPr>
        <p:spPr>
          <a:xfrm rot="10800000" flipV="1">
            <a:off x="7507151" y="3656445"/>
            <a:ext cx="3121164" cy="310524"/>
          </a:xfrm>
          <a:prstGeom prst="bentConnector3">
            <a:avLst>
              <a:gd name="adj1" fmla="val -408"/>
            </a:avLst>
          </a:prstGeom>
          <a:ln w="57150">
            <a:solidFill>
              <a:schemeClr val="tx2">
                <a:lumMod val="75000"/>
              </a:schemeClr>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27" name="Rectangle 26">
            <a:extLst>
              <a:ext uri="{FF2B5EF4-FFF2-40B4-BE49-F238E27FC236}">
                <a16:creationId xmlns:a16="http://schemas.microsoft.com/office/drawing/2014/main" id="{CDA3CF5C-1C3A-4015-A1E8-BC1C89D781B4}"/>
              </a:ext>
            </a:extLst>
          </p:cNvPr>
          <p:cNvSpPr/>
          <p:nvPr/>
        </p:nvSpPr>
        <p:spPr bwMode="gray">
          <a:xfrm>
            <a:off x="678812" y="3227860"/>
            <a:ext cx="1974894" cy="428584"/>
          </a:xfrm>
          <a:prstGeom prst="rect">
            <a:avLst/>
          </a:prstGeom>
          <a:ln>
            <a:headEnd/>
            <a:tailEnd/>
          </a:ln>
        </p:spPr>
        <p:style>
          <a:lnRef idx="2">
            <a:schemeClr val="accent5"/>
          </a:lnRef>
          <a:fillRef idx="1">
            <a:schemeClr val="lt1"/>
          </a:fillRef>
          <a:effectRef idx="0">
            <a:schemeClr val="accent5"/>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de-DE" sz="1800" kern="0" dirty="0">
                <a:ea typeface="Arial Unicode MS" pitchFamily="34" charset="-128"/>
                <a:cs typeface="Arial Unicode MS" pitchFamily="34" charset="-128"/>
              </a:rPr>
              <a:t>NodePort: 30021</a:t>
            </a:r>
            <a:endParaRPr kumimoji="0" lang="de-DE" sz="1800" b="0" i="0" u="none" strike="noStrike" kern="0" cap="none" spc="0" normalizeH="0" baseline="0" noProof="0" dirty="0">
              <a:ln>
                <a:noFill/>
              </a:ln>
              <a:effectLst/>
              <a:uLnTx/>
              <a:uFillTx/>
              <a:ea typeface="Arial Unicode MS" pitchFamily="34" charset="-128"/>
              <a:cs typeface="Arial Unicode MS" pitchFamily="34" charset="-128"/>
            </a:endParaRPr>
          </a:p>
        </p:txBody>
      </p:sp>
      <p:sp>
        <p:nvSpPr>
          <p:cNvPr id="29" name="Rectangle 28">
            <a:extLst>
              <a:ext uri="{FF2B5EF4-FFF2-40B4-BE49-F238E27FC236}">
                <a16:creationId xmlns:a16="http://schemas.microsoft.com/office/drawing/2014/main" id="{4FCB5143-F757-480A-B16E-ED49A088147F}"/>
              </a:ext>
            </a:extLst>
          </p:cNvPr>
          <p:cNvSpPr/>
          <p:nvPr/>
        </p:nvSpPr>
        <p:spPr bwMode="gray">
          <a:xfrm>
            <a:off x="9458574" y="3227860"/>
            <a:ext cx="1950213" cy="428584"/>
          </a:xfrm>
          <a:prstGeom prst="rect">
            <a:avLst/>
          </a:prstGeom>
          <a:ln>
            <a:headEnd/>
            <a:tailEnd/>
          </a:ln>
        </p:spPr>
        <p:style>
          <a:lnRef idx="2">
            <a:schemeClr val="accent5"/>
          </a:lnRef>
          <a:fillRef idx="1">
            <a:schemeClr val="lt1"/>
          </a:fillRef>
          <a:effectRef idx="0">
            <a:schemeClr val="accent5"/>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de-DE" sz="1800" kern="0" dirty="0">
                <a:ea typeface="Arial Unicode MS" pitchFamily="34" charset="-128"/>
                <a:cs typeface="Arial Unicode MS" pitchFamily="34" charset="-128"/>
              </a:rPr>
              <a:t>NodePort: 30021</a:t>
            </a:r>
            <a:endParaRPr kumimoji="0" lang="de-DE" sz="1800" b="0" i="0" u="none" strike="noStrike" kern="0" cap="none" spc="0" normalizeH="0" baseline="0" noProof="0" dirty="0">
              <a:ln>
                <a:noFill/>
              </a:ln>
              <a:effectLst/>
              <a:uLnTx/>
              <a:uFillTx/>
              <a:ea typeface="Arial Unicode MS" pitchFamily="34" charset="-128"/>
              <a:cs typeface="Arial Unicode MS" pitchFamily="34" charset="-128"/>
            </a:endParaRPr>
          </a:p>
        </p:txBody>
      </p:sp>
      <p:grpSp>
        <p:nvGrpSpPr>
          <p:cNvPr id="54" name="Group 53">
            <a:extLst>
              <a:ext uri="{FF2B5EF4-FFF2-40B4-BE49-F238E27FC236}">
                <a16:creationId xmlns:a16="http://schemas.microsoft.com/office/drawing/2014/main" id="{A93DF1A8-4868-459A-AF50-9326D5A976E1}"/>
              </a:ext>
            </a:extLst>
          </p:cNvPr>
          <p:cNvGrpSpPr/>
          <p:nvPr/>
        </p:nvGrpSpPr>
        <p:grpSpPr>
          <a:xfrm>
            <a:off x="3017896" y="1819808"/>
            <a:ext cx="6198496" cy="818420"/>
            <a:chOff x="3017896" y="1876370"/>
            <a:chExt cx="6052008" cy="821276"/>
          </a:xfrm>
          <a:solidFill>
            <a:schemeClr val="accent3">
              <a:lumMod val="40000"/>
              <a:lumOff val="60000"/>
            </a:schemeClr>
          </a:solidFill>
        </p:grpSpPr>
        <p:sp>
          <p:nvSpPr>
            <p:cNvPr id="25" name="Rectangle 24">
              <a:extLst>
                <a:ext uri="{FF2B5EF4-FFF2-40B4-BE49-F238E27FC236}">
                  <a16:creationId xmlns:a16="http://schemas.microsoft.com/office/drawing/2014/main" id="{10B7A041-D1B3-4694-9454-55B5F757C84F}"/>
                </a:ext>
              </a:extLst>
            </p:cNvPr>
            <p:cNvSpPr/>
            <p:nvPr/>
          </p:nvSpPr>
          <p:spPr bwMode="gray">
            <a:xfrm>
              <a:off x="3017896" y="2084088"/>
              <a:ext cx="6052008" cy="613558"/>
            </a:xfrm>
            <a:prstGeom prst="rect">
              <a:avLst/>
            </a:prstGeom>
            <a:solidFill>
              <a:schemeClr val="accent3">
                <a:lumMod val="50000"/>
              </a:schemeClr>
            </a:solidFill>
            <a:ln w="635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800" b="0" i="0" u="none" strike="noStrike" kern="0" cap="none" spc="0" normalizeH="0" baseline="0" noProof="0" dirty="0">
                  <a:ln>
                    <a:noFill/>
                  </a:ln>
                  <a:solidFill>
                    <a:schemeClr val="bg1"/>
                  </a:solidFill>
                  <a:effectLst/>
                  <a:uLnTx/>
                  <a:uFillTx/>
                  <a:ea typeface="Arial Unicode MS" pitchFamily="34" charset="-128"/>
                  <a:cs typeface="Arial Unicode MS" pitchFamily="34" charset="-128"/>
                </a:rPr>
                <a:t>LoadBalancer</a:t>
              </a:r>
            </a:p>
          </p:txBody>
        </p:sp>
        <p:sp>
          <p:nvSpPr>
            <p:cNvPr id="39" name="Rectangle 38">
              <a:extLst>
                <a:ext uri="{FF2B5EF4-FFF2-40B4-BE49-F238E27FC236}">
                  <a16:creationId xmlns:a16="http://schemas.microsoft.com/office/drawing/2014/main" id="{D644CA9C-6739-4EBF-8649-AE590DFF8E16}"/>
                </a:ext>
              </a:extLst>
            </p:cNvPr>
            <p:cNvSpPr/>
            <p:nvPr/>
          </p:nvSpPr>
          <p:spPr bwMode="gray">
            <a:xfrm>
              <a:off x="7593857" y="1876370"/>
              <a:ext cx="1073656" cy="369931"/>
            </a:xfrm>
            <a:prstGeom prst="rect">
              <a:avLst/>
            </a:prstGeom>
            <a:solidFill>
              <a:schemeClr val="accent3">
                <a:lumMod val="75000"/>
              </a:schemeClr>
            </a:solidFill>
            <a:ln>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de-DE" sz="1800" kern="0" dirty="0">
                  <a:solidFill>
                    <a:schemeClr val="bg1"/>
                  </a:solidFill>
                  <a:ea typeface="Arial Unicode MS" pitchFamily="34" charset="-128"/>
                  <a:cs typeface="Arial Unicode MS" pitchFamily="34" charset="-128"/>
                </a:rPr>
                <a:t>Port: 80</a:t>
              </a:r>
              <a:endParaRPr kumimoji="0" lang="de-DE" sz="1800" b="0" i="0" u="none" strike="noStrike" kern="0" cap="none" spc="0" normalizeH="0" baseline="0" noProof="0" dirty="0">
                <a:ln>
                  <a:noFill/>
                </a:ln>
                <a:solidFill>
                  <a:schemeClr val="bg1"/>
                </a:solidFill>
                <a:effectLst/>
                <a:uLnTx/>
                <a:uFillTx/>
                <a:ea typeface="Arial Unicode MS" pitchFamily="34" charset="-128"/>
                <a:cs typeface="Arial Unicode MS" pitchFamily="34" charset="-128"/>
              </a:endParaRPr>
            </a:p>
          </p:txBody>
        </p:sp>
        <p:sp>
          <p:nvSpPr>
            <p:cNvPr id="45" name="Rectangle 44">
              <a:extLst>
                <a:ext uri="{FF2B5EF4-FFF2-40B4-BE49-F238E27FC236}">
                  <a16:creationId xmlns:a16="http://schemas.microsoft.com/office/drawing/2014/main" id="{54F544F5-461B-4475-AC4A-B14AC1B5D1B3}"/>
                </a:ext>
              </a:extLst>
            </p:cNvPr>
            <p:cNvSpPr/>
            <p:nvPr/>
          </p:nvSpPr>
          <p:spPr bwMode="gray">
            <a:xfrm>
              <a:off x="3184074" y="1880541"/>
              <a:ext cx="1794651" cy="365760"/>
            </a:xfrm>
            <a:prstGeom prst="rect">
              <a:avLst/>
            </a:prstGeom>
            <a:solidFill>
              <a:schemeClr val="accent3">
                <a:lumMod val="75000"/>
              </a:schemeClr>
            </a:solidFill>
            <a:ln>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de-DE" sz="1800" b="0" i="0" u="none" strike="noStrike" kern="0" cap="none" spc="0" normalizeH="0" baseline="0" noProof="0" dirty="0">
                  <a:ln>
                    <a:noFill/>
                  </a:ln>
                  <a:solidFill>
                    <a:schemeClr val="bg1"/>
                  </a:solidFill>
                  <a:effectLst/>
                  <a:uLnTx/>
                  <a:uFillTx/>
                  <a:ea typeface="Arial Unicode MS" pitchFamily="34" charset="-128"/>
                  <a:cs typeface="Arial Unicode MS" pitchFamily="34" charset="-128"/>
                </a:rPr>
                <a:t>IP: 35.65.257.1</a:t>
              </a:r>
            </a:p>
          </p:txBody>
        </p:sp>
      </p:grpSp>
    </p:spTree>
    <p:extLst>
      <p:ext uri="{BB962C8B-B14F-4D97-AF65-F5344CB8AC3E}">
        <p14:creationId xmlns:p14="http://schemas.microsoft.com/office/powerpoint/2010/main" val="365758306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Demo</a:t>
            </a:r>
          </a:p>
        </p:txBody>
      </p:sp>
      <p:pic>
        <p:nvPicPr>
          <p:cNvPr id="5" name="Picture 4">
            <a:extLst>
              <a:ext uri="{FF2B5EF4-FFF2-40B4-BE49-F238E27FC236}">
                <a16:creationId xmlns:a16="http://schemas.microsoft.com/office/drawing/2014/main" id="{EF0BFC98-B737-4F20-BC1A-D30A78344285}"/>
              </a:ext>
            </a:extLst>
          </p:cNvPr>
          <p:cNvPicPr>
            <a:picLocks noChangeAspect="1"/>
          </p:cNvPicPr>
          <p:nvPr/>
        </p:nvPicPr>
        <p:blipFill>
          <a:blip r:embed="rId3"/>
          <a:stretch>
            <a:fillRect/>
          </a:stretch>
        </p:blipFill>
        <p:spPr>
          <a:xfrm>
            <a:off x="3645157" y="976918"/>
            <a:ext cx="4904163" cy="4904163"/>
          </a:xfrm>
          <a:prstGeom prst="rect">
            <a:avLst/>
          </a:prstGeom>
        </p:spPr>
      </p:pic>
    </p:spTree>
    <p:extLst>
      <p:ext uri="{BB962C8B-B14F-4D97-AF65-F5344CB8AC3E}">
        <p14:creationId xmlns:p14="http://schemas.microsoft.com/office/powerpoint/2010/main" val="340492667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Picture 25">
            <a:extLst>
              <a:ext uri="{FF2B5EF4-FFF2-40B4-BE49-F238E27FC236}">
                <a16:creationId xmlns:a16="http://schemas.microsoft.com/office/drawing/2014/main" id="{B7515D22-FF30-4AC1-B6A2-F07B7FE970EE}"/>
              </a:ext>
            </a:extLst>
          </p:cNvPr>
          <p:cNvPicPr>
            <a:picLocks noChangeAspect="1"/>
          </p:cNvPicPr>
          <p:nvPr/>
        </p:nvPicPr>
        <p:blipFill>
          <a:blip r:embed="rId3"/>
          <a:stretch>
            <a:fillRect/>
          </a:stretch>
        </p:blipFill>
        <p:spPr>
          <a:xfrm>
            <a:off x="504001" y="1315497"/>
            <a:ext cx="2933333" cy="4380952"/>
          </a:xfrm>
          <a:prstGeom prst="rect">
            <a:avLst/>
          </a:prstGeom>
          <a:ln>
            <a:solidFill>
              <a:schemeClr val="tx1"/>
            </a:solidFill>
          </a:ln>
        </p:spPr>
      </p:pic>
      <p:sp>
        <p:nvSpPr>
          <p:cNvPr id="21" name="Rectangle 20"/>
          <p:cNvSpPr/>
          <p:nvPr/>
        </p:nvSpPr>
        <p:spPr bwMode="gray">
          <a:xfrm>
            <a:off x="6141720" y="3390899"/>
            <a:ext cx="4960620" cy="2865121"/>
          </a:xfrm>
          <a:prstGeom prst="rect">
            <a:avLst/>
          </a:prstGeom>
          <a:ln>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t"/>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800" b="1" i="0" u="none" strike="noStrike" kern="0" cap="none" spc="0" normalizeH="0" baseline="0" noProof="0" dirty="0">
                <a:ln>
                  <a:noFill/>
                </a:ln>
                <a:effectLst/>
                <a:uLnTx/>
                <a:uFillTx/>
                <a:ea typeface="Arial Unicode MS" pitchFamily="34" charset="-128"/>
                <a:cs typeface="Arial Unicode MS" pitchFamily="34" charset="-128"/>
              </a:rPr>
              <a:t>Node B</a:t>
            </a:r>
          </a:p>
        </p:txBody>
      </p:sp>
      <p:sp>
        <p:nvSpPr>
          <p:cNvPr id="2" name="Title 1"/>
          <p:cNvSpPr>
            <a:spLocks noGrp="1"/>
          </p:cNvSpPr>
          <p:nvPr>
            <p:ph type="title"/>
          </p:nvPr>
        </p:nvSpPr>
        <p:spPr/>
        <p:txBody>
          <a:bodyPr/>
          <a:lstStyle/>
          <a:p>
            <a:r>
              <a:rPr lang="en-US" dirty="0"/>
              <a:t>So </a:t>
            </a:r>
            <a:r>
              <a:rPr lang="en-US"/>
              <a:t>many different ports</a:t>
            </a:r>
            <a:r>
              <a:rPr lang="en-US" dirty="0"/>
              <a:t>…</a:t>
            </a:r>
          </a:p>
        </p:txBody>
      </p:sp>
      <p:sp>
        <p:nvSpPr>
          <p:cNvPr id="18" name="Rectangle 17"/>
          <p:cNvSpPr/>
          <p:nvPr/>
        </p:nvSpPr>
        <p:spPr bwMode="gray">
          <a:xfrm>
            <a:off x="8045976" y="4446544"/>
            <a:ext cx="1815338" cy="1160859"/>
          </a:xfrm>
          <a:prstGeom prst="rect">
            <a:avLst/>
          </a:prstGeom>
          <a:solidFill>
            <a:schemeClr val="tx2"/>
          </a:solidFill>
          <a:ln>
            <a:headEnd/>
            <a:tailEnd/>
          </a:ln>
        </p:spPr>
        <p:style>
          <a:lnRef idx="2">
            <a:schemeClr val="accent2">
              <a:shade val="50000"/>
            </a:schemeClr>
          </a:lnRef>
          <a:fillRef idx="1">
            <a:schemeClr val="accent2"/>
          </a:fillRef>
          <a:effectRef idx="0">
            <a:schemeClr val="accent2"/>
          </a:effectRef>
          <a:fontRef idx="minor">
            <a:schemeClr val="lt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de-DE" sz="1600" b="1" kern="0" noProof="0" dirty="0" err="1">
                <a:solidFill>
                  <a:sysClr val="windowText" lastClr="000000"/>
                </a:solidFill>
                <a:ea typeface="Arial Unicode MS" pitchFamily="34" charset="-128"/>
                <a:cs typeface="Arial Unicode MS" pitchFamily="34" charset="-128"/>
              </a:rPr>
              <a:t>Pod</a:t>
            </a:r>
            <a:endParaRPr kumimoji="0" lang="de-DE" sz="1600" b="1" i="0" u="none" strike="noStrike" kern="0" cap="none" spc="0" normalizeH="0" baseline="0" noProof="0" dirty="0">
              <a:ln>
                <a:noFill/>
              </a:ln>
              <a:solidFill>
                <a:sysClr val="windowText" lastClr="000000"/>
              </a:solidFill>
              <a:effectLst/>
              <a:uLnTx/>
              <a:uFillTx/>
              <a:ea typeface="Arial Unicode MS" pitchFamily="34" charset="-128"/>
              <a:cs typeface="Arial Unicode MS" pitchFamily="34" charset="-128"/>
            </a:endParaRPr>
          </a:p>
        </p:txBody>
      </p:sp>
      <p:sp>
        <p:nvSpPr>
          <p:cNvPr id="20" name="Rectangle 19"/>
          <p:cNvSpPr/>
          <p:nvPr/>
        </p:nvSpPr>
        <p:spPr bwMode="gray">
          <a:xfrm>
            <a:off x="9575331" y="5386537"/>
            <a:ext cx="1073656" cy="428584"/>
          </a:xfrm>
          <a:prstGeom prst="rect">
            <a:avLst/>
          </a:prstGeom>
          <a:ln>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de-DE" sz="1800" kern="0" dirty="0">
                <a:ea typeface="Arial Unicode MS" pitchFamily="34" charset="-128"/>
                <a:cs typeface="Arial Unicode MS" pitchFamily="34" charset="-128"/>
              </a:rPr>
              <a:t>Port: 80</a:t>
            </a:r>
            <a:endParaRPr kumimoji="0" lang="de-DE" sz="1800" b="0" i="0" u="none" strike="noStrike" kern="0" cap="none" spc="0" normalizeH="0" baseline="0" noProof="0" dirty="0">
              <a:ln>
                <a:noFill/>
              </a:ln>
              <a:effectLst/>
              <a:uLnTx/>
              <a:uFillTx/>
              <a:ea typeface="Arial Unicode MS" pitchFamily="34" charset="-128"/>
              <a:cs typeface="Arial Unicode MS" pitchFamily="34" charset="-128"/>
            </a:endParaRPr>
          </a:p>
        </p:txBody>
      </p:sp>
      <p:sp>
        <p:nvSpPr>
          <p:cNvPr id="13" name="Rectangle 12"/>
          <p:cNvSpPr/>
          <p:nvPr/>
        </p:nvSpPr>
        <p:spPr bwMode="gray">
          <a:xfrm>
            <a:off x="8130685" y="4205839"/>
            <a:ext cx="1645920" cy="365760"/>
          </a:xfrm>
          <a:prstGeom prst="rect">
            <a:avLst/>
          </a:prstGeom>
          <a:ln>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de-DE" sz="1800" b="0" i="0" u="none" strike="noStrike" kern="0" cap="none" spc="0" normalizeH="0" baseline="0" noProof="0" dirty="0">
                <a:ln>
                  <a:noFill/>
                </a:ln>
                <a:effectLst/>
                <a:uLnTx/>
                <a:uFillTx/>
                <a:ea typeface="Arial Unicode MS" pitchFamily="34" charset="-128"/>
                <a:cs typeface="Arial Unicode MS" pitchFamily="34" charset="-128"/>
              </a:rPr>
              <a:t>IP: 10.10.10.1</a:t>
            </a:r>
          </a:p>
        </p:txBody>
      </p:sp>
      <p:sp>
        <p:nvSpPr>
          <p:cNvPr id="23" name="Rectangle 22"/>
          <p:cNvSpPr/>
          <p:nvPr/>
        </p:nvSpPr>
        <p:spPr bwMode="gray">
          <a:xfrm>
            <a:off x="9566150" y="3227860"/>
            <a:ext cx="2124327" cy="428584"/>
          </a:xfrm>
          <a:prstGeom prst="rect">
            <a:avLst/>
          </a:prstGeom>
          <a:ln>
            <a:headEnd/>
            <a:tailEnd/>
          </a:ln>
        </p:spPr>
        <p:style>
          <a:lnRef idx="2">
            <a:schemeClr val="accent5"/>
          </a:lnRef>
          <a:fillRef idx="1">
            <a:schemeClr val="lt1"/>
          </a:fillRef>
          <a:effectRef idx="0">
            <a:schemeClr val="accent5"/>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de-DE" sz="1800" kern="0" dirty="0">
                <a:ea typeface="Arial Unicode MS" pitchFamily="34" charset="-128"/>
                <a:cs typeface="Arial Unicode MS" pitchFamily="34" charset="-128"/>
              </a:rPr>
              <a:t>NodePort: 30021</a:t>
            </a:r>
            <a:endParaRPr kumimoji="0" lang="de-DE" sz="1800" b="0" i="0" u="none" strike="noStrike" kern="0" cap="none" spc="0" normalizeH="0" baseline="0" noProof="0" dirty="0">
              <a:ln>
                <a:noFill/>
              </a:ln>
              <a:effectLst/>
              <a:uLnTx/>
              <a:uFillTx/>
              <a:ea typeface="Arial Unicode MS" pitchFamily="34" charset="-128"/>
              <a:cs typeface="Arial Unicode MS" pitchFamily="34" charset="-128"/>
            </a:endParaRPr>
          </a:p>
        </p:txBody>
      </p:sp>
      <p:cxnSp>
        <p:nvCxnSpPr>
          <p:cNvPr id="27" name="Connector: Elbow 26"/>
          <p:cNvCxnSpPr>
            <a:cxnSpLocks/>
            <a:stCxn id="25" idx="3"/>
            <a:endCxn id="23" idx="0"/>
          </p:cNvCxnSpPr>
          <p:nvPr/>
        </p:nvCxnSpPr>
        <p:spPr>
          <a:xfrm>
            <a:off x="9069903" y="2390867"/>
            <a:ext cx="1558411" cy="836993"/>
          </a:xfrm>
          <a:prstGeom prst="bentConnector2">
            <a:avLst/>
          </a:prstGeom>
          <a:ln w="57150">
            <a:solidFill>
              <a:schemeClr val="tx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30" name="Connector: Elbow 29"/>
          <p:cNvCxnSpPr>
            <a:cxnSpLocks/>
            <a:stCxn id="23" idx="2"/>
            <a:endCxn id="57" idx="0"/>
          </p:cNvCxnSpPr>
          <p:nvPr/>
        </p:nvCxnSpPr>
        <p:spPr>
          <a:xfrm rot="5400000">
            <a:off x="8792393" y="2131045"/>
            <a:ext cx="310522" cy="3361321"/>
          </a:xfrm>
          <a:prstGeom prst="bentConnector2">
            <a:avLst/>
          </a:prstGeom>
          <a:ln w="57150">
            <a:solidFill>
              <a:schemeClr val="tx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36" name="Connector: Elbow 35"/>
          <p:cNvCxnSpPr>
            <a:cxnSpLocks/>
            <a:stCxn id="57" idx="1"/>
            <a:endCxn id="15" idx="2"/>
          </p:cNvCxnSpPr>
          <p:nvPr/>
        </p:nvCxnSpPr>
        <p:spPr>
          <a:xfrm rot="16200000" flipH="1">
            <a:off x="6478895" y="4432863"/>
            <a:ext cx="957690" cy="1801572"/>
          </a:xfrm>
          <a:prstGeom prst="bentConnector3">
            <a:avLst>
              <a:gd name="adj1" fmla="val 123870"/>
            </a:avLst>
          </a:prstGeom>
          <a:ln w="57150">
            <a:solidFill>
              <a:schemeClr val="tx2"/>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25" name="Rectangle 24">
            <a:extLst>
              <a:ext uri="{FF2B5EF4-FFF2-40B4-BE49-F238E27FC236}">
                <a16:creationId xmlns:a16="http://schemas.microsoft.com/office/drawing/2014/main" id="{10B7A041-D1B3-4694-9454-55B5F757C84F}"/>
              </a:ext>
            </a:extLst>
          </p:cNvPr>
          <p:cNvSpPr/>
          <p:nvPr/>
        </p:nvSpPr>
        <p:spPr bwMode="gray">
          <a:xfrm>
            <a:off x="4806732" y="2084088"/>
            <a:ext cx="4263171" cy="613558"/>
          </a:xfrm>
          <a:prstGeom prst="rect">
            <a:avLst/>
          </a:prstGeom>
          <a:solidFill>
            <a:schemeClr val="accent3">
              <a:lumMod val="40000"/>
              <a:lumOff val="60000"/>
            </a:schemeClr>
          </a:solidFill>
          <a:ln w="635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800" b="0" i="0" u="none" strike="noStrike" kern="0" cap="none" spc="0" normalizeH="0" baseline="0" noProof="0" dirty="0">
                <a:ln>
                  <a:noFill/>
                </a:ln>
                <a:effectLst/>
                <a:uLnTx/>
                <a:uFillTx/>
                <a:ea typeface="Arial Unicode MS" pitchFamily="34" charset="-128"/>
                <a:cs typeface="Arial Unicode MS" pitchFamily="34" charset="-128"/>
              </a:rPr>
              <a:t>LoadBalancer</a:t>
            </a:r>
          </a:p>
        </p:txBody>
      </p:sp>
      <p:sp>
        <p:nvSpPr>
          <p:cNvPr id="31" name="Cloud 30">
            <a:extLst>
              <a:ext uri="{FF2B5EF4-FFF2-40B4-BE49-F238E27FC236}">
                <a16:creationId xmlns:a16="http://schemas.microsoft.com/office/drawing/2014/main" id="{650B88C5-9391-410D-AD5A-D43BDA2A1C53}"/>
              </a:ext>
            </a:extLst>
          </p:cNvPr>
          <p:cNvSpPr/>
          <p:nvPr/>
        </p:nvSpPr>
        <p:spPr bwMode="gray">
          <a:xfrm>
            <a:off x="6382267" y="432611"/>
            <a:ext cx="3496836" cy="1074420"/>
          </a:xfrm>
          <a:prstGeom prst="cloud">
            <a:avLst/>
          </a:prstGeom>
          <a:solidFill>
            <a:schemeClr val="accent1"/>
          </a:solidFill>
          <a:ln w="635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en-US" sz="1800" kern="0" dirty="0">
                <a:ea typeface="Arial Unicode MS" pitchFamily="34" charset="-128"/>
                <a:cs typeface="Arial Unicode MS" pitchFamily="34" charset="-128"/>
              </a:rPr>
              <a:t>GET: nginx:80</a:t>
            </a:r>
            <a:endParaRPr kumimoji="0" lang="en-US" sz="18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39" name="Rectangle 38">
            <a:extLst>
              <a:ext uri="{FF2B5EF4-FFF2-40B4-BE49-F238E27FC236}">
                <a16:creationId xmlns:a16="http://schemas.microsoft.com/office/drawing/2014/main" id="{D644CA9C-6739-4EBF-8649-AE590DFF8E16}"/>
              </a:ext>
            </a:extLst>
          </p:cNvPr>
          <p:cNvSpPr/>
          <p:nvPr/>
        </p:nvSpPr>
        <p:spPr bwMode="gray">
          <a:xfrm>
            <a:off x="7593857" y="1852866"/>
            <a:ext cx="1073656" cy="428584"/>
          </a:xfrm>
          <a:prstGeom prst="rect">
            <a:avLst/>
          </a:prstGeom>
          <a:ln>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de-DE" sz="1800" kern="0" dirty="0">
                <a:ea typeface="Arial Unicode MS" pitchFamily="34" charset="-128"/>
                <a:cs typeface="Arial Unicode MS" pitchFamily="34" charset="-128"/>
              </a:rPr>
              <a:t>Port: 80</a:t>
            </a:r>
            <a:endParaRPr kumimoji="0" lang="de-DE" sz="1800" b="0" i="0" u="none" strike="noStrike" kern="0" cap="none" spc="0" normalizeH="0" baseline="0" noProof="0" dirty="0">
              <a:ln>
                <a:noFill/>
              </a:ln>
              <a:effectLst/>
              <a:uLnTx/>
              <a:uFillTx/>
              <a:ea typeface="Arial Unicode MS" pitchFamily="34" charset="-128"/>
              <a:cs typeface="Arial Unicode MS" pitchFamily="34" charset="-128"/>
            </a:endParaRPr>
          </a:p>
        </p:txBody>
      </p:sp>
      <p:cxnSp>
        <p:nvCxnSpPr>
          <p:cNvPr id="44" name="Straight Arrow Connector 43">
            <a:extLst>
              <a:ext uri="{FF2B5EF4-FFF2-40B4-BE49-F238E27FC236}">
                <a16:creationId xmlns:a16="http://schemas.microsoft.com/office/drawing/2014/main" id="{6064095C-8499-4385-AEBA-C1A6BFE16CEF}"/>
              </a:ext>
            </a:extLst>
          </p:cNvPr>
          <p:cNvCxnSpPr>
            <a:stCxn id="31" idx="1"/>
            <a:endCxn id="39" idx="0"/>
          </p:cNvCxnSpPr>
          <p:nvPr/>
        </p:nvCxnSpPr>
        <p:spPr>
          <a:xfrm>
            <a:off x="8130685" y="1505887"/>
            <a:ext cx="0" cy="346979"/>
          </a:xfrm>
          <a:prstGeom prst="straightConnector1">
            <a:avLst/>
          </a:prstGeom>
          <a:ln w="57150">
            <a:solidFill>
              <a:schemeClr val="tx2"/>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15" name="Rectangle 14"/>
          <p:cNvSpPr/>
          <p:nvPr/>
        </p:nvSpPr>
        <p:spPr bwMode="gray">
          <a:xfrm>
            <a:off x="7198669" y="5383910"/>
            <a:ext cx="1319714" cy="428584"/>
          </a:xfrm>
          <a:prstGeom prst="rect">
            <a:avLst/>
          </a:prstGeom>
          <a:solidFill>
            <a:schemeClr val="accent1">
              <a:lumMod val="40000"/>
              <a:lumOff val="60000"/>
            </a:schemeClr>
          </a:solidFill>
          <a:ln>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de-DE" sz="1800" kern="0" dirty="0">
                <a:ea typeface="Arial Unicode MS" pitchFamily="34" charset="-128"/>
                <a:cs typeface="Arial Unicode MS" pitchFamily="34" charset="-128"/>
              </a:rPr>
              <a:t>a</a:t>
            </a:r>
            <a:r>
              <a:rPr kumimoji="0" lang="de-DE" sz="1800" b="0" i="0" u="none" strike="noStrike" kern="0" cap="none" spc="0" normalizeH="0" baseline="0" noProof="0" dirty="0">
                <a:ln>
                  <a:noFill/>
                </a:ln>
                <a:effectLst/>
                <a:uLnTx/>
                <a:uFillTx/>
                <a:ea typeface="Arial Unicode MS" pitchFamily="34" charset="-128"/>
                <a:cs typeface="Arial Unicode MS" pitchFamily="34" charset="-128"/>
              </a:rPr>
              <a:t>pp=</a:t>
            </a:r>
            <a:r>
              <a:rPr kumimoji="0" lang="de-DE" sz="1800" b="0" i="0" u="none" strike="noStrike" kern="0" cap="none" spc="0" normalizeH="0" baseline="0" noProof="0" dirty="0" err="1">
                <a:ln>
                  <a:noFill/>
                </a:ln>
                <a:effectLst/>
                <a:uLnTx/>
                <a:uFillTx/>
                <a:ea typeface="Arial Unicode MS" pitchFamily="34" charset="-128"/>
                <a:cs typeface="Arial Unicode MS" pitchFamily="34" charset="-128"/>
              </a:rPr>
              <a:t>nginx</a:t>
            </a:r>
            <a:endParaRPr kumimoji="0" lang="de-DE" sz="1800" b="0" i="0" u="none" strike="noStrike" kern="0" cap="none" spc="0" normalizeH="0" baseline="0" noProof="0" dirty="0">
              <a:ln>
                <a:noFill/>
              </a:ln>
              <a:effectLst/>
              <a:uLnTx/>
              <a:uFillTx/>
              <a:ea typeface="Arial Unicode MS" pitchFamily="34" charset="-128"/>
              <a:cs typeface="Arial Unicode MS" pitchFamily="34" charset="-128"/>
            </a:endParaRPr>
          </a:p>
        </p:txBody>
      </p:sp>
      <p:cxnSp>
        <p:nvCxnSpPr>
          <p:cNvPr id="37" name="Connector: Elbow 36">
            <a:extLst>
              <a:ext uri="{FF2B5EF4-FFF2-40B4-BE49-F238E27FC236}">
                <a16:creationId xmlns:a16="http://schemas.microsoft.com/office/drawing/2014/main" id="{A1F6945B-3CC4-4A5B-8F84-7DC5CC6F54A9}"/>
              </a:ext>
            </a:extLst>
          </p:cNvPr>
          <p:cNvCxnSpPr>
            <a:cxnSpLocks/>
            <a:endCxn id="20" idx="2"/>
          </p:cNvCxnSpPr>
          <p:nvPr/>
        </p:nvCxnSpPr>
        <p:spPr>
          <a:xfrm>
            <a:off x="3066714" y="4637523"/>
            <a:ext cx="7045445" cy="1177598"/>
          </a:xfrm>
          <a:prstGeom prst="bentConnector4">
            <a:avLst>
              <a:gd name="adj1" fmla="val 8860"/>
              <a:gd name="adj2" fmla="val 151432"/>
            </a:avLst>
          </a:prstGeom>
          <a:ln w="101600">
            <a:solidFill>
              <a:srgbClr val="FF0000"/>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38" name="Speech Bubble: Rectangle 37">
            <a:extLst>
              <a:ext uri="{FF2B5EF4-FFF2-40B4-BE49-F238E27FC236}">
                <a16:creationId xmlns:a16="http://schemas.microsoft.com/office/drawing/2014/main" id="{E855FA4F-FE92-4572-9B89-39B46442B4EE}"/>
              </a:ext>
            </a:extLst>
          </p:cNvPr>
          <p:cNvSpPr/>
          <p:nvPr/>
        </p:nvSpPr>
        <p:spPr bwMode="gray">
          <a:xfrm>
            <a:off x="10284643" y="1679376"/>
            <a:ext cx="1648753" cy="482047"/>
          </a:xfrm>
          <a:prstGeom prst="wedgeRectCallout">
            <a:avLst>
              <a:gd name="adj1" fmla="val 1972"/>
              <a:gd name="adj2" fmla="val 259334"/>
            </a:avLst>
          </a:prstGeom>
          <a:solidFill>
            <a:srgbClr val="FF0000"/>
          </a:solidFill>
          <a:ln w="635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400" b="0" i="0" u="none" strike="noStrike" kern="0" cap="none" spc="0" normalizeH="0" baseline="0" noProof="0" dirty="0">
                <a:ln>
                  <a:noFill/>
                </a:ln>
                <a:effectLst/>
                <a:uLnTx/>
                <a:uFillTx/>
                <a:ea typeface="Arial Unicode MS" pitchFamily="34" charset="-128"/>
                <a:cs typeface="Arial Unicode MS" pitchFamily="34" charset="-128"/>
              </a:rPr>
              <a:t>Chosen at random</a:t>
            </a:r>
          </a:p>
        </p:txBody>
      </p:sp>
      <p:sp>
        <p:nvSpPr>
          <p:cNvPr id="57" name="Rectangle: Single Corner Snipped 56">
            <a:extLst>
              <a:ext uri="{FF2B5EF4-FFF2-40B4-BE49-F238E27FC236}">
                <a16:creationId xmlns:a16="http://schemas.microsoft.com/office/drawing/2014/main" id="{DAF516E3-9AF4-402E-A9A8-2D2A63535036}"/>
              </a:ext>
            </a:extLst>
          </p:cNvPr>
          <p:cNvSpPr/>
          <p:nvPr/>
        </p:nvSpPr>
        <p:spPr bwMode="gray">
          <a:xfrm>
            <a:off x="4846915" y="3079127"/>
            <a:ext cx="2420078" cy="1775677"/>
          </a:xfrm>
          <a:prstGeom prst="snip1Rect">
            <a:avLst/>
          </a:prstGeom>
          <a:solidFill>
            <a:schemeClr val="tx2"/>
          </a:solidFill>
          <a:ln w="38100" cmpd="sng">
            <a:headEnd/>
            <a:tailEnd/>
          </a:ln>
          <a:effectLst>
            <a:outerShdw blurRad="50800" dist="38100" dir="2700000" algn="tl" rotWithShape="0">
              <a:prstClr val="black">
                <a:alpha val="40000"/>
              </a:prstClr>
            </a:outerShdw>
          </a:effectLst>
        </p:spPr>
        <p:style>
          <a:lnRef idx="3">
            <a:schemeClr val="lt1"/>
          </a:lnRef>
          <a:fillRef idx="1">
            <a:schemeClr val="accent2"/>
          </a:fillRef>
          <a:effectRef idx="1">
            <a:schemeClr val="accent2"/>
          </a:effectRef>
          <a:fontRef idx="minor">
            <a:schemeClr val="lt1"/>
          </a:fontRef>
        </p:style>
        <p:txBody>
          <a:bodyPr wrap="none" lIns="90000" tIns="0" rIns="90000" bIns="0" rtlCol="0" anchor="t"/>
          <a:lstStyle/>
          <a:p>
            <a:pPr marR="0" algn="ctr" defTabSz="914400" eaLnBrk="1" fontAlgn="base" latinLnBrk="0" hangingPunct="1">
              <a:lnSpc>
                <a:spcPct val="100000"/>
              </a:lnSpc>
              <a:spcAft>
                <a:spcPts val="600"/>
              </a:spcAft>
              <a:buClr>
                <a:srgbClr val="F0AB00"/>
              </a:buClr>
              <a:buSzPct val="80000"/>
              <a:tabLst/>
            </a:pPr>
            <a:r>
              <a:rPr kumimoji="0" lang="en-US" sz="1600" b="1" i="0" u="none" strike="noStrike" kern="0" cap="none" spc="0" normalizeH="0" baseline="0" noProof="0" dirty="0">
                <a:ln>
                  <a:noFill/>
                </a:ln>
                <a:solidFill>
                  <a:sysClr val="windowText" lastClr="000000"/>
                </a:solidFill>
                <a:effectLst/>
                <a:uLnTx/>
                <a:uFillTx/>
                <a:ea typeface="Arial Unicode MS" pitchFamily="34" charset="-128"/>
                <a:cs typeface="Arial Unicode MS" pitchFamily="34" charset="-128"/>
              </a:rPr>
              <a:t>Service</a:t>
            </a:r>
          </a:p>
          <a:p>
            <a:pPr marL="285750" marR="0" indent="-285750" defTabSz="914400" eaLnBrk="1" fontAlgn="base" latinLnBrk="0" hangingPunct="1">
              <a:lnSpc>
                <a:spcPct val="100000"/>
              </a:lnSpc>
              <a:spcBef>
                <a:spcPts val="600"/>
              </a:spcBef>
              <a:spcAft>
                <a:spcPct val="0"/>
              </a:spcAft>
              <a:buClr>
                <a:srgbClr val="F0AB00"/>
              </a:buClr>
              <a:buSzPct val="80000"/>
              <a:buFont typeface="Arial" panose="020B0604020202020204" pitchFamily="34" charset="0"/>
              <a:buChar char="•"/>
              <a:tabLst/>
            </a:pPr>
            <a:r>
              <a:rPr lang="en-US" sz="1600" kern="0" dirty="0">
                <a:solidFill>
                  <a:sysClr val="windowText" lastClr="000000"/>
                </a:solidFill>
                <a:ea typeface="Arial Unicode MS" pitchFamily="34" charset="-128"/>
                <a:cs typeface="Arial Unicode MS" pitchFamily="34" charset="-128"/>
              </a:rPr>
              <a:t>Selector: app=nginx</a:t>
            </a:r>
          </a:p>
          <a:p>
            <a:pPr marL="285750" marR="0" indent="-285750" defTabSz="914400" eaLnBrk="1" fontAlgn="base" latinLnBrk="0" hangingPunct="1">
              <a:lnSpc>
                <a:spcPct val="100000"/>
              </a:lnSpc>
              <a:spcBef>
                <a:spcPts val="600"/>
              </a:spcBef>
              <a:spcAft>
                <a:spcPct val="0"/>
              </a:spcAft>
              <a:buClr>
                <a:srgbClr val="F0AB00"/>
              </a:buClr>
              <a:buSzPct val="80000"/>
              <a:buFont typeface="Arial" panose="020B0604020202020204" pitchFamily="34" charset="0"/>
              <a:buChar char="•"/>
              <a:tabLst/>
            </a:pPr>
            <a:r>
              <a:rPr kumimoji="0" lang="en-US" sz="1600" b="0" i="0" u="none" strike="noStrike" kern="0" cap="none" spc="0" normalizeH="0" baseline="0" noProof="0" dirty="0">
                <a:ln>
                  <a:noFill/>
                </a:ln>
                <a:solidFill>
                  <a:sysClr val="windowText" lastClr="000000"/>
                </a:solidFill>
                <a:effectLst/>
                <a:uLnTx/>
                <a:uFillTx/>
                <a:ea typeface="Arial Unicode MS" pitchFamily="34" charset="-128"/>
                <a:cs typeface="Arial Unicode MS" pitchFamily="34" charset="-128"/>
              </a:rPr>
              <a:t>Type: LoadBalancer</a:t>
            </a:r>
          </a:p>
          <a:p>
            <a:pPr marL="285750" marR="0" indent="-285750" defTabSz="914400" eaLnBrk="1" fontAlgn="base" latinLnBrk="0" hangingPunct="1">
              <a:lnSpc>
                <a:spcPct val="100000"/>
              </a:lnSpc>
              <a:spcBef>
                <a:spcPts val="600"/>
              </a:spcBef>
              <a:spcAft>
                <a:spcPct val="0"/>
              </a:spcAft>
              <a:buClr>
                <a:srgbClr val="F0AB00"/>
              </a:buClr>
              <a:buSzPct val="80000"/>
              <a:buFont typeface="Arial" panose="020B0604020202020204" pitchFamily="34" charset="0"/>
              <a:buChar char="•"/>
              <a:tabLst/>
            </a:pPr>
            <a:r>
              <a:rPr lang="en-US" sz="1600" kern="0" dirty="0">
                <a:solidFill>
                  <a:sysClr val="windowText" lastClr="000000"/>
                </a:solidFill>
                <a:ea typeface="Arial Unicode MS" pitchFamily="34" charset="-128"/>
                <a:cs typeface="Arial Unicode MS" pitchFamily="34" charset="-128"/>
              </a:rPr>
              <a:t>TargetPort: 80</a:t>
            </a:r>
          </a:p>
          <a:p>
            <a:pPr marL="285750" marR="0" indent="-285750" defTabSz="914400" eaLnBrk="1" fontAlgn="base" latinLnBrk="0" hangingPunct="1">
              <a:lnSpc>
                <a:spcPct val="100000"/>
              </a:lnSpc>
              <a:spcBef>
                <a:spcPts val="600"/>
              </a:spcBef>
              <a:spcAft>
                <a:spcPct val="0"/>
              </a:spcAft>
              <a:buClr>
                <a:srgbClr val="F0AB00"/>
              </a:buClr>
              <a:buSzPct val="80000"/>
              <a:buFont typeface="Arial" panose="020B0604020202020204" pitchFamily="34" charset="0"/>
              <a:buChar char="•"/>
              <a:tabLst/>
            </a:pPr>
            <a:r>
              <a:rPr kumimoji="0" lang="en-US" sz="1600" b="0" i="0" u="none" strike="noStrike" kern="0" cap="none" spc="0" normalizeH="0" baseline="0" noProof="0" dirty="0">
                <a:ln>
                  <a:noFill/>
                </a:ln>
                <a:solidFill>
                  <a:sysClr val="windowText" lastClr="000000"/>
                </a:solidFill>
                <a:effectLst/>
                <a:uLnTx/>
                <a:uFillTx/>
                <a:ea typeface="Arial Unicode MS" pitchFamily="34" charset="-128"/>
                <a:cs typeface="Arial Unicode MS" pitchFamily="34" charset="-128"/>
              </a:rPr>
              <a:t>Port: 80</a:t>
            </a:r>
          </a:p>
        </p:txBody>
      </p:sp>
      <p:sp>
        <p:nvSpPr>
          <p:cNvPr id="64" name="Rectangle 63">
            <a:extLst>
              <a:ext uri="{FF2B5EF4-FFF2-40B4-BE49-F238E27FC236}">
                <a16:creationId xmlns:a16="http://schemas.microsoft.com/office/drawing/2014/main" id="{97293F6F-4DF5-437A-9417-D5496CC658F9}"/>
              </a:ext>
            </a:extLst>
          </p:cNvPr>
          <p:cNvSpPr/>
          <p:nvPr/>
        </p:nvSpPr>
        <p:spPr bwMode="gray">
          <a:xfrm>
            <a:off x="6097239" y="2890429"/>
            <a:ext cx="803182" cy="325740"/>
          </a:xfrm>
          <a:prstGeom prst="rect">
            <a:avLst/>
          </a:prstGeom>
          <a:ln>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de-DE" sz="1400" kern="0" dirty="0">
                <a:ea typeface="Arial Unicode MS" pitchFamily="34" charset="-128"/>
                <a:cs typeface="Arial Unicode MS" pitchFamily="34" charset="-128"/>
              </a:rPr>
              <a:t>Port: 80</a:t>
            </a:r>
            <a:endParaRPr kumimoji="0" lang="de-DE" sz="1400" b="0" i="0" u="none" strike="noStrike" kern="0" cap="none" spc="0" normalizeH="0" baseline="0" noProof="0" dirty="0">
              <a:ln>
                <a:noFill/>
              </a:ln>
              <a:effectLst/>
              <a:uLnTx/>
              <a:uFillTx/>
              <a:ea typeface="Arial Unicode MS" pitchFamily="34" charset="-128"/>
              <a:cs typeface="Arial Unicode MS" pitchFamily="34" charset="-128"/>
            </a:endParaRPr>
          </a:p>
        </p:txBody>
      </p:sp>
      <p:grpSp>
        <p:nvGrpSpPr>
          <p:cNvPr id="72" name="Group 71">
            <a:extLst>
              <a:ext uri="{FF2B5EF4-FFF2-40B4-BE49-F238E27FC236}">
                <a16:creationId xmlns:a16="http://schemas.microsoft.com/office/drawing/2014/main" id="{A78C8562-3BB2-459D-9F61-CA18CD4420BF}"/>
              </a:ext>
            </a:extLst>
          </p:cNvPr>
          <p:cNvGrpSpPr/>
          <p:nvPr/>
        </p:nvGrpSpPr>
        <p:grpSpPr>
          <a:xfrm>
            <a:off x="2479249" y="2067158"/>
            <a:ext cx="5114608" cy="2640037"/>
            <a:chOff x="2479249" y="2067158"/>
            <a:chExt cx="5114608" cy="2640037"/>
          </a:xfrm>
        </p:grpSpPr>
        <p:cxnSp>
          <p:nvCxnSpPr>
            <p:cNvPr id="12" name="Connector: Elbow 11">
              <a:extLst>
                <a:ext uri="{FF2B5EF4-FFF2-40B4-BE49-F238E27FC236}">
                  <a16:creationId xmlns:a16="http://schemas.microsoft.com/office/drawing/2014/main" id="{2EE11602-31B0-45B6-9197-973EB3DBA5CA}"/>
                </a:ext>
              </a:extLst>
            </p:cNvPr>
            <p:cNvCxnSpPr>
              <a:cxnSpLocks/>
              <a:endCxn id="39" idx="1"/>
            </p:cNvCxnSpPr>
            <p:nvPr/>
          </p:nvCxnSpPr>
          <p:spPr>
            <a:xfrm flipV="1">
              <a:off x="2479249" y="2067158"/>
              <a:ext cx="5114608" cy="1976942"/>
            </a:xfrm>
            <a:prstGeom prst="bentConnector3">
              <a:avLst>
                <a:gd name="adj1" fmla="val 32306"/>
              </a:avLst>
            </a:prstGeom>
            <a:ln w="101600">
              <a:solidFill>
                <a:srgbClr val="FF0000"/>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46" name="Connector: Elbow 45">
              <a:extLst>
                <a:ext uri="{FF2B5EF4-FFF2-40B4-BE49-F238E27FC236}">
                  <a16:creationId xmlns:a16="http://schemas.microsoft.com/office/drawing/2014/main" id="{671DACFA-F495-47A4-91BC-AEADDC20E789}"/>
                </a:ext>
              </a:extLst>
            </p:cNvPr>
            <p:cNvCxnSpPr>
              <a:cxnSpLocks/>
              <a:endCxn id="64" idx="1"/>
            </p:cNvCxnSpPr>
            <p:nvPr/>
          </p:nvCxnSpPr>
          <p:spPr>
            <a:xfrm flipV="1">
              <a:off x="2479249" y="3053299"/>
              <a:ext cx="3617990" cy="983340"/>
            </a:xfrm>
            <a:prstGeom prst="bentConnector3">
              <a:avLst>
                <a:gd name="adj1" fmla="val 45832"/>
              </a:avLst>
            </a:prstGeom>
            <a:ln w="101600">
              <a:solidFill>
                <a:srgbClr val="FF0000"/>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67" name="Connector: Elbow 66">
              <a:extLst>
                <a:ext uri="{FF2B5EF4-FFF2-40B4-BE49-F238E27FC236}">
                  <a16:creationId xmlns:a16="http://schemas.microsoft.com/office/drawing/2014/main" id="{A4A8741F-1EB5-49DE-AABB-C32933988FC3}"/>
                </a:ext>
              </a:extLst>
            </p:cNvPr>
            <p:cNvCxnSpPr>
              <a:cxnSpLocks/>
            </p:cNvCxnSpPr>
            <p:nvPr/>
          </p:nvCxnSpPr>
          <p:spPr>
            <a:xfrm>
              <a:off x="2482560" y="4047491"/>
              <a:ext cx="2683329" cy="659704"/>
            </a:xfrm>
            <a:prstGeom prst="bentConnector3">
              <a:avLst>
                <a:gd name="adj1" fmla="val 61944"/>
              </a:avLst>
            </a:prstGeom>
            <a:ln w="101600">
              <a:solidFill>
                <a:srgbClr val="FF0000"/>
              </a:solidFill>
              <a:headEnd type="none" w="med" len="med"/>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7765607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C7384797-07D4-4E02-8E17-ED9776D5740E}"/>
              </a:ext>
            </a:extLst>
          </p:cNvPr>
          <p:cNvGrpSpPr/>
          <p:nvPr/>
        </p:nvGrpSpPr>
        <p:grpSpPr>
          <a:xfrm>
            <a:off x="2048369" y="806458"/>
            <a:ext cx="7703337" cy="5337048"/>
            <a:chOff x="2071087" y="755342"/>
            <a:chExt cx="7703337" cy="5337048"/>
          </a:xfrm>
        </p:grpSpPr>
        <p:pic>
          <p:nvPicPr>
            <p:cNvPr id="4" name="Picture 3" descr="A close up of text on a black background&#10;&#10;Description automatically generated">
              <a:extLst>
                <a:ext uri="{FF2B5EF4-FFF2-40B4-BE49-F238E27FC236}">
                  <a16:creationId xmlns:a16="http://schemas.microsoft.com/office/drawing/2014/main" id="{BDAD9F8B-8242-4571-B481-D2550778D947}"/>
                </a:ext>
              </a:extLst>
            </p:cNvPr>
            <p:cNvPicPr>
              <a:picLocks noChangeAspect="1"/>
            </p:cNvPicPr>
            <p:nvPr/>
          </p:nvPicPr>
          <p:blipFill>
            <a:blip r:embed="rId3"/>
            <a:stretch>
              <a:fillRect/>
            </a:stretch>
          </p:blipFill>
          <p:spPr>
            <a:xfrm>
              <a:off x="2071087" y="755342"/>
              <a:ext cx="7703337" cy="5337048"/>
            </a:xfrm>
            <a:prstGeom prst="rect">
              <a:avLst/>
            </a:prstGeom>
          </p:spPr>
        </p:pic>
        <p:sp>
          <p:nvSpPr>
            <p:cNvPr id="5" name="Rectangle 4"/>
            <p:cNvSpPr/>
            <p:nvPr/>
          </p:nvSpPr>
          <p:spPr>
            <a:xfrm>
              <a:off x="2205071" y="5784613"/>
              <a:ext cx="3717684" cy="307777"/>
            </a:xfrm>
            <a:prstGeom prst="rect">
              <a:avLst/>
            </a:prstGeom>
          </p:spPr>
          <p:txBody>
            <a:bodyPr wrap="none">
              <a:spAutoFit/>
            </a:bodyPr>
            <a:lstStyle/>
            <a:p>
              <a:r>
                <a:rPr lang="en-US" sz="1400" dirty="0">
                  <a:hlinkClick r:id="rId4"/>
                </a:rPr>
                <a:t>https://sebiwi.github.io/comics/service-mesh/</a:t>
              </a:r>
              <a:endParaRPr lang="en-US" sz="1400" dirty="0"/>
            </a:p>
          </p:txBody>
        </p:sp>
      </p:grpSp>
      <p:sp>
        <p:nvSpPr>
          <p:cNvPr id="3" name="Title 2"/>
          <p:cNvSpPr>
            <a:spLocks noGrp="1"/>
          </p:cNvSpPr>
          <p:nvPr>
            <p:ph type="title"/>
          </p:nvPr>
        </p:nvSpPr>
        <p:spPr/>
        <p:txBody>
          <a:bodyPr/>
          <a:lstStyle/>
          <a:p>
            <a:r>
              <a:rPr lang="en-US" dirty="0"/>
              <a:t>More sophisticated networking…</a:t>
            </a:r>
          </a:p>
        </p:txBody>
      </p:sp>
    </p:spTree>
    <p:extLst>
      <p:ext uri="{BB962C8B-B14F-4D97-AF65-F5344CB8AC3E}">
        <p14:creationId xmlns:p14="http://schemas.microsoft.com/office/powerpoint/2010/main" val="111610827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What YOU will do in exercise #04</a:t>
            </a:r>
          </a:p>
        </p:txBody>
      </p:sp>
      <p:grpSp>
        <p:nvGrpSpPr>
          <p:cNvPr id="13" name="Group 12"/>
          <p:cNvGrpSpPr/>
          <p:nvPr/>
        </p:nvGrpSpPr>
        <p:grpSpPr>
          <a:xfrm>
            <a:off x="2674620" y="2948940"/>
            <a:ext cx="6187440" cy="1752600"/>
            <a:chOff x="2697480" y="2743200"/>
            <a:chExt cx="6187440" cy="2034540"/>
          </a:xfrm>
        </p:grpSpPr>
        <p:sp>
          <p:nvSpPr>
            <p:cNvPr id="12" name="Rectangle: Rounded Corners 11"/>
            <p:cNvSpPr/>
            <p:nvPr/>
          </p:nvSpPr>
          <p:spPr bwMode="gray">
            <a:xfrm>
              <a:off x="2697480" y="2743200"/>
              <a:ext cx="6187440" cy="2034540"/>
            </a:xfrm>
            <a:prstGeom prst="roundRect">
              <a:avLst/>
            </a:prstGeom>
            <a:ln>
              <a:headEnd/>
              <a:tailEnd/>
            </a:ln>
          </p:spPr>
          <p:style>
            <a:lnRef idx="2">
              <a:schemeClr val="accent1"/>
            </a:lnRef>
            <a:fillRef idx="1">
              <a:schemeClr val="lt1"/>
            </a:fillRef>
            <a:effectRef idx="0">
              <a:schemeClr val="accent1"/>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8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4" name="Rectangle 3"/>
            <p:cNvSpPr/>
            <p:nvPr/>
          </p:nvSpPr>
          <p:spPr bwMode="gray">
            <a:xfrm>
              <a:off x="2989653" y="3164976"/>
              <a:ext cx="1627931" cy="1156258"/>
            </a:xfrm>
            <a:prstGeom prst="rect">
              <a:avLst/>
            </a:prstGeom>
            <a:solidFill>
              <a:schemeClr val="bg2"/>
            </a:solidFill>
            <a:ln>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ctr"/>
            <a:lstStyle/>
            <a:p>
              <a:pPr algn="ctr" defTabSz="914400" fontAlgn="base">
                <a:spcBef>
                  <a:spcPct val="50000"/>
                </a:spcBef>
                <a:spcAft>
                  <a:spcPct val="0"/>
                </a:spcAft>
                <a:buClr>
                  <a:srgbClr val="F0AB00"/>
                </a:buClr>
                <a:buSzPct val="80000"/>
              </a:pPr>
              <a:r>
                <a:rPr lang="de-DE" sz="1800" kern="0" dirty="0" err="1">
                  <a:ea typeface="Arial Unicode MS" pitchFamily="34" charset="-128"/>
                  <a:cs typeface="Arial Unicode MS" pitchFamily="34" charset="-128"/>
                </a:rPr>
                <a:t>nginx</a:t>
              </a:r>
              <a:endParaRPr lang="de-DE" sz="1800" kern="0" dirty="0">
                <a:ea typeface="Arial Unicode MS" pitchFamily="34" charset="-128"/>
                <a:cs typeface="Arial Unicode MS" pitchFamily="34" charset="-128"/>
              </a:endParaRPr>
            </a:p>
          </p:txBody>
        </p:sp>
        <p:sp>
          <p:nvSpPr>
            <p:cNvPr id="6" name="Rectangle 5"/>
            <p:cNvSpPr/>
            <p:nvPr/>
          </p:nvSpPr>
          <p:spPr bwMode="gray">
            <a:xfrm>
              <a:off x="6855115" y="3164976"/>
              <a:ext cx="1627931" cy="1156258"/>
            </a:xfrm>
            <a:prstGeom prst="rect">
              <a:avLst/>
            </a:prstGeom>
            <a:solidFill>
              <a:schemeClr val="bg2"/>
            </a:solidFill>
            <a:ln>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de-DE" sz="1800" kern="0" dirty="0" err="1">
                  <a:ea typeface="Arial Unicode MS" pitchFamily="34" charset="-128"/>
                  <a:cs typeface="Arial Unicode MS" pitchFamily="34" charset="-128"/>
                </a:rPr>
                <a:t>nginx</a:t>
              </a:r>
              <a:endParaRPr kumimoji="0" lang="de-DE" sz="1800" b="0" i="0" u="none" strike="noStrike" kern="0" cap="none" spc="0" normalizeH="0" baseline="0" noProof="0" dirty="0">
                <a:ln>
                  <a:noFill/>
                </a:ln>
                <a:effectLst/>
                <a:uLnTx/>
                <a:uFillTx/>
                <a:ea typeface="Arial Unicode MS" pitchFamily="34" charset="-128"/>
                <a:cs typeface="Arial Unicode MS" pitchFamily="34" charset="-128"/>
              </a:endParaRPr>
            </a:p>
          </p:txBody>
        </p:sp>
        <p:sp>
          <p:nvSpPr>
            <p:cNvPr id="7" name="Rectangle 6"/>
            <p:cNvSpPr/>
            <p:nvPr/>
          </p:nvSpPr>
          <p:spPr bwMode="gray">
            <a:xfrm>
              <a:off x="4922384" y="3164976"/>
              <a:ext cx="1627931" cy="1156258"/>
            </a:xfrm>
            <a:prstGeom prst="rect">
              <a:avLst/>
            </a:prstGeom>
            <a:solidFill>
              <a:schemeClr val="bg2"/>
            </a:solidFill>
            <a:ln>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de-DE" sz="1800" kern="0" dirty="0" err="1">
                  <a:ea typeface="Arial Unicode MS" pitchFamily="34" charset="-128"/>
                  <a:cs typeface="Arial Unicode MS" pitchFamily="34" charset="-128"/>
                </a:rPr>
                <a:t>nginx</a:t>
              </a:r>
              <a:endParaRPr kumimoji="0" lang="de-DE" sz="1800" b="0" i="0" u="none" strike="noStrike" kern="0" cap="none" spc="0" normalizeH="0" baseline="0" noProof="0" dirty="0">
                <a:ln>
                  <a:noFill/>
                </a:ln>
                <a:effectLst/>
                <a:uLnTx/>
                <a:uFillTx/>
                <a:ea typeface="Arial Unicode MS" pitchFamily="34" charset="-128"/>
                <a:cs typeface="Arial Unicode MS" pitchFamily="34" charset="-128"/>
              </a:endParaRPr>
            </a:p>
          </p:txBody>
        </p:sp>
      </p:grpSp>
      <p:grpSp>
        <p:nvGrpSpPr>
          <p:cNvPr id="15" name="Group 14"/>
          <p:cNvGrpSpPr/>
          <p:nvPr/>
        </p:nvGrpSpPr>
        <p:grpSpPr>
          <a:xfrm>
            <a:off x="3482340" y="5176656"/>
            <a:ext cx="4572000" cy="1363980"/>
            <a:chOff x="3421380" y="5067300"/>
            <a:chExt cx="4572000" cy="1363980"/>
          </a:xfrm>
        </p:grpSpPr>
        <p:sp>
          <p:nvSpPr>
            <p:cNvPr id="14" name="Rectangle: Rounded Corners 13"/>
            <p:cNvSpPr/>
            <p:nvPr/>
          </p:nvSpPr>
          <p:spPr bwMode="gray">
            <a:xfrm>
              <a:off x="3421380" y="5067300"/>
              <a:ext cx="4572000" cy="1363980"/>
            </a:xfrm>
            <a:prstGeom prst="roundRect">
              <a:avLst/>
            </a:prstGeom>
            <a:ln>
              <a:headEnd/>
              <a:tailEnd/>
            </a:ln>
          </p:spPr>
          <p:style>
            <a:lnRef idx="2">
              <a:schemeClr val="accent1"/>
            </a:lnRef>
            <a:fillRef idx="1">
              <a:schemeClr val="lt1"/>
            </a:fillRef>
            <a:effectRef idx="0">
              <a:schemeClr val="accent1"/>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8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8" name="Cylinder 7"/>
            <p:cNvSpPr/>
            <p:nvPr/>
          </p:nvSpPr>
          <p:spPr bwMode="gray">
            <a:xfrm>
              <a:off x="3946888" y="5248563"/>
              <a:ext cx="998220" cy="1004248"/>
            </a:xfrm>
            <a:prstGeom prst="can">
              <a:avLst/>
            </a:prstGeom>
            <a:ln>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de-DE" sz="1800" b="0" i="0" u="none" strike="noStrike" kern="0" cap="none" spc="0" normalizeH="0" baseline="0" noProof="0" dirty="0" err="1">
                  <a:ln>
                    <a:noFill/>
                  </a:ln>
                  <a:effectLst/>
                  <a:uLnTx/>
                  <a:uFillTx/>
                  <a:ea typeface="Arial Unicode MS" pitchFamily="34" charset="-128"/>
                  <a:cs typeface="Arial Unicode MS" pitchFamily="34" charset="-128"/>
                </a:rPr>
                <a:t>content</a:t>
              </a:r>
              <a:endParaRPr kumimoji="0" lang="de-DE" sz="1800" b="0" i="0" u="none" strike="noStrike" kern="0" cap="none" spc="0" normalizeH="0" baseline="0" noProof="0" dirty="0">
                <a:ln>
                  <a:noFill/>
                </a:ln>
                <a:effectLst/>
                <a:uLnTx/>
                <a:uFillTx/>
                <a:ea typeface="Arial Unicode MS" pitchFamily="34" charset="-128"/>
                <a:cs typeface="Arial Unicode MS" pitchFamily="34" charset="-128"/>
              </a:endParaRPr>
            </a:p>
          </p:txBody>
        </p:sp>
        <p:sp>
          <p:nvSpPr>
            <p:cNvPr id="9" name="Cylinder 8"/>
            <p:cNvSpPr/>
            <p:nvPr/>
          </p:nvSpPr>
          <p:spPr bwMode="gray">
            <a:xfrm>
              <a:off x="5214379" y="5248563"/>
              <a:ext cx="998220" cy="1004248"/>
            </a:xfrm>
            <a:prstGeom prst="can">
              <a:avLst/>
            </a:prstGeom>
            <a:ln>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de-DE" sz="1800" b="0" i="0" u="none" strike="noStrike" kern="0" cap="none" spc="0" normalizeH="0" baseline="0" noProof="0" dirty="0" err="1">
                  <a:ln>
                    <a:noFill/>
                  </a:ln>
                  <a:effectLst/>
                  <a:uLnTx/>
                  <a:uFillTx/>
                  <a:ea typeface="Arial Unicode MS" pitchFamily="34" charset="-128"/>
                  <a:cs typeface="Arial Unicode MS" pitchFamily="34" charset="-128"/>
                </a:rPr>
                <a:t>config</a:t>
              </a:r>
              <a:endParaRPr kumimoji="0" lang="de-DE" sz="1800" b="0" i="0" u="none" strike="noStrike" kern="0" cap="none" spc="0" normalizeH="0" baseline="0" noProof="0" dirty="0">
                <a:ln>
                  <a:noFill/>
                </a:ln>
                <a:effectLst/>
                <a:uLnTx/>
                <a:uFillTx/>
                <a:ea typeface="Arial Unicode MS" pitchFamily="34" charset="-128"/>
                <a:cs typeface="Arial Unicode MS" pitchFamily="34" charset="-128"/>
              </a:endParaRPr>
            </a:p>
          </p:txBody>
        </p:sp>
        <p:sp>
          <p:nvSpPr>
            <p:cNvPr id="10" name="Cylinder 9"/>
            <p:cNvSpPr/>
            <p:nvPr/>
          </p:nvSpPr>
          <p:spPr bwMode="gray">
            <a:xfrm>
              <a:off x="6481870" y="5248563"/>
              <a:ext cx="998220" cy="1004248"/>
            </a:xfrm>
            <a:prstGeom prst="can">
              <a:avLst/>
            </a:prstGeom>
            <a:ln>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de-DE" sz="1800" kern="0" dirty="0" err="1">
                  <a:ea typeface="Arial Unicode MS" pitchFamily="34" charset="-128"/>
                  <a:cs typeface="Arial Unicode MS" pitchFamily="34" charset="-128"/>
                </a:rPr>
                <a:t>tls</a:t>
              </a:r>
              <a:r>
                <a:rPr lang="de-DE" sz="1800" kern="0" dirty="0">
                  <a:ea typeface="Arial Unicode MS" pitchFamily="34" charset="-128"/>
                  <a:cs typeface="Arial Unicode MS" pitchFamily="34" charset="-128"/>
                </a:rPr>
                <a:t> </a:t>
              </a:r>
              <a:r>
                <a:rPr lang="de-DE" sz="1800" kern="0" dirty="0" err="1">
                  <a:ea typeface="Arial Unicode MS" pitchFamily="34" charset="-128"/>
                  <a:cs typeface="Arial Unicode MS" pitchFamily="34" charset="-128"/>
                </a:rPr>
                <a:t>certs</a:t>
              </a:r>
              <a:endParaRPr kumimoji="0" lang="de-DE" sz="1800" b="0" i="0" u="none" strike="noStrike" kern="0" cap="none" spc="0" normalizeH="0" baseline="0" noProof="0" dirty="0">
                <a:ln>
                  <a:noFill/>
                </a:ln>
                <a:effectLst/>
                <a:uLnTx/>
                <a:uFillTx/>
                <a:ea typeface="Arial Unicode MS" pitchFamily="34" charset="-128"/>
                <a:cs typeface="Arial Unicode MS" pitchFamily="34" charset="-128"/>
              </a:endParaRPr>
            </a:p>
          </p:txBody>
        </p:sp>
      </p:grpSp>
      <p:sp>
        <p:nvSpPr>
          <p:cNvPr id="16" name="Arrow: Up-Down 15"/>
          <p:cNvSpPr/>
          <p:nvPr/>
        </p:nvSpPr>
        <p:spPr bwMode="gray">
          <a:xfrm>
            <a:off x="5657231" y="4400550"/>
            <a:ext cx="222219" cy="845820"/>
          </a:xfrm>
          <a:prstGeom prst="upDownArrow">
            <a:avLst/>
          </a:prstGeom>
          <a:solidFill>
            <a:schemeClr val="accent1"/>
          </a:solidFill>
          <a:ln w="635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8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17" name="Cloud 16"/>
          <p:cNvSpPr/>
          <p:nvPr/>
        </p:nvSpPr>
        <p:spPr bwMode="gray">
          <a:xfrm>
            <a:off x="4077319" y="1126276"/>
            <a:ext cx="3382042" cy="914400"/>
          </a:xfrm>
          <a:prstGeom prst="cloud">
            <a:avLst/>
          </a:prstGeom>
          <a:solidFill>
            <a:schemeClr val="accent4"/>
          </a:solidFill>
          <a:ln w="635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8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18" name="Arrow: Up-Down 17"/>
          <p:cNvSpPr/>
          <p:nvPr/>
        </p:nvSpPr>
        <p:spPr bwMode="gray">
          <a:xfrm>
            <a:off x="5657231" y="2071898"/>
            <a:ext cx="222219" cy="845820"/>
          </a:xfrm>
          <a:prstGeom prst="upDownArrow">
            <a:avLst/>
          </a:prstGeom>
          <a:solidFill>
            <a:schemeClr val="accent4"/>
          </a:solidFill>
          <a:ln w="635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8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19" name="Speech Bubble: Rectangle 18">
            <a:extLst>
              <a:ext uri="{FF2B5EF4-FFF2-40B4-BE49-F238E27FC236}">
                <a16:creationId xmlns:a16="http://schemas.microsoft.com/office/drawing/2014/main" id="{BB097883-2309-4829-AD93-2FB63E489689}"/>
              </a:ext>
            </a:extLst>
          </p:cNvPr>
          <p:cNvSpPr/>
          <p:nvPr/>
        </p:nvSpPr>
        <p:spPr bwMode="gray">
          <a:xfrm>
            <a:off x="591671" y="1787021"/>
            <a:ext cx="2535294" cy="915844"/>
          </a:xfrm>
          <a:prstGeom prst="wedgeRectCallout">
            <a:avLst>
              <a:gd name="adj1" fmla="val 78596"/>
              <a:gd name="adj2" fmla="val -54206"/>
            </a:avLst>
          </a:prstGeom>
          <a:ln>
            <a:headEnd/>
            <a:tailEnd/>
          </a:ln>
        </p:spPr>
        <p:style>
          <a:lnRef idx="2">
            <a:schemeClr val="accent5"/>
          </a:lnRef>
          <a:fillRef idx="1">
            <a:schemeClr val="lt1"/>
          </a:fillRef>
          <a:effectRef idx="0">
            <a:schemeClr val="accent5"/>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800" b="0" i="0" u="none" strike="noStrike" kern="0" cap="none" spc="0" normalizeH="0" baseline="0" noProof="0" dirty="0">
                <a:ln>
                  <a:noFill/>
                </a:ln>
                <a:effectLst/>
                <a:uLnTx/>
                <a:uFillTx/>
                <a:ea typeface="Arial Unicode MS" pitchFamily="34" charset="-128"/>
                <a:cs typeface="Arial Unicode MS" pitchFamily="34" charset="-128"/>
              </a:rPr>
              <a:t>Make your pods available via a service</a:t>
            </a:r>
          </a:p>
        </p:txBody>
      </p:sp>
    </p:spTree>
    <p:extLst>
      <p:ext uri="{BB962C8B-B14F-4D97-AF65-F5344CB8AC3E}">
        <p14:creationId xmlns:p14="http://schemas.microsoft.com/office/powerpoint/2010/main" val="408558144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Tree>
  </p:cSld>
  <p:clrMapOvr>
    <a:masterClrMapping/>
  </p:clrMapOvr>
  <p:transition spd="med"/>
</p:sld>
</file>

<file path=ppt/theme/theme1.xml><?xml version="1.0" encoding="utf-8"?>
<a:theme xmlns:a="http://schemas.openxmlformats.org/drawingml/2006/main" name="SAP_2017_16x9_black">
  <a:themeElements>
    <a:clrScheme name="SAP_colors_2017">
      <a:dk1>
        <a:srgbClr val="000000"/>
      </a:dk1>
      <a:lt1>
        <a:srgbClr val="FFFFFF"/>
      </a:lt1>
      <a:dk2>
        <a:srgbClr val="CCCCCC"/>
      </a:dk2>
      <a:lt2>
        <a:srgbClr val="999999"/>
      </a:lt2>
      <a:accent1>
        <a:srgbClr val="F0AB00"/>
      </a:accent1>
      <a:accent2>
        <a:srgbClr val="666666"/>
      </a:accent2>
      <a:accent3>
        <a:srgbClr val="008FD3"/>
      </a:accent3>
      <a:accent4>
        <a:srgbClr val="4FB81C"/>
      </a:accent4>
      <a:accent5>
        <a:srgbClr val="E35500"/>
      </a:accent5>
      <a:accent6>
        <a:srgbClr val="970A82"/>
      </a:accent6>
      <a:hlink>
        <a:srgbClr val="008FD3"/>
      </a:hlink>
      <a:folHlink>
        <a:srgbClr val="008FD3"/>
      </a:folHlink>
    </a:clrScheme>
    <a:fontScheme name="SAP Fonts">
      <a:majorFont>
        <a:latin typeface="Arial"/>
        <a:ea typeface=""/>
        <a:cs typeface=""/>
      </a:majorFont>
      <a:minorFont>
        <a:latin typeface="Arial"/>
        <a:ea typeface=""/>
        <a:cs typeface=""/>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accent1"/>
        </a:solidFill>
        <a:ln w="6350" algn="ctr">
          <a:noFill/>
          <a:miter lim="800000"/>
          <a:headEnd/>
          <a:tailEnd/>
        </a:ln>
      </a:spPr>
      <a:bodyPr lIns="90000" tIns="72000" rIns="90000" bIns="72000" rtlCol="0" anchor="ctr"/>
      <a:lstStyle>
        <a:defPPr marR="0" algn="ctr" defTabSz="914400" eaLnBrk="1" fontAlgn="base" latinLnBrk="0" hangingPunct="1">
          <a:lnSpc>
            <a:spcPct val="100000"/>
          </a:lnSpc>
          <a:spcBef>
            <a:spcPct val="50000"/>
          </a:spcBef>
          <a:spcAft>
            <a:spcPct val="0"/>
          </a:spcAft>
          <a:buClr>
            <a:srgbClr val="F0AB00"/>
          </a:buClr>
          <a:buSzPct val="80000"/>
          <a:tabLst/>
          <a:defRPr kumimoji="0" sz="1800" b="0" i="0" u="none" strike="noStrike" kern="0" cap="none" spc="0" normalizeH="0" baseline="0" noProof="0" dirty="0" err="1" smtClean="0">
            <a:ln>
              <a:noFill/>
            </a:ln>
            <a:effectLst/>
            <a:uLnTx/>
            <a:uFillTx/>
            <a:ea typeface="Arial Unicode MS" pitchFamily="34" charset="-128"/>
            <a:cs typeface="Arial Unicode MS" pitchFamily="34" charset="-128"/>
          </a:defRPr>
        </a:defPPr>
      </a:lstStyle>
    </a:spDef>
    <a:lnDef>
      <a:spPr>
        <a:ln w="9525">
          <a:solidFill>
            <a:schemeClr val="tx1"/>
          </a:solidFill>
          <a:headEnd type="none" w="med" len="med"/>
          <a:tailEnd type="none" w="med" len="med"/>
        </a:ln>
      </a:spPr>
      <a:bodyPr/>
      <a:lstStyle/>
      <a:style>
        <a:lnRef idx="1">
          <a:schemeClr val="accent1"/>
        </a:lnRef>
        <a:fillRef idx="0">
          <a:schemeClr val="accent1"/>
        </a:fillRef>
        <a:effectRef idx="0">
          <a:schemeClr val="accent1"/>
        </a:effectRef>
        <a:fontRef idx="minor">
          <a:schemeClr val="tx1"/>
        </a:fontRef>
      </a:style>
    </a:lnDef>
    <a:txDef>
      <a:spPr>
        <a:noFill/>
      </a:spPr>
      <a:bodyPr wrap="none" lIns="0" tIns="0" rIns="0" bIns="0" rtlCol="0">
        <a:spAutoFit/>
      </a:bodyPr>
      <a:lstStyle>
        <a:defPPr fontAlgn="base">
          <a:spcBef>
            <a:spcPct val="50000"/>
          </a:spcBef>
          <a:spcAft>
            <a:spcPct val="0"/>
          </a:spcAft>
          <a:buClr>
            <a:srgbClr val="F0AB00"/>
          </a:buClr>
          <a:buSzPct val="80000"/>
          <a:defRPr sz="1800" kern="0" dirty="0" err="1" smtClean="0">
            <a:ea typeface="Arial Unicode MS" pitchFamily="34" charset="-128"/>
            <a:cs typeface="Arial Unicode MS" pitchFamily="34" charset="-128"/>
          </a:defRPr>
        </a:defPPr>
      </a:lstStyle>
    </a:txDef>
  </a:objectDefaults>
  <a:extraClrSchemeLst/>
  <a:extLst>
    <a:ext uri="{05A4C25C-085E-4340-85A3-A5531E510DB2}">
      <thm15:themeFamily xmlns:thm15="http://schemas.microsoft.com/office/thememl/2012/main" name="SAP_2017_16x9_black.potx" id="{9488014F-4BF2-4B73-9741-6D40B78C18AF}" vid="{315AB80D-2AE3-4555-B7D1-B9C512524916}"/>
    </a:ext>
  </a:extLst>
</a:theme>
</file>

<file path=ppt/theme/theme2.xml><?xml version="1.0" encoding="utf-8"?>
<a:theme xmlns:a="http://schemas.openxmlformats.org/drawingml/2006/main" name="Office Theme">
  <a:themeElements>
    <a:clrScheme name="SAP_Colors2011_1.1">
      <a:dk1>
        <a:srgbClr val="000000"/>
      </a:dk1>
      <a:lt1>
        <a:srgbClr val="FFFFFF"/>
      </a:lt1>
      <a:dk2>
        <a:srgbClr val="0076CB"/>
      </a:dk2>
      <a:lt2>
        <a:srgbClr val="CCCCCC"/>
      </a:lt2>
      <a:accent1>
        <a:srgbClr val="F0AB00"/>
      </a:accent1>
      <a:accent2>
        <a:srgbClr val="666666"/>
      </a:accent2>
      <a:accent3>
        <a:srgbClr val="0076CB"/>
      </a:accent3>
      <a:accent4>
        <a:srgbClr val="4FB81C"/>
      </a:accent4>
      <a:accent5>
        <a:srgbClr val="E35500"/>
      </a:accent5>
      <a:accent6>
        <a:srgbClr val="760A85"/>
      </a:accent6>
      <a:hlink>
        <a:srgbClr val="666666"/>
      </a:hlink>
      <a:folHlink>
        <a:srgbClr val="CCCCCC"/>
      </a:folHlink>
    </a:clrScheme>
    <a:fontScheme name="SAP_Fonts2011">
      <a:majorFont>
        <a:latin typeface="Arial"/>
        <a:ea typeface=""/>
        <a:cs typeface=""/>
      </a:majorFont>
      <a:minorFont>
        <a:latin typeface="Arial"/>
        <a:ea typeface=""/>
        <a:cs typeface=""/>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SAP_Colors2011">
      <a:dk1>
        <a:srgbClr val="000000"/>
      </a:dk1>
      <a:lt1>
        <a:srgbClr val="FFFFFF"/>
      </a:lt1>
      <a:dk2>
        <a:srgbClr val="00AFE3"/>
      </a:dk2>
      <a:lt2>
        <a:srgbClr val="CCCCCC"/>
      </a:lt2>
      <a:accent1>
        <a:srgbClr val="FDB913"/>
      </a:accent1>
      <a:accent2>
        <a:srgbClr val="626366"/>
      </a:accent2>
      <a:accent3>
        <a:srgbClr val="0082C9"/>
      </a:accent3>
      <a:accent4>
        <a:srgbClr val="4BBE44"/>
      </a:accent4>
      <a:accent5>
        <a:srgbClr val="B1D249"/>
      </a:accent5>
      <a:accent6>
        <a:srgbClr val="80298F"/>
      </a:accent6>
      <a:hlink>
        <a:srgbClr val="04357B"/>
      </a:hlink>
      <a:folHlink>
        <a:srgbClr val="999999"/>
      </a:folHlink>
    </a:clrScheme>
    <a:fontScheme name="SAP_Fonts2011">
      <a:majorFont>
        <a:latin typeface="Arial"/>
        <a:ea typeface=""/>
        <a:cs typeface=""/>
      </a:majorFont>
      <a:minorFont>
        <a:latin typeface="Arial"/>
        <a:ea typeface=""/>
        <a:cs typeface=""/>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TotalTime>
  <Words>2073</Words>
  <Application>Microsoft Office PowerPoint</Application>
  <PresentationFormat>Custom</PresentationFormat>
  <Paragraphs>258</Paragraphs>
  <Slides>19</Slides>
  <Notes>17</Notes>
  <HiddenSlides>2</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19</vt:i4>
      </vt:variant>
    </vt:vector>
  </HeadingPairs>
  <TitlesOfParts>
    <vt:vector size="25" baseType="lpstr">
      <vt:lpstr>Arial</vt:lpstr>
      <vt:lpstr>Courier New</vt:lpstr>
      <vt:lpstr>Symbol</vt:lpstr>
      <vt:lpstr>Wingdings</vt:lpstr>
      <vt:lpstr>Wingdings</vt:lpstr>
      <vt:lpstr>SAP_2017_16x9_black</vt:lpstr>
      <vt:lpstr>PowerPoint Presentation</vt:lpstr>
      <vt:lpstr>Objectives of k8s networking</vt:lpstr>
      <vt:lpstr>Scenarios of k8s networking</vt:lpstr>
      <vt:lpstr>Pod communication</vt:lpstr>
      <vt:lpstr>Why do we need services?</vt:lpstr>
      <vt:lpstr>Services – Stable network endpoints</vt:lpstr>
      <vt:lpstr>Services</vt:lpstr>
      <vt:lpstr>Labels &amp; Named Ports</vt:lpstr>
      <vt:lpstr>Service types: Cluster IP, NodePort, Loadbalancer</vt:lpstr>
      <vt:lpstr>ClusterIP services – cluster internal load balancing</vt:lpstr>
      <vt:lpstr>Demo</vt:lpstr>
      <vt:lpstr>Introducing NodePorts</vt:lpstr>
      <vt:lpstr>Demo</vt:lpstr>
      <vt:lpstr>Introducing LoadBalancers</vt:lpstr>
      <vt:lpstr>Demo</vt:lpstr>
      <vt:lpstr>So many different ports…</vt:lpstr>
      <vt:lpstr>More sophisticated networking…</vt:lpstr>
      <vt:lpstr>What YOU will do in exercise #04</vt:lpstr>
      <vt:lpstr>PowerPoint Presentation</vt:lpstr>
    </vt:vector>
  </TitlesOfParts>
  <Company>SAP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SAP PPT Template</dc:title>
  <dc:creator>SAP SE</dc:creator>
  <cp:keywords>2017/16:9/black</cp:keywords>
  <cp:lastModifiedBy>Buchner, Thomas</cp:lastModifiedBy>
  <cp:revision>550</cp:revision>
  <dcterms:created xsi:type="dcterms:W3CDTF">2015-10-14T11:21:43Z</dcterms:created>
  <dcterms:modified xsi:type="dcterms:W3CDTF">2020-10-28T12:15:51Z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AdHocReviewCycleID">
    <vt:i4>1101452479</vt:i4>
  </property>
  <property fmtid="{D5CDD505-2E9C-101B-9397-08002B2CF9AE}" pid="3" name="_NewReviewCycle">
    <vt:lpwstr/>
  </property>
  <property fmtid="{D5CDD505-2E9C-101B-9397-08002B2CF9AE}" pid="4" name="_EmailSubject">
    <vt:lpwstr>SAP - PPT Exploration (Updated)</vt:lpwstr>
  </property>
  <property fmtid="{D5CDD505-2E9C-101B-9397-08002B2CF9AE}" pid="5" name="_AuthorEmail">
    <vt:lpwstr>heidi.bitz@sap.com</vt:lpwstr>
  </property>
  <property fmtid="{D5CDD505-2E9C-101B-9397-08002B2CF9AE}" pid="6" name="_AuthorEmailDisplayName">
    <vt:lpwstr>Bitz, Heidi</vt:lpwstr>
  </property>
  <property fmtid="{D5CDD505-2E9C-101B-9397-08002B2CF9AE}" pid="7" name="_PreviousAdHocReviewCycleID">
    <vt:i4>1357826825</vt:i4>
  </property>
</Properties>
</file>