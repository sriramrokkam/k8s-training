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wdp" ContentType="image/vnd.ms-photo"/>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733" r:id="rId1"/>
  </p:sldMasterIdLst>
  <p:notesMasterIdLst>
    <p:notesMasterId r:id="rId20"/>
  </p:notesMasterIdLst>
  <p:handoutMasterIdLst>
    <p:handoutMasterId r:id="rId21"/>
  </p:handoutMasterIdLst>
  <p:sldIdLst>
    <p:sldId id="476" r:id="rId2"/>
    <p:sldId id="478" r:id="rId3"/>
    <p:sldId id="477" r:id="rId4"/>
    <p:sldId id="433" r:id="rId5"/>
    <p:sldId id="450" r:id="rId6"/>
    <p:sldId id="462" r:id="rId7"/>
    <p:sldId id="962" r:id="rId8"/>
    <p:sldId id="963" r:id="rId9"/>
    <p:sldId id="475" r:id="rId10"/>
    <p:sldId id="956" r:id="rId11"/>
    <p:sldId id="957" r:id="rId12"/>
    <p:sldId id="958" r:id="rId13"/>
    <p:sldId id="463" r:id="rId14"/>
    <p:sldId id="470" r:id="rId15"/>
    <p:sldId id="457" r:id="rId16"/>
    <p:sldId id="456" r:id="rId17"/>
    <p:sldId id="468" r:id="rId18"/>
    <p:sldId id="265" r:id="rId19"/>
  </p:sldIdLst>
  <p:sldSz cx="12195175" cy="6858000"/>
  <p:notesSz cx="6858000" cy="9144000"/>
  <p:defaultTextStyle>
    <a:defPPr>
      <a:defRPr lang="de-DE"/>
    </a:defPPr>
    <a:lvl1pPr marL="0" algn="l" defTabSz="1088776" rtl="0" eaLnBrk="1" latinLnBrk="0" hangingPunct="1">
      <a:defRPr lang="de-DE" sz="2100" kern="1200">
        <a:solidFill>
          <a:schemeClr val="tx1"/>
        </a:solidFill>
        <a:latin typeface="Arial"/>
        <a:ea typeface="+mn-ea"/>
        <a:cs typeface="+mn-cs"/>
      </a:defRPr>
    </a:lvl1pPr>
    <a:lvl2pPr marL="544388" algn="l" defTabSz="1088776" rtl="0" eaLnBrk="1" latinLnBrk="0" hangingPunct="1">
      <a:buClr>
        <a:srgbClr val="FDB913"/>
      </a:buClr>
      <a:buSzPct val="100000"/>
      <a:buFont typeface="wingdings"/>
      <a:buChar char=""/>
      <a:defRPr lang="de-DE" sz="2100" kern="1200">
        <a:solidFill>
          <a:schemeClr val="tx1"/>
        </a:solidFill>
        <a:latin typeface="Arial"/>
        <a:ea typeface="+mn-ea"/>
        <a:cs typeface="+mn-cs"/>
      </a:defRPr>
    </a:lvl2pPr>
    <a:lvl3pPr marL="1088776" algn="l" defTabSz="1088776" rtl="0" eaLnBrk="1" latinLnBrk="0" hangingPunct="1">
      <a:buClr>
        <a:srgbClr val="666666"/>
      </a:buClr>
      <a:buSzPct val="80000"/>
      <a:buFont typeface="Wingdings"/>
      <a:buChar char="n"/>
      <a:defRPr lang="de-DE" sz="1700" kern="1200">
        <a:solidFill>
          <a:schemeClr val="tx1"/>
        </a:solidFill>
        <a:latin typeface="Arial"/>
        <a:ea typeface="+mn-ea"/>
        <a:cs typeface="+mn-cs"/>
      </a:defRPr>
    </a:lvl3pPr>
    <a:lvl4pPr marL="1633164" algn="l" defTabSz="1088776" rtl="0" eaLnBrk="1" latinLnBrk="0" hangingPunct="1">
      <a:buClr>
        <a:srgbClr val="666666"/>
      </a:buClr>
      <a:buSzPct val="80000"/>
      <a:buFont typeface="Arial"/>
      <a:buChar char=""/>
      <a:defRPr lang="de-DE" sz="1400" kern="1200">
        <a:solidFill>
          <a:schemeClr val="tx1"/>
        </a:solidFill>
        <a:latin typeface="Arial"/>
        <a:ea typeface="+mn-ea"/>
        <a:cs typeface="+mn-cs"/>
      </a:defRPr>
    </a:lvl4pPr>
    <a:lvl5pPr marL="2177552" algn="l" defTabSz="1088776" rtl="0" eaLnBrk="1" latinLnBrk="0" hangingPunct="1">
      <a:buClr>
        <a:srgbClr val="666666"/>
      </a:buClr>
      <a:buSzPct val="80000"/>
      <a:buFont typeface="Arial"/>
      <a:buChar char=""/>
      <a:defRPr lang="de-DE" sz="1200" kern="1200">
        <a:solidFill>
          <a:schemeClr val="tx1"/>
        </a:solidFill>
        <a:latin typeface="Arial"/>
        <a:ea typeface="+mn-ea"/>
        <a:cs typeface="+mn-cs"/>
      </a:defRPr>
    </a:lvl5pPr>
    <a:lvl6pPr marL="2721940" algn="l" defTabSz="1088776" rtl="0" eaLnBrk="1" latinLnBrk="0" hangingPunct="1">
      <a:defRPr sz="2100" kern="1200">
        <a:solidFill>
          <a:schemeClr val="tx1"/>
        </a:solidFill>
        <a:latin typeface="+mn-lt"/>
        <a:ea typeface="+mn-ea"/>
        <a:cs typeface="+mn-cs"/>
      </a:defRPr>
    </a:lvl6pPr>
    <a:lvl7pPr marL="3266328" algn="l" defTabSz="1088776" rtl="0" eaLnBrk="1" latinLnBrk="0" hangingPunct="1">
      <a:defRPr sz="2100" kern="1200">
        <a:solidFill>
          <a:schemeClr val="tx1"/>
        </a:solidFill>
        <a:latin typeface="+mn-lt"/>
        <a:ea typeface="+mn-ea"/>
        <a:cs typeface="+mn-cs"/>
      </a:defRPr>
    </a:lvl7pPr>
    <a:lvl8pPr marL="3810716" algn="l" defTabSz="1088776" rtl="0" eaLnBrk="1" latinLnBrk="0" hangingPunct="1">
      <a:defRPr sz="2100" kern="1200">
        <a:solidFill>
          <a:schemeClr val="tx1"/>
        </a:solidFill>
        <a:latin typeface="+mn-lt"/>
        <a:ea typeface="+mn-ea"/>
        <a:cs typeface="+mn-cs"/>
      </a:defRPr>
    </a:lvl8pPr>
    <a:lvl9pPr marL="4355104" algn="l" defTabSz="1088776" rtl="0" eaLnBrk="1" latinLnBrk="0" hangingPunct="1">
      <a:defRPr sz="2100" kern="1200">
        <a:solidFill>
          <a:schemeClr val="tx1"/>
        </a:solidFill>
        <a:latin typeface="+mn-lt"/>
        <a:ea typeface="+mn-ea"/>
        <a:cs typeface="+mn-cs"/>
      </a:defRPr>
    </a:lvl9pPr>
  </p:defaultTextStyle>
  <p:extLst>
    <p:ext uri="{EFAFB233-063F-42B5-8137-9DF3F51BA10A}">
      <p15:sldGuideLst xmlns:p15="http://schemas.microsoft.com/office/powerpoint/2012/main">
        <p15:guide id="1" pos="3841" userDrawn="1">
          <p15:clr>
            <a:srgbClr val="A4A3A4"/>
          </p15:clr>
        </p15:guide>
        <p15:guide id="2" orient="horz" pos="1022" userDrawn="1">
          <p15:clr>
            <a:srgbClr val="A4A3A4"/>
          </p15:clr>
        </p15:guide>
        <p15:guide id="3" orient="horz" pos="4004" userDrawn="1">
          <p15:clr>
            <a:srgbClr val="A4A3A4"/>
          </p15:clr>
        </p15:guide>
        <p15:guide id="4" pos="303" userDrawn="1">
          <p15:clr>
            <a:srgbClr val="A4A3A4"/>
          </p15:clr>
        </p15:guide>
        <p15:guide id="5" pos="7356" userDrawn="1">
          <p15:clr>
            <a:srgbClr val="A4A3A4"/>
          </p15:clr>
        </p15:guide>
        <p15:guide id="7" orient="horz" pos="300" userDrawn="1">
          <p15:clr>
            <a:srgbClr val="A4A3A4"/>
          </p15:clr>
        </p15:guide>
      </p15:sldGuideLst>
    </p:ext>
    <p:ext uri="{2D200454-40CA-4A62-9FC3-DE9A4176ACB9}">
      <p15:notesGuideLst xmlns:p15="http://schemas.microsoft.com/office/powerpoint/2012/main">
        <p15:guide id="1" orient="horz" pos="2880">
          <p15:clr>
            <a:srgbClr val="A4A3A4"/>
          </p15:clr>
        </p15:guide>
        <p15:guide id="2" pos="2160">
          <p15:clr>
            <a:srgbClr val="A4A3A4"/>
          </p15:clr>
        </p15:guide>
      </p15:notes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prnPr scaleToFitPaper="1"/>
  <p:clrMru>
    <a:srgbClr val="FECE59"/>
    <a:srgbClr val="0F46A7"/>
    <a:srgbClr val="970A82"/>
    <a:srgbClr val="FF3399"/>
    <a:srgbClr val="FF0000"/>
    <a:srgbClr val="FFFFFF"/>
    <a:srgbClr val="FEE3A1"/>
    <a:srgbClr val="FFF1D0"/>
    <a:srgbClr val="FFF8E7"/>
    <a:srgbClr val="003283"/>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2D5ABB26-0587-4C30-8999-92F81FD0307C}">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F5AB1C69-6EDB-4FF4-983F-18BD219EF322}" styleName="Medium Style 2 - Accent 3">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3">
              <a:tint val="20000"/>
            </a:schemeClr>
          </a:solidFill>
        </a:fill>
      </a:tcStyle>
    </a:wholeTbl>
    <a:band1H>
      <a:tcStyle>
        <a:tcBdr/>
        <a:fill>
          <a:solidFill>
            <a:schemeClr val="accent3">
              <a:tint val="40000"/>
            </a:schemeClr>
          </a:solidFill>
        </a:fill>
      </a:tcStyle>
    </a:band1H>
    <a:band2H>
      <a:tcStyle>
        <a:tcBdr/>
      </a:tcStyle>
    </a:band2H>
    <a:band1V>
      <a:tcStyle>
        <a:tcBdr/>
        <a:fill>
          <a:solidFill>
            <a:schemeClr val="accent3">
              <a:tint val="40000"/>
            </a:schemeClr>
          </a:solidFill>
        </a:fill>
      </a:tcStyle>
    </a:band1V>
    <a:band2V>
      <a:tcStyle>
        <a:tcBdr/>
      </a:tcStyle>
    </a:band2V>
    <a:lastCol>
      <a:tcTxStyle b="on">
        <a:fontRef idx="minor">
          <a:prstClr val="black"/>
        </a:fontRef>
        <a:schemeClr val="lt1"/>
      </a:tcTxStyle>
      <a:tcStyle>
        <a:tcBdr/>
        <a:fill>
          <a:solidFill>
            <a:schemeClr val="accent3"/>
          </a:solidFill>
        </a:fill>
      </a:tcStyle>
    </a:lastCol>
    <a:firstCol>
      <a:tcTxStyle b="on">
        <a:fontRef idx="minor">
          <a:prstClr val="black"/>
        </a:fontRef>
        <a:schemeClr val="lt1"/>
      </a:tcTxStyle>
      <a:tcStyle>
        <a:tcBdr/>
        <a:fill>
          <a:solidFill>
            <a:schemeClr val="accent3"/>
          </a:solidFill>
        </a:fill>
      </a:tcStyle>
    </a:firstCol>
    <a:lastRow>
      <a:tcTxStyle b="on">
        <a:fontRef idx="minor">
          <a:prstClr val="black"/>
        </a:fontRef>
        <a:schemeClr val="lt1"/>
      </a:tcTxStyle>
      <a:tcStyle>
        <a:tcBdr>
          <a:top>
            <a:ln w="38100" cmpd="sng">
              <a:solidFill>
                <a:schemeClr val="lt1"/>
              </a:solidFill>
            </a:ln>
          </a:top>
        </a:tcBdr>
        <a:fill>
          <a:solidFill>
            <a:schemeClr val="accent3"/>
          </a:solidFill>
        </a:fill>
      </a:tcStyle>
    </a:lastRow>
    <a:firstRow>
      <a:tcTxStyle b="on">
        <a:fontRef idx="minor">
          <a:prstClr val="black"/>
        </a:fontRef>
        <a:schemeClr val="lt1"/>
      </a:tcTxStyle>
      <a:tcStyle>
        <a:tcBdr>
          <a:bottom>
            <a:ln w="38100" cmpd="sng">
              <a:solidFill>
                <a:schemeClr val="lt1"/>
              </a:solidFill>
            </a:ln>
          </a:bottom>
        </a:tcBdr>
        <a:fill>
          <a:solidFill>
            <a:schemeClr val="accent3"/>
          </a:solidFill>
        </a:fill>
      </a:tcStyle>
    </a:firstRow>
  </a:tblStyle>
  <a:tblStyle styleId="{C083E6E3-FA7D-4D7B-A595-EF9225AFEA82}" styleName="Light Style 1 - Accent 3">
    <a:wholeTbl>
      <a:tcTxStyle>
        <a:fontRef idx="minor">
          <a:scrgbClr r="0" g="0" b="0"/>
        </a:fontRef>
        <a:schemeClr val="tx1"/>
      </a:tcTxStyle>
      <a:tcStyle>
        <a:tcBdr>
          <a:left>
            <a:ln>
              <a:noFill/>
            </a:ln>
          </a:left>
          <a:right>
            <a:ln>
              <a:noFill/>
            </a:ln>
          </a:right>
          <a:top>
            <a:ln w="12700" cmpd="sng">
              <a:solidFill>
                <a:schemeClr val="accent3"/>
              </a:solidFill>
            </a:ln>
          </a:top>
          <a:bottom>
            <a:ln w="12700" cmpd="sng">
              <a:solidFill>
                <a:schemeClr val="accent3"/>
              </a:solidFill>
            </a:ln>
          </a:bottom>
          <a:insideH>
            <a:ln>
              <a:noFill/>
            </a:ln>
          </a:insideH>
          <a:insideV>
            <a:ln>
              <a:noFill/>
            </a:ln>
          </a:insideV>
        </a:tcBdr>
        <a:fill>
          <a:noFill/>
        </a:fill>
      </a:tcStyle>
    </a:wholeTbl>
    <a:band1H>
      <a:tcStyle>
        <a:tcBdr/>
        <a:fill>
          <a:solidFill>
            <a:schemeClr val="accent3">
              <a:alpha val="20000"/>
            </a:schemeClr>
          </a:solidFill>
        </a:fill>
      </a:tcStyle>
    </a:band1H>
    <a:band2H>
      <a:tcStyle>
        <a:tcBdr/>
      </a:tcStyle>
    </a:band2H>
    <a:band1V>
      <a:tcStyle>
        <a:tcBdr/>
        <a:fill>
          <a:solidFill>
            <a:schemeClr val="accent3">
              <a:alpha val="20000"/>
            </a:schemeClr>
          </a:solidFill>
        </a:fill>
      </a:tcStyle>
    </a:band1V>
    <a:lastCol>
      <a:tcTxStyle b="on"/>
      <a:tcStyle>
        <a:tcBdr/>
      </a:tcStyle>
    </a:lastCol>
    <a:firstCol>
      <a:tcTxStyle b="on"/>
      <a:tcStyle>
        <a:tcBdr/>
      </a:tcStyle>
    </a:firstCol>
    <a:lastRow>
      <a:tcTxStyle b="on"/>
      <a:tcStyle>
        <a:tcBdr>
          <a:top>
            <a:ln w="12700" cmpd="sng">
              <a:solidFill>
                <a:schemeClr val="accent3"/>
              </a:solidFill>
            </a:ln>
          </a:top>
        </a:tcBdr>
        <a:fill>
          <a:noFill/>
        </a:fill>
      </a:tcStyle>
    </a:lastRow>
    <a:firstRow>
      <a:tcTxStyle b="on"/>
      <a:tcStyle>
        <a:tcBdr>
          <a:bottom>
            <a:ln w="12700" cmpd="sng">
              <a:solidFill>
                <a:schemeClr val="accent3"/>
              </a:solidFill>
            </a:ln>
          </a:bottom>
        </a:tcBdr>
        <a:fill>
          <a:no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3B4B98B0-60AC-42C2-AFA5-B58CD77FA1E5}" styleName="Light Style 1 - Accent 1">
    <a:wholeTbl>
      <a:tcTxStyle>
        <a:fontRef idx="minor">
          <a:scrgbClr r="0" g="0" b="0"/>
        </a:fontRef>
        <a:schemeClr val="tx1"/>
      </a:tcTxStyle>
      <a:tcStyle>
        <a:tcBdr>
          <a:left>
            <a:ln>
              <a:noFill/>
            </a:ln>
          </a:left>
          <a:right>
            <a:ln>
              <a:noFill/>
            </a:ln>
          </a:right>
          <a:top>
            <a:ln w="12700" cmpd="sng">
              <a:solidFill>
                <a:schemeClr val="accent1"/>
              </a:solidFill>
            </a:ln>
          </a:top>
          <a:bottom>
            <a:ln w="12700" cmpd="sng">
              <a:solidFill>
                <a:schemeClr val="accent1"/>
              </a:solidFill>
            </a:ln>
          </a:bottom>
          <a:insideH>
            <a:ln>
              <a:noFill/>
            </a:ln>
          </a:insideH>
          <a:insideV>
            <a:ln>
              <a:noFill/>
            </a:ln>
          </a:insideV>
        </a:tcBdr>
        <a:fill>
          <a:noFill/>
        </a:fill>
      </a:tcStyle>
    </a:wholeTbl>
    <a:band1H>
      <a:tcStyle>
        <a:tcBdr/>
        <a:fill>
          <a:solidFill>
            <a:schemeClr val="accent1">
              <a:alpha val="20000"/>
            </a:schemeClr>
          </a:solidFill>
        </a:fill>
      </a:tcStyle>
    </a:band1H>
    <a:band2H>
      <a:tcStyle>
        <a:tcBdr/>
      </a:tcStyle>
    </a:band2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12700" cmpd="sng">
              <a:solidFill>
                <a:schemeClr val="accent1"/>
              </a:solidFill>
            </a:ln>
          </a:top>
        </a:tcBdr>
        <a:fill>
          <a:noFill/>
        </a:fill>
      </a:tcStyle>
    </a:lastRow>
    <a:firstRow>
      <a:tcTxStyle b="on"/>
      <a:tcStyle>
        <a:tcBdr>
          <a:bottom>
            <a:ln w="12700" cmpd="sng">
              <a:solidFill>
                <a:schemeClr val="accent1"/>
              </a:solidFill>
            </a:ln>
          </a:bottom>
        </a:tcBdr>
        <a:fill>
          <a:noFill/>
        </a:fill>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8340" autoAdjust="0"/>
    <p:restoredTop sz="72150" autoAdjust="0"/>
  </p:normalViewPr>
  <p:slideViewPr>
    <p:cSldViewPr snapToGrid="0" showGuides="1">
      <p:cViewPr varScale="1">
        <p:scale>
          <a:sx n="106" d="100"/>
          <a:sy n="106" d="100"/>
        </p:scale>
        <p:origin x="1506" y="108"/>
      </p:cViewPr>
      <p:guideLst>
        <p:guide pos="3841"/>
        <p:guide orient="horz" pos="1022"/>
        <p:guide orient="horz" pos="4004"/>
        <p:guide pos="303"/>
        <p:guide pos="7356"/>
        <p:guide orient="horz" pos="300"/>
      </p:guideLst>
    </p:cSldViewPr>
  </p:slideViewPr>
  <p:outlineViewPr>
    <p:cViewPr>
      <p:scale>
        <a:sx n="33" d="100"/>
        <a:sy n="33" d="100"/>
      </p:scale>
      <p:origin x="0" y="-6394"/>
    </p:cViewPr>
  </p:outlineViewPr>
  <p:notesTextViewPr>
    <p:cViewPr>
      <p:scale>
        <a:sx n="3" d="2"/>
        <a:sy n="3" d="2"/>
      </p:scale>
      <p:origin x="0" y="0"/>
    </p:cViewPr>
  </p:notesTextViewPr>
  <p:sorterViewPr>
    <p:cViewPr varScale="1">
      <p:scale>
        <a:sx n="1" d="1"/>
        <a:sy n="1" d="1"/>
      </p:scale>
      <p:origin x="0" y="0"/>
    </p:cViewPr>
  </p:sorterViewPr>
  <p:notesViewPr>
    <p:cSldViewPr snapToGrid="0" showGuides="1">
      <p:cViewPr varScale="1">
        <p:scale>
          <a:sx n="92" d="100"/>
          <a:sy n="92" d="100"/>
        </p:scale>
        <p:origin x="4042" y="72"/>
      </p:cViewPr>
      <p:guideLst>
        <p:guide orient="horz" pos="2880"/>
        <p:guide pos="2160"/>
      </p:guideLst>
    </p:cSldViewPr>
  </p:notes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3" Type="http://schemas.openxmlformats.org/officeDocument/2006/relationships/slide" Target="slides/slide2.xml"/><Relationship Id="rId21" Type="http://schemas.openxmlformats.org/officeDocument/2006/relationships/handoutMaster" Target="handoutMasters/handoutMaster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notesMaster" Target="notesMasters/notesMaster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viewProps" Target="viewProp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presProps" Target="presProps.xml"/></Relationships>
</file>

<file path=ppt/diagrams/colors1.xml><?xml version="1.0" encoding="utf-8"?>
<dgm:colorsDef xmlns:dgm="http://schemas.openxmlformats.org/drawingml/2006/diagram" xmlns:a="http://schemas.openxmlformats.org/drawingml/2006/main" uniqueId="urn:microsoft.com/office/officeart/2005/8/colors/accent0_1">
  <dgm:title val=""/>
  <dgm:desc val=""/>
  <dgm:catLst>
    <dgm:cat type="mainScheme" pri="10100"/>
  </dgm:catLst>
  <dgm:styleLbl name="node0">
    <dgm:fillClrLst meth="repeat">
      <a:schemeClr val="lt1"/>
    </dgm:fillClrLst>
    <dgm:linClrLst meth="repeat">
      <a:schemeClr val="dk1">
        <a:shade val="80000"/>
      </a:schemeClr>
    </dgm:linClrLst>
    <dgm:effectClrLst/>
    <dgm:txLinClrLst/>
    <dgm:txFillClrLst meth="repeat">
      <a:schemeClr val="dk1"/>
    </dgm:txFillClrLst>
    <dgm:txEffectClrLst/>
  </dgm:styleLbl>
  <dgm:styleLbl name="node1">
    <dgm:fillClrLst meth="repeat">
      <a:schemeClr val="lt1"/>
    </dgm:fillClrLst>
    <dgm:linClrLst meth="repeat">
      <a:schemeClr val="dk1">
        <a:shade val="80000"/>
      </a:schemeClr>
    </dgm:linClrLst>
    <dgm:effectClrLst/>
    <dgm:txLinClrLst/>
    <dgm:txFillClrLst meth="repeat">
      <a:schemeClr val="dk1"/>
    </dgm:txFillClrLst>
    <dgm:txEffectClrLst/>
  </dgm:styleLbl>
  <dgm:styleLbl name="alignNode1">
    <dgm:fillClrLst meth="repeat">
      <a:schemeClr val="lt1"/>
    </dgm:fillClrLst>
    <dgm:linClrLst meth="repeat">
      <a:schemeClr val="dk1">
        <a:shade val="80000"/>
      </a:schemeClr>
    </dgm:linClrLst>
    <dgm:effectClrLst/>
    <dgm:txLinClrLst/>
    <dgm:txFillClrLst meth="repeat">
      <a:schemeClr val="dk1"/>
    </dgm:txFillClrLst>
    <dgm:txEffectClrLst/>
  </dgm:styleLbl>
  <dgm:styleLbl name="lnNode1">
    <dgm:fillClrLst meth="repeat">
      <a:schemeClr val="lt1"/>
    </dgm:fillClrLst>
    <dgm:linClrLst meth="repeat">
      <a:schemeClr val="dk1">
        <a:shade val="80000"/>
      </a:schemeClr>
    </dgm:linClrLst>
    <dgm:effectClrLst/>
    <dgm:txLinClrLst/>
    <dgm:txFillClrLst meth="repeat">
      <a:schemeClr val="dk1"/>
    </dgm:txFillClrLst>
    <dgm:txEffectClrLst/>
  </dgm:styleLbl>
  <dgm:styleLbl name="vennNode1">
    <dgm:fillClrLst meth="repeat">
      <a:schemeClr val="lt1">
        <a:alpha val="50000"/>
      </a:schemeClr>
    </dgm:fillClrLst>
    <dgm:linClrLst meth="repeat">
      <a:schemeClr val="dk1">
        <a:shade val="80000"/>
      </a:schemeClr>
    </dgm:linClrLst>
    <dgm:effectClrLst/>
    <dgm:txLinClrLst/>
    <dgm:txFillClrLst/>
    <dgm:txEffectClrLst/>
  </dgm:styleLbl>
  <dgm:styleLbl name="node2">
    <dgm:fillClrLst meth="repeat">
      <a:schemeClr val="lt1"/>
    </dgm:fillClrLst>
    <dgm:linClrLst meth="repeat">
      <a:schemeClr val="dk1">
        <a:shade val="80000"/>
      </a:schemeClr>
    </dgm:linClrLst>
    <dgm:effectClrLst/>
    <dgm:txLinClrLst/>
    <dgm:txFillClrLst meth="repeat">
      <a:schemeClr val="dk1"/>
    </dgm:txFillClrLst>
    <dgm:txEffectClrLst/>
  </dgm:styleLbl>
  <dgm:styleLbl name="node3">
    <dgm:fillClrLst meth="repeat">
      <a:schemeClr val="lt1"/>
    </dgm:fillClrLst>
    <dgm:linClrLst meth="repeat">
      <a:schemeClr val="dk1">
        <a:shade val="80000"/>
      </a:schemeClr>
    </dgm:linClrLst>
    <dgm:effectClrLst/>
    <dgm:txLinClrLst/>
    <dgm:txFillClrLst meth="repeat">
      <a:schemeClr val="dk1"/>
    </dgm:txFillClrLst>
    <dgm:txEffectClrLst/>
  </dgm:styleLbl>
  <dgm:styleLbl name="node4">
    <dgm:fillClrLst meth="repeat">
      <a:schemeClr val="lt1"/>
    </dgm:fillClrLst>
    <dgm:linClrLst meth="repeat">
      <a:schemeClr val="dk1">
        <a:shade val="80000"/>
      </a:schemeClr>
    </dgm:linClrLst>
    <dgm:effectClrLst/>
    <dgm:txLinClrLst/>
    <dgm:txFillClrLst meth="repeat">
      <a:schemeClr val="dk1"/>
    </dgm:txFillClrLst>
    <dgm:txEffectClrLst/>
  </dgm:styleLbl>
  <dgm:styleLbl name="fgImgPlace1">
    <dgm:fillClrLst meth="repeat">
      <a:schemeClr val="dk1">
        <a:tint val="40000"/>
      </a:schemeClr>
    </dgm:fillClrLst>
    <dgm:linClrLst meth="repeat">
      <a:schemeClr val="dk1">
        <a:shade val="80000"/>
      </a:schemeClr>
    </dgm:linClrLst>
    <dgm:effectClrLst/>
    <dgm:txLinClrLst/>
    <dgm:txFillClrLst meth="repeat">
      <a:schemeClr val="lt1"/>
    </dgm:txFillClrLst>
    <dgm:txEffectClrLst/>
  </dgm:styleLbl>
  <dgm:styleLbl name="alignImgPlace1">
    <dgm:fillClrLst meth="repeat">
      <a:schemeClr val="dk1">
        <a:tint val="40000"/>
      </a:schemeClr>
    </dgm:fillClrLst>
    <dgm:linClrLst meth="repeat">
      <a:schemeClr val="dk1">
        <a:shade val="80000"/>
      </a:schemeClr>
    </dgm:linClrLst>
    <dgm:effectClrLst/>
    <dgm:txLinClrLst/>
    <dgm:txFillClrLst meth="repeat">
      <a:schemeClr val="lt1"/>
    </dgm:txFillClrLst>
    <dgm:txEffectClrLst/>
  </dgm:styleLbl>
  <dgm:styleLbl name="bgImgPlace1">
    <dgm:fillClrLst meth="repeat">
      <a:schemeClr val="dk1">
        <a:tint val="40000"/>
      </a:schemeClr>
    </dgm:fillClrLst>
    <dgm:linClrLst meth="repeat">
      <a:schemeClr val="dk1">
        <a:shade val="80000"/>
      </a:schemeClr>
    </dgm:linClrLst>
    <dgm:effectClrLst/>
    <dgm:txLinClrLst/>
    <dgm:txFillClrLst meth="repeat">
      <a:schemeClr val="lt1"/>
    </dgm:txFillClrLst>
    <dgm:txEffectClrLst/>
  </dgm:styleLbl>
  <dgm:styleLbl name="sibTrans2D1">
    <dgm:fillClrLst meth="repeat">
      <a:schemeClr val="dk1">
        <a:tint val="60000"/>
      </a:schemeClr>
    </dgm:fillClrLst>
    <dgm:linClrLst meth="repeat">
      <a:schemeClr val="dk1">
        <a:tint val="60000"/>
      </a:schemeClr>
    </dgm:linClrLst>
    <dgm:effectClrLst/>
    <dgm:txLinClrLst/>
    <dgm:txFillClrLst meth="repeat">
      <a:schemeClr val="dk1"/>
    </dgm:txFillClrLst>
    <dgm:txEffectClrLst/>
  </dgm:styleLbl>
  <dgm:styleLbl name="fgSibTrans2D1">
    <dgm:fillClrLst meth="repeat">
      <a:schemeClr val="dk1">
        <a:tint val="60000"/>
      </a:schemeClr>
    </dgm:fillClrLst>
    <dgm:linClrLst meth="repeat">
      <a:schemeClr val="dk1">
        <a:tint val="60000"/>
      </a:schemeClr>
    </dgm:linClrLst>
    <dgm:effectClrLst/>
    <dgm:txLinClrLst/>
    <dgm:txFillClrLst meth="repeat">
      <a:schemeClr val="dk1"/>
    </dgm:txFillClrLst>
    <dgm:txEffectClrLst/>
  </dgm:styleLbl>
  <dgm:styleLbl name="bgSibTrans2D1">
    <dgm:fillClrLst meth="repeat">
      <a:schemeClr val="dk1">
        <a:tint val="60000"/>
      </a:schemeClr>
    </dgm:fillClrLst>
    <dgm:linClrLst meth="repeat">
      <a:schemeClr val="dk1">
        <a:tint val="60000"/>
      </a:schemeClr>
    </dgm:linClrLst>
    <dgm:effectClrLst/>
    <dgm:txLinClrLst/>
    <dgm:txFillClrLst meth="repeat">
      <a:schemeClr val="dk1"/>
    </dgm:txFillClrLst>
    <dgm:txEffectClrLst/>
  </dgm:styleLbl>
  <dgm:styleLbl name="sibTrans1D1">
    <dgm:fillClrLst meth="repeat">
      <a:schemeClr val="dk1"/>
    </dgm:fillClrLst>
    <dgm:linClrLst meth="repeat">
      <a:schemeClr val="dk1"/>
    </dgm:linClrLst>
    <dgm:effectClrLst/>
    <dgm:txLinClrLst/>
    <dgm:txFillClrLst meth="repeat">
      <a:schemeClr val="tx1"/>
    </dgm:txFillClrLst>
    <dgm:txEffectClrLst/>
  </dgm:styleLbl>
  <dgm:styleLbl name="callout">
    <dgm:fillClrLst meth="repeat">
      <a:schemeClr val="dk1"/>
    </dgm:fillClrLst>
    <dgm:linClrLst meth="repeat">
      <a:schemeClr val="dk1"/>
    </dgm:linClrLst>
    <dgm:effectClrLst/>
    <dgm:txLinClrLst/>
    <dgm:txFillClrLst meth="repeat">
      <a:schemeClr val="tx1"/>
    </dgm:txFillClrLst>
    <dgm:txEffectClrLst/>
  </dgm:styleLbl>
  <dgm:styleLbl name="asst0">
    <dgm:fillClrLst meth="repeat">
      <a:schemeClr val="lt1"/>
    </dgm:fillClrLst>
    <dgm:linClrLst meth="repeat">
      <a:schemeClr val="dk1">
        <a:shade val="80000"/>
      </a:schemeClr>
    </dgm:linClrLst>
    <dgm:effectClrLst/>
    <dgm:txLinClrLst/>
    <dgm:txFillClrLst meth="repeat">
      <a:schemeClr val="dk1"/>
    </dgm:txFillClrLst>
    <dgm:txEffectClrLst/>
  </dgm:styleLbl>
  <dgm:styleLbl name="asst1">
    <dgm:fillClrLst meth="repeat">
      <a:schemeClr val="lt1"/>
    </dgm:fillClrLst>
    <dgm:linClrLst meth="repeat">
      <a:schemeClr val="dk1">
        <a:shade val="80000"/>
      </a:schemeClr>
    </dgm:linClrLst>
    <dgm:effectClrLst/>
    <dgm:txLinClrLst/>
    <dgm:txFillClrLst meth="repeat">
      <a:schemeClr val="dk1"/>
    </dgm:txFillClrLst>
    <dgm:txEffectClrLst/>
  </dgm:styleLbl>
  <dgm:styleLbl name="asst2">
    <dgm:fillClrLst meth="repeat">
      <a:schemeClr val="lt1"/>
    </dgm:fillClrLst>
    <dgm:linClrLst meth="repeat">
      <a:schemeClr val="dk1">
        <a:shade val="80000"/>
      </a:schemeClr>
    </dgm:linClrLst>
    <dgm:effectClrLst/>
    <dgm:txLinClrLst/>
    <dgm:txFillClrLst meth="repeat">
      <a:schemeClr val="dk1"/>
    </dgm:txFillClrLst>
    <dgm:txEffectClrLst/>
  </dgm:styleLbl>
  <dgm:styleLbl name="asst3">
    <dgm:fillClrLst meth="repeat">
      <a:schemeClr val="lt1"/>
    </dgm:fillClrLst>
    <dgm:linClrLst meth="repeat">
      <a:schemeClr val="dk1">
        <a:shade val="80000"/>
      </a:schemeClr>
    </dgm:linClrLst>
    <dgm:effectClrLst/>
    <dgm:txLinClrLst/>
    <dgm:txFillClrLst meth="repeat">
      <a:schemeClr val="dk1"/>
    </dgm:txFillClrLst>
    <dgm:txEffectClrLst/>
  </dgm:styleLbl>
  <dgm:styleLbl name="asst4">
    <dgm:fillClrLst meth="repeat">
      <a:schemeClr val="lt1"/>
    </dgm:fillClrLst>
    <dgm:linClrLst meth="repeat">
      <a:schemeClr val="dk1">
        <a:shade val="80000"/>
      </a:schemeClr>
    </dgm:linClrLst>
    <dgm:effectClrLst/>
    <dgm:txLinClrLst/>
    <dgm:txFillClrLst meth="repeat">
      <a:schemeClr val="dk1"/>
    </dgm:txFillClrLst>
    <dgm:txEffectClrLst/>
  </dgm:styleLbl>
  <dgm:styleLbl name="parChTrans2D1">
    <dgm:fillClrLst meth="repeat">
      <a:schemeClr val="dk1">
        <a:tint val="60000"/>
      </a:schemeClr>
    </dgm:fillClrLst>
    <dgm:linClrLst meth="repeat">
      <a:schemeClr val="dk1">
        <a:tint val="60000"/>
      </a:schemeClr>
    </dgm:linClrLst>
    <dgm:effectClrLst/>
    <dgm:txLinClrLst/>
    <dgm:txFillClrLst/>
    <dgm:txEffectClrLst/>
  </dgm:styleLbl>
  <dgm:styleLbl name="parChTrans2D2">
    <dgm:fillClrLst meth="repeat">
      <a:schemeClr val="dk1"/>
    </dgm:fillClrLst>
    <dgm:linClrLst meth="repeat">
      <a:schemeClr val="dk1"/>
    </dgm:linClrLst>
    <dgm:effectClrLst/>
    <dgm:txLinClrLst/>
    <dgm:txFillClrLst/>
    <dgm:txEffectClrLst/>
  </dgm:styleLbl>
  <dgm:styleLbl name="parChTrans2D3">
    <dgm:fillClrLst meth="repeat">
      <a:schemeClr val="dk1"/>
    </dgm:fillClrLst>
    <dgm:linClrLst meth="repeat">
      <a:schemeClr val="dk1"/>
    </dgm:linClrLst>
    <dgm:effectClrLst/>
    <dgm:txLinClrLst/>
    <dgm:txFillClrLst/>
    <dgm:txEffectClrLst/>
  </dgm:styleLbl>
  <dgm:styleLbl name="parChTrans2D4">
    <dgm:fillClrLst meth="repeat">
      <a:schemeClr val="dk1"/>
    </dgm:fillClrLst>
    <dgm:linClrLst meth="repeat">
      <a:schemeClr val="dk1"/>
    </dgm:linClrLst>
    <dgm:effectClrLst/>
    <dgm:txLinClrLst/>
    <dgm:txFillClrLst meth="repeat">
      <a:schemeClr val="lt1"/>
    </dgm:txFillClrLst>
    <dgm:txEffectClrLst/>
  </dgm:styleLbl>
  <dgm:styleLbl name="parChTrans1D1">
    <dgm:fillClrLst meth="repeat">
      <a:schemeClr val="dk1"/>
    </dgm:fillClrLst>
    <dgm:linClrLst meth="repeat">
      <a:schemeClr val="dk1">
        <a:shade val="60000"/>
      </a:schemeClr>
    </dgm:linClrLst>
    <dgm:effectClrLst/>
    <dgm:txLinClrLst/>
    <dgm:txFillClrLst meth="repeat">
      <a:schemeClr val="tx1"/>
    </dgm:txFillClrLst>
    <dgm:txEffectClrLst/>
  </dgm:styleLbl>
  <dgm:styleLbl name="parChTrans1D2">
    <dgm:fillClrLst meth="repeat">
      <a:schemeClr val="dk1"/>
    </dgm:fillClrLst>
    <dgm:linClrLst meth="repeat">
      <a:schemeClr val="dk1">
        <a:shade val="60000"/>
      </a:schemeClr>
    </dgm:linClrLst>
    <dgm:effectClrLst/>
    <dgm:txLinClrLst/>
    <dgm:txFillClrLst meth="repeat">
      <a:schemeClr val="tx1"/>
    </dgm:txFillClrLst>
    <dgm:txEffectClrLst/>
  </dgm:styleLbl>
  <dgm:styleLbl name="parChTrans1D3">
    <dgm:fillClrLst meth="repeat">
      <a:schemeClr val="dk1"/>
    </dgm:fillClrLst>
    <dgm:linClrLst meth="repeat">
      <a:schemeClr val="dk1">
        <a:shade val="80000"/>
      </a:schemeClr>
    </dgm:linClrLst>
    <dgm:effectClrLst/>
    <dgm:txLinClrLst/>
    <dgm:txFillClrLst meth="repeat">
      <a:schemeClr val="tx1"/>
    </dgm:txFillClrLst>
    <dgm:txEffectClrLst/>
  </dgm:styleLbl>
  <dgm:styleLbl name="parChTrans1D4">
    <dgm:fillClrLst meth="repeat">
      <a:schemeClr val="dk1"/>
    </dgm:fillClrLst>
    <dgm:linClrLst meth="repeat">
      <a:schemeClr val="dk1">
        <a:shade val="80000"/>
      </a:schemeClr>
    </dgm:linClrLst>
    <dgm:effectClrLst/>
    <dgm:txLinClrLst/>
    <dgm:txFillClrLst meth="repeat">
      <a:schemeClr val="tx1"/>
    </dgm:txFillClrLst>
    <dgm:txEffectClrLst/>
  </dgm:styleLbl>
  <dgm:styleLbl name="fgAcc1">
    <dgm:fillClrLst meth="repeat">
      <a:schemeClr val="dk1">
        <a:alpha val="90000"/>
        <a:tint val="40000"/>
      </a:schemeClr>
    </dgm:fillClrLst>
    <dgm:linClrLst meth="repeat">
      <a:schemeClr val="dk1"/>
    </dgm:linClrLst>
    <dgm:effectClrLst/>
    <dgm:txLinClrLst/>
    <dgm:txFillClrLst meth="repeat">
      <a:schemeClr val="dk1"/>
    </dgm:txFillClrLst>
    <dgm:txEffectClrLst/>
  </dgm:styleLbl>
  <dgm:styleLbl name="conFgAcc1">
    <dgm:fillClrLst meth="repeat">
      <a:schemeClr val="dk1">
        <a:alpha val="90000"/>
        <a:tint val="40000"/>
      </a:schemeClr>
    </dgm:fillClrLst>
    <dgm:linClrLst meth="repeat">
      <a:schemeClr val="dk1"/>
    </dgm:linClrLst>
    <dgm:effectClrLst/>
    <dgm:txLinClrLst/>
    <dgm:txFillClrLst meth="repeat">
      <a:schemeClr val="dk1"/>
    </dgm:txFillClrLst>
    <dgm:txEffectClrLst/>
  </dgm:styleLbl>
  <dgm:styleLbl name="alignAcc1">
    <dgm:fillClrLst meth="repeat">
      <a:schemeClr val="dk1">
        <a:alpha val="90000"/>
        <a:tint val="40000"/>
      </a:schemeClr>
    </dgm:fillClrLst>
    <dgm:linClrLst meth="repeat">
      <a:schemeClr val="dk1"/>
    </dgm:linClrLst>
    <dgm:effectClrLst/>
    <dgm:txLinClrLst/>
    <dgm:txFillClrLst meth="repeat">
      <a:schemeClr val="dk1"/>
    </dgm:txFillClrLst>
    <dgm:txEffectClrLst/>
  </dgm:styleLbl>
  <dgm:styleLbl name="trAlignAcc1">
    <dgm:fillClrLst meth="repeat">
      <a:schemeClr val="dk1">
        <a:alpha val="40000"/>
        <a:tint val="40000"/>
      </a:schemeClr>
    </dgm:fillClrLst>
    <dgm:linClrLst meth="repeat">
      <a:schemeClr val="dk1"/>
    </dgm:linClrLst>
    <dgm:effectClrLst/>
    <dgm:txLinClrLst/>
    <dgm:txFillClrLst meth="repeat">
      <a:schemeClr val="dk1"/>
    </dgm:txFillClrLst>
    <dgm:txEffectClrLst/>
  </dgm:styleLbl>
  <dgm:styleLbl name="bgAcc1">
    <dgm:fillClrLst meth="repeat">
      <a:schemeClr val="dk1">
        <a:alpha val="90000"/>
        <a:tint val="40000"/>
      </a:schemeClr>
    </dgm:fillClrLst>
    <dgm:linClrLst meth="repeat">
      <a:schemeClr val="dk1"/>
    </dgm:linClrLst>
    <dgm:effectClrLst/>
    <dgm:txLinClrLst/>
    <dgm:txFillClrLst meth="repeat">
      <a:schemeClr val="dk1"/>
    </dgm:txFillClrLst>
    <dgm:txEffectClrLst/>
  </dgm:styleLbl>
  <dgm:styleLbl name="solidFgAcc1">
    <dgm:fillClrLst meth="repeat">
      <a:schemeClr val="lt1"/>
    </dgm:fillClrLst>
    <dgm:linClrLst meth="repeat">
      <a:schemeClr val="dk1"/>
    </dgm:linClrLst>
    <dgm:effectClrLst/>
    <dgm:txLinClrLst/>
    <dgm:txFillClrLst meth="repeat">
      <a:schemeClr val="dk1"/>
    </dgm:txFillClrLst>
    <dgm:txEffectClrLst/>
  </dgm:styleLbl>
  <dgm:styleLbl name="solidAlignAcc1">
    <dgm:fillClrLst meth="repeat">
      <a:schemeClr val="lt1"/>
    </dgm:fillClrLst>
    <dgm:linClrLst meth="repeat">
      <a:schemeClr val="dk1"/>
    </dgm:linClrLst>
    <dgm:effectClrLst/>
    <dgm:txLinClrLst/>
    <dgm:txFillClrLst meth="repeat">
      <a:schemeClr val="dk1"/>
    </dgm:txFillClrLst>
    <dgm:txEffectClrLst/>
  </dgm:styleLbl>
  <dgm:styleLbl name="solidBgAcc1">
    <dgm:fillClrLst meth="repeat">
      <a:schemeClr val="lt1"/>
    </dgm:fillClrLst>
    <dgm:linClrLst meth="repeat">
      <a:schemeClr val="dk1"/>
    </dgm:linClrLst>
    <dgm:effectClrLst/>
    <dgm:txLinClrLst/>
    <dgm:txFillClrLst meth="repeat">
      <a:schemeClr val="dk1"/>
    </dgm:txFillClrLst>
    <dgm:txEffectClrLst/>
  </dgm:styleLbl>
  <dgm:styleLbl name="fgAccFollowNode1">
    <dgm:fillClrLst meth="repeat">
      <a:schemeClr val="lt1">
        <a:alpha val="90000"/>
        <a:tint val="40000"/>
      </a:schemeClr>
    </dgm:fillClrLst>
    <dgm:linClrLst meth="repeat">
      <a:schemeClr val="dk1">
        <a:alpha val="90000"/>
      </a:schemeClr>
    </dgm:linClrLst>
    <dgm:effectClrLst/>
    <dgm:txLinClrLst/>
    <dgm:txFillClrLst meth="repeat">
      <a:schemeClr val="dk1"/>
    </dgm:txFillClrLst>
    <dgm:txEffectClrLst/>
  </dgm:styleLbl>
  <dgm:styleLbl name="alignAccFollowNode1">
    <dgm:fillClrLst meth="repeat">
      <a:schemeClr val="lt1">
        <a:alpha val="90000"/>
        <a:tint val="40000"/>
      </a:schemeClr>
    </dgm:fillClrLst>
    <dgm:linClrLst meth="repeat">
      <a:schemeClr val="dk1">
        <a:alpha val="90000"/>
      </a:schemeClr>
    </dgm:linClrLst>
    <dgm:effectClrLst/>
    <dgm:txLinClrLst/>
    <dgm:txFillClrLst meth="repeat">
      <a:schemeClr val="dk1"/>
    </dgm:txFillClrLst>
    <dgm:txEffectClrLst/>
  </dgm:styleLbl>
  <dgm:styleLbl name="bgAccFollowNode1">
    <dgm:fillClrLst meth="repeat">
      <a:schemeClr val="lt1">
        <a:alpha val="90000"/>
        <a:tint val="40000"/>
      </a:schemeClr>
    </dgm:fillClrLst>
    <dgm:linClrLst meth="repeat">
      <a:schemeClr val="dk1">
        <a:alpha val="90000"/>
      </a:schemeClr>
    </dgm:linClrLst>
    <dgm:effectClrLst/>
    <dgm:txLinClrLst/>
    <dgm:txFillClrLst meth="repeat">
      <a:schemeClr val="dk1"/>
    </dgm:txFillClrLst>
    <dgm:txEffectClrLst/>
  </dgm:styleLbl>
  <dgm:styleLbl name="fgAcc0">
    <dgm:fillClrLst meth="repeat">
      <a:schemeClr val="dk1">
        <a:alpha val="90000"/>
        <a:tint val="40000"/>
      </a:schemeClr>
    </dgm:fillClrLst>
    <dgm:linClrLst meth="repeat">
      <a:schemeClr val="dk1"/>
    </dgm:linClrLst>
    <dgm:effectClrLst/>
    <dgm:txLinClrLst/>
    <dgm:txFillClrLst meth="repeat">
      <a:schemeClr val="dk1"/>
    </dgm:txFillClrLst>
    <dgm:txEffectClrLst/>
  </dgm:styleLbl>
  <dgm:styleLbl name="fgAcc2">
    <dgm:fillClrLst meth="repeat">
      <a:schemeClr val="dk1">
        <a:alpha val="90000"/>
        <a:tint val="40000"/>
      </a:schemeClr>
    </dgm:fillClrLst>
    <dgm:linClrLst meth="repeat">
      <a:schemeClr val="dk1"/>
    </dgm:linClrLst>
    <dgm:effectClrLst/>
    <dgm:txLinClrLst/>
    <dgm:txFillClrLst meth="repeat">
      <a:schemeClr val="dk1"/>
    </dgm:txFillClrLst>
    <dgm:txEffectClrLst/>
  </dgm:styleLbl>
  <dgm:styleLbl name="fgAcc3">
    <dgm:fillClrLst meth="repeat">
      <a:schemeClr val="dk1">
        <a:alpha val="90000"/>
        <a:tint val="40000"/>
      </a:schemeClr>
    </dgm:fillClrLst>
    <dgm:linClrLst meth="repeat">
      <a:schemeClr val="dk1"/>
    </dgm:linClrLst>
    <dgm:effectClrLst/>
    <dgm:txLinClrLst/>
    <dgm:txFillClrLst meth="repeat">
      <a:schemeClr val="dk1"/>
    </dgm:txFillClrLst>
    <dgm:txEffectClrLst/>
  </dgm:styleLbl>
  <dgm:styleLbl name="fgAcc4">
    <dgm:fillClrLst meth="repeat">
      <a:schemeClr val="dk1">
        <a:alpha val="90000"/>
        <a:tint val="40000"/>
      </a:schemeClr>
    </dgm:fillClrLst>
    <dgm:linClrLst meth="repeat">
      <a:schemeClr val="dk1"/>
    </dgm:linClrLst>
    <dgm:effectClrLst/>
    <dgm:txLinClrLst/>
    <dgm:txFillClrLst meth="repeat">
      <a:schemeClr val="dk1"/>
    </dgm:txFillClrLst>
    <dgm:txEffectClrLst/>
  </dgm:styleLbl>
  <dgm:styleLbl name="bgShp">
    <dgm:fillClrLst meth="repeat">
      <a:schemeClr val="dk1">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dk1">
        <a:shade val="80000"/>
      </a:schemeClr>
    </dgm:fillClrLst>
    <dgm:linClrLst meth="repeat">
      <a:schemeClr val="dk1"/>
    </dgm:linClrLst>
    <dgm:effectClrLst/>
    <dgm:txLinClrLst/>
    <dgm:txFillClrLst meth="repeat">
      <a:schemeClr val="lt1"/>
    </dgm:txFillClrLst>
    <dgm:txEffectClrLst/>
  </dgm:styleLbl>
  <dgm:styleLbl name="trBgShp">
    <dgm:fillClrLst meth="repeat">
      <a:schemeClr val="dk1">
        <a:tint val="50000"/>
        <a:alpha val="40000"/>
      </a:schemeClr>
    </dgm:fillClrLst>
    <dgm:linClrLst meth="repeat">
      <a:schemeClr val="dk1"/>
    </dgm:linClrLst>
    <dgm:effectClrLst/>
    <dgm:txLinClrLst/>
    <dgm:txFillClrLst meth="repeat">
      <a:schemeClr val="lt1"/>
    </dgm:txFillClrLst>
    <dgm:txEffectClrLst/>
  </dgm:styleLbl>
  <dgm:styleLbl name="fgShp">
    <dgm:fillClrLst meth="repeat">
      <a:schemeClr val="dk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BC4D5D8D-46B5-4050-A8A2-9358720318CB}" type="doc">
      <dgm:prSet loTypeId="urn:microsoft.com/office/officeart/2005/8/layout/chevronAccent+Icon" loCatId="process" qsTypeId="urn:microsoft.com/office/officeart/2005/8/quickstyle/simple1" qsCatId="simple" csTypeId="urn:microsoft.com/office/officeart/2005/8/colors/accent0_1" csCatId="mainScheme" phldr="1"/>
      <dgm:spPr/>
      <dgm:t>
        <a:bodyPr/>
        <a:lstStyle/>
        <a:p>
          <a:endParaRPr lang="en-US"/>
        </a:p>
      </dgm:t>
    </dgm:pt>
    <dgm:pt modelId="{5F7701CA-FAE9-401E-8919-DA68891591F1}">
      <dgm:prSet phldrT="[Text]"/>
      <dgm:spPr/>
      <dgm:t>
        <a:bodyPr/>
        <a:lstStyle/>
        <a:p>
          <a:r>
            <a:rPr lang="en-US" dirty="0"/>
            <a:t>Observe</a:t>
          </a:r>
        </a:p>
      </dgm:t>
    </dgm:pt>
    <dgm:pt modelId="{57EC1A04-2D89-479D-B4CD-41E513268C4C}" type="parTrans" cxnId="{788EE39B-32B1-4162-8BBC-1C338A4C1A09}">
      <dgm:prSet/>
      <dgm:spPr/>
      <dgm:t>
        <a:bodyPr/>
        <a:lstStyle/>
        <a:p>
          <a:endParaRPr lang="en-US"/>
        </a:p>
      </dgm:t>
    </dgm:pt>
    <dgm:pt modelId="{1E496758-F884-4589-8FBC-E44F78EEE5A6}" type="sibTrans" cxnId="{788EE39B-32B1-4162-8BBC-1C338A4C1A09}">
      <dgm:prSet/>
      <dgm:spPr/>
      <dgm:t>
        <a:bodyPr/>
        <a:lstStyle/>
        <a:p>
          <a:endParaRPr lang="en-US"/>
        </a:p>
      </dgm:t>
    </dgm:pt>
    <dgm:pt modelId="{3511B0DC-F6D6-48BD-9E3E-8060DA330747}">
      <dgm:prSet phldrT="[Text]"/>
      <dgm:spPr/>
      <dgm:t>
        <a:bodyPr/>
        <a:lstStyle/>
        <a:p>
          <a:r>
            <a:rPr lang="en-US" dirty="0"/>
            <a:t>Analyze</a:t>
          </a:r>
        </a:p>
      </dgm:t>
    </dgm:pt>
    <dgm:pt modelId="{DB215E9B-41B1-4594-AECD-054A768F9C75}" type="parTrans" cxnId="{4AA21BBC-29B0-4376-8FA9-2ECF348FFB0B}">
      <dgm:prSet/>
      <dgm:spPr/>
      <dgm:t>
        <a:bodyPr/>
        <a:lstStyle/>
        <a:p>
          <a:endParaRPr lang="en-US"/>
        </a:p>
      </dgm:t>
    </dgm:pt>
    <dgm:pt modelId="{4DA7C20A-7791-417E-8B3D-4A6E6D60BD33}" type="sibTrans" cxnId="{4AA21BBC-29B0-4376-8FA9-2ECF348FFB0B}">
      <dgm:prSet/>
      <dgm:spPr/>
      <dgm:t>
        <a:bodyPr/>
        <a:lstStyle/>
        <a:p>
          <a:endParaRPr lang="en-US"/>
        </a:p>
      </dgm:t>
    </dgm:pt>
    <dgm:pt modelId="{FB9AAE57-5715-4E83-B795-233F80C28DD5}">
      <dgm:prSet phldrT="[Text]"/>
      <dgm:spPr/>
      <dgm:t>
        <a:bodyPr/>
        <a:lstStyle/>
        <a:p>
          <a:r>
            <a:rPr lang="en-US" dirty="0"/>
            <a:t>Act</a:t>
          </a:r>
        </a:p>
      </dgm:t>
    </dgm:pt>
    <dgm:pt modelId="{DEC4E5B5-5AAD-461A-8948-F5A4F37B3F48}" type="parTrans" cxnId="{2816C6BF-DAD6-46C7-876C-AD193175ADED}">
      <dgm:prSet/>
      <dgm:spPr/>
      <dgm:t>
        <a:bodyPr/>
        <a:lstStyle/>
        <a:p>
          <a:endParaRPr lang="en-US"/>
        </a:p>
      </dgm:t>
    </dgm:pt>
    <dgm:pt modelId="{51F931F7-68A4-4543-AC94-B359BC369D41}" type="sibTrans" cxnId="{2816C6BF-DAD6-46C7-876C-AD193175ADED}">
      <dgm:prSet/>
      <dgm:spPr/>
      <dgm:t>
        <a:bodyPr/>
        <a:lstStyle/>
        <a:p>
          <a:endParaRPr lang="en-US"/>
        </a:p>
      </dgm:t>
    </dgm:pt>
    <dgm:pt modelId="{EC220F0F-3F68-4F91-BA27-61155048D978}" type="pres">
      <dgm:prSet presAssocID="{BC4D5D8D-46B5-4050-A8A2-9358720318CB}" presName="Name0" presStyleCnt="0">
        <dgm:presLayoutVars>
          <dgm:dir/>
          <dgm:resizeHandles val="exact"/>
        </dgm:presLayoutVars>
      </dgm:prSet>
      <dgm:spPr/>
    </dgm:pt>
    <dgm:pt modelId="{C3D11DBA-0569-4639-9DC1-670B1227587E}" type="pres">
      <dgm:prSet presAssocID="{5F7701CA-FAE9-401E-8919-DA68891591F1}" presName="composite" presStyleCnt="0"/>
      <dgm:spPr/>
    </dgm:pt>
    <dgm:pt modelId="{64A0FA5C-7039-4FF4-8C99-48E9820D938C}" type="pres">
      <dgm:prSet presAssocID="{5F7701CA-FAE9-401E-8919-DA68891591F1}" presName="bgChev" presStyleLbl="node1" presStyleIdx="0" presStyleCnt="3"/>
      <dgm:spPr/>
    </dgm:pt>
    <dgm:pt modelId="{1D11700A-BBAA-42A9-917B-63350AB4255C}" type="pres">
      <dgm:prSet presAssocID="{5F7701CA-FAE9-401E-8919-DA68891591F1}" presName="txNode" presStyleLbl="fgAcc1" presStyleIdx="0" presStyleCnt="3">
        <dgm:presLayoutVars>
          <dgm:bulletEnabled val="1"/>
        </dgm:presLayoutVars>
      </dgm:prSet>
      <dgm:spPr/>
    </dgm:pt>
    <dgm:pt modelId="{B6942620-027C-4D06-8944-E1A5AEED9AA4}" type="pres">
      <dgm:prSet presAssocID="{1E496758-F884-4589-8FBC-E44F78EEE5A6}" presName="compositeSpace" presStyleCnt="0"/>
      <dgm:spPr/>
    </dgm:pt>
    <dgm:pt modelId="{555F4A6A-4580-4AC2-BDB7-98DDDCFBC2D0}" type="pres">
      <dgm:prSet presAssocID="{3511B0DC-F6D6-48BD-9E3E-8060DA330747}" presName="composite" presStyleCnt="0"/>
      <dgm:spPr/>
    </dgm:pt>
    <dgm:pt modelId="{1067899F-33B4-491C-B69D-476224B9506A}" type="pres">
      <dgm:prSet presAssocID="{3511B0DC-F6D6-48BD-9E3E-8060DA330747}" presName="bgChev" presStyleLbl="node1" presStyleIdx="1" presStyleCnt="3"/>
      <dgm:spPr/>
    </dgm:pt>
    <dgm:pt modelId="{2334EE4A-B7B4-4E1E-8449-49872BBBF2B1}" type="pres">
      <dgm:prSet presAssocID="{3511B0DC-F6D6-48BD-9E3E-8060DA330747}" presName="txNode" presStyleLbl="fgAcc1" presStyleIdx="1" presStyleCnt="3">
        <dgm:presLayoutVars>
          <dgm:bulletEnabled val="1"/>
        </dgm:presLayoutVars>
      </dgm:prSet>
      <dgm:spPr/>
    </dgm:pt>
    <dgm:pt modelId="{044ED2E9-BCEE-4979-BA15-D586BFDD3383}" type="pres">
      <dgm:prSet presAssocID="{4DA7C20A-7791-417E-8B3D-4A6E6D60BD33}" presName="compositeSpace" presStyleCnt="0"/>
      <dgm:spPr/>
    </dgm:pt>
    <dgm:pt modelId="{22D5889F-3E05-42E6-A440-F71D5A35A9E8}" type="pres">
      <dgm:prSet presAssocID="{FB9AAE57-5715-4E83-B795-233F80C28DD5}" presName="composite" presStyleCnt="0"/>
      <dgm:spPr/>
    </dgm:pt>
    <dgm:pt modelId="{44309A0F-9A2A-4650-84CF-CAAB96393DA0}" type="pres">
      <dgm:prSet presAssocID="{FB9AAE57-5715-4E83-B795-233F80C28DD5}" presName="bgChev" presStyleLbl="node1" presStyleIdx="2" presStyleCnt="3"/>
      <dgm:spPr/>
    </dgm:pt>
    <dgm:pt modelId="{14F1B3E8-DBE2-4A1E-A7D3-9504D758FDF0}" type="pres">
      <dgm:prSet presAssocID="{FB9AAE57-5715-4E83-B795-233F80C28DD5}" presName="txNode" presStyleLbl="fgAcc1" presStyleIdx="2" presStyleCnt="3">
        <dgm:presLayoutVars>
          <dgm:bulletEnabled val="1"/>
        </dgm:presLayoutVars>
      </dgm:prSet>
      <dgm:spPr/>
    </dgm:pt>
  </dgm:ptLst>
  <dgm:cxnLst>
    <dgm:cxn modelId="{5BCA772D-8541-4DB2-815A-BC0EB44BA024}" type="presOf" srcId="{BC4D5D8D-46B5-4050-A8A2-9358720318CB}" destId="{EC220F0F-3F68-4F91-BA27-61155048D978}" srcOrd="0" destOrd="0" presId="urn:microsoft.com/office/officeart/2005/8/layout/chevronAccent+Icon"/>
    <dgm:cxn modelId="{F3017B91-E2ED-4F5F-B55A-DD06EAF122C7}" type="presOf" srcId="{FB9AAE57-5715-4E83-B795-233F80C28DD5}" destId="{14F1B3E8-DBE2-4A1E-A7D3-9504D758FDF0}" srcOrd="0" destOrd="0" presId="urn:microsoft.com/office/officeart/2005/8/layout/chevronAccent+Icon"/>
    <dgm:cxn modelId="{788EE39B-32B1-4162-8BBC-1C338A4C1A09}" srcId="{BC4D5D8D-46B5-4050-A8A2-9358720318CB}" destId="{5F7701CA-FAE9-401E-8919-DA68891591F1}" srcOrd="0" destOrd="0" parTransId="{57EC1A04-2D89-479D-B4CD-41E513268C4C}" sibTransId="{1E496758-F884-4589-8FBC-E44F78EEE5A6}"/>
    <dgm:cxn modelId="{4AA21BBC-29B0-4376-8FA9-2ECF348FFB0B}" srcId="{BC4D5D8D-46B5-4050-A8A2-9358720318CB}" destId="{3511B0DC-F6D6-48BD-9E3E-8060DA330747}" srcOrd="1" destOrd="0" parTransId="{DB215E9B-41B1-4594-AECD-054A768F9C75}" sibTransId="{4DA7C20A-7791-417E-8B3D-4A6E6D60BD33}"/>
    <dgm:cxn modelId="{2816C6BF-DAD6-46C7-876C-AD193175ADED}" srcId="{BC4D5D8D-46B5-4050-A8A2-9358720318CB}" destId="{FB9AAE57-5715-4E83-B795-233F80C28DD5}" srcOrd="2" destOrd="0" parTransId="{DEC4E5B5-5AAD-461A-8948-F5A4F37B3F48}" sibTransId="{51F931F7-68A4-4543-AC94-B359BC369D41}"/>
    <dgm:cxn modelId="{D3F8B6DC-EEC6-486F-86BE-95B48E381F69}" type="presOf" srcId="{5F7701CA-FAE9-401E-8919-DA68891591F1}" destId="{1D11700A-BBAA-42A9-917B-63350AB4255C}" srcOrd="0" destOrd="0" presId="urn:microsoft.com/office/officeart/2005/8/layout/chevronAccent+Icon"/>
    <dgm:cxn modelId="{1C2A04E7-4632-4668-84C2-F442F319FC08}" type="presOf" srcId="{3511B0DC-F6D6-48BD-9E3E-8060DA330747}" destId="{2334EE4A-B7B4-4E1E-8449-49872BBBF2B1}" srcOrd="0" destOrd="0" presId="urn:microsoft.com/office/officeart/2005/8/layout/chevronAccent+Icon"/>
    <dgm:cxn modelId="{04A4F9D3-360C-4432-80AE-A8E0FE542F41}" type="presParOf" srcId="{EC220F0F-3F68-4F91-BA27-61155048D978}" destId="{C3D11DBA-0569-4639-9DC1-670B1227587E}" srcOrd="0" destOrd="0" presId="urn:microsoft.com/office/officeart/2005/8/layout/chevronAccent+Icon"/>
    <dgm:cxn modelId="{15BBE625-E919-4308-96E2-CB685A7300A5}" type="presParOf" srcId="{C3D11DBA-0569-4639-9DC1-670B1227587E}" destId="{64A0FA5C-7039-4FF4-8C99-48E9820D938C}" srcOrd="0" destOrd="0" presId="urn:microsoft.com/office/officeart/2005/8/layout/chevronAccent+Icon"/>
    <dgm:cxn modelId="{07C7C6C3-9B17-47BF-B816-273A3C7CD7DF}" type="presParOf" srcId="{C3D11DBA-0569-4639-9DC1-670B1227587E}" destId="{1D11700A-BBAA-42A9-917B-63350AB4255C}" srcOrd="1" destOrd="0" presId="urn:microsoft.com/office/officeart/2005/8/layout/chevronAccent+Icon"/>
    <dgm:cxn modelId="{6B171094-4663-46A6-AF01-DAB56E3B103D}" type="presParOf" srcId="{EC220F0F-3F68-4F91-BA27-61155048D978}" destId="{B6942620-027C-4D06-8944-E1A5AEED9AA4}" srcOrd="1" destOrd="0" presId="urn:microsoft.com/office/officeart/2005/8/layout/chevronAccent+Icon"/>
    <dgm:cxn modelId="{AC761A58-C3C7-48CD-A53D-2E75C39D5299}" type="presParOf" srcId="{EC220F0F-3F68-4F91-BA27-61155048D978}" destId="{555F4A6A-4580-4AC2-BDB7-98DDDCFBC2D0}" srcOrd="2" destOrd="0" presId="urn:microsoft.com/office/officeart/2005/8/layout/chevronAccent+Icon"/>
    <dgm:cxn modelId="{B08EDD57-7815-4509-A29C-576F70AFBF2C}" type="presParOf" srcId="{555F4A6A-4580-4AC2-BDB7-98DDDCFBC2D0}" destId="{1067899F-33B4-491C-B69D-476224B9506A}" srcOrd="0" destOrd="0" presId="urn:microsoft.com/office/officeart/2005/8/layout/chevronAccent+Icon"/>
    <dgm:cxn modelId="{64674B21-D43C-4A38-8924-08AA4A927DC3}" type="presParOf" srcId="{555F4A6A-4580-4AC2-BDB7-98DDDCFBC2D0}" destId="{2334EE4A-B7B4-4E1E-8449-49872BBBF2B1}" srcOrd="1" destOrd="0" presId="urn:microsoft.com/office/officeart/2005/8/layout/chevronAccent+Icon"/>
    <dgm:cxn modelId="{65BC2773-7FF8-4A57-A611-94AFF4F2C888}" type="presParOf" srcId="{EC220F0F-3F68-4F91-BA27-61155048D978}" destId="{044ED2E9-BCEE-4979-BA15-D586BFDD3383}" srcOrd="3" destOrd="0" presId="urn:microsoft.com/office/officeart/2005/8/layout/chevronAccent+Icon"/>
    <dgm:cxn modelId="{558F2373-43E2-4F6A-855E-983CC45BB556}" type="presParOf" srcId="{EC220F0F-3F68-4F91-BA27-61155048D978}" destId="{22D5889F-3E05-42E6-A440-F71D5A35A9E8}" srcOrd="4" destOrd="0" presId="urn:microsoft.com/office/officeart/2005/8/layout/chevronAccent+Icon"/>
    <dgm:cxn modelId="{B529721A-C207-410E-BCC1-BD3CC034F340}" type="presParOf" srcId="{22D5889F-3E05-42E6-A440-F71D5A35A9E8}" destId="{44309A0F-9A2A-4650-84CF-CAAB96393DA0}" srcOrd="0" destOrd="0" presId="urn:microsoft.com/office/officeart/2005/8/layout/chevronAccent+Icon"/>
    <dgm:cxn modelId="{3F26C6A6-AD68-4B25-AE80-F6BB1AE68E10}" type="presParOf" srcId="{22D5889F-3E05-42E6-A440-F71D5A35A9E8}" destId="{14F1B3E8-DBE2-4A1E-A7D3-9504D758FDF0}" srcOrd="1" destOrd="0" presId="urn:microsoft.com/office/officeart/2005/8/layout/chevronAccent+Icon"/>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64A0FA5C-7039-4FF4-8C99-48E9820D938C}">
      <dsp:nvSpPr>
        <dsp:cNvPr id="0" name=""/>
        <dsp:cNvSpPr/>
      </dsp:nvSpPr>
      <dsp:spPr>
        <a:xfrm>
          <a:off x="1338" y="0"/>
          <a:ext cx="3363247" cy="852283"/>
        </a:xfrm>
        <a:prstGeom prst="chevron">
          <a:avLst>
            <a:gd name="adj" fmla="val 40000"/>
          </a:avLst>
        </a:prstGeom>
        <a:solidFill>
          <a:schemeClr val="lt1">
            <a:hueOff val="0"/>
            <a:satOff val="0"/>
            <a:lumOff val="0"/>
            <a:alphaOff val="0"/>
          </a:schemeClr>
        </a:solidFill>
        <a:ln w="19050" cap="flat" cmpd="sng" algn="ctr">
          <a:solidFill>
            <a:schemeClr val="dk1">
              <a:shade val="80000"/>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1D11700A-BBAA-42A9-917B-63350AB4255C}">
      <dsp:nvSpPr>
        <dsp:cNvPr id="0" name=""/>
        <dsp:cNvSpPr/>
      </dsp:nvSpPr>
      <dsp:spPr>
        <a:xfrm>
          <a:off x="898204" y="213070"/>
          <a:ext cx="2840075" cy="852283"/>
        </a:xfrm>
        <a:prstGeom prst="roundRect">
          <a:avLst>
            <a:gd name="adj" fmla="val 10000"/>
          </a:avLst>
        </a:prstGeom>
        <a:solidFill>
          <a:schemeClr val="dk1">
            <a:alpha val="90000"/>
            <a:tint val="40000"/>
            <a:hueOff val="0"/>
            <a:satOff val="0"/>
            <a:lumOff val="0"/>
            <a:alphaOff val="0"/>
          </a:schemeClr>
        </a:solidFill>
        <a:ln w="19050" cap="flat" cmpd="sng" algn="ctr">
          <a:solidFill>
            <a:schemeClr val="dk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206248" tIns="206248" rIns="206248" bIns="206248" numCol="1" spcCol="1270" anchor="ctr" anchorCtr="0">
          <a:noAutofit/>
        </a:bodyPr>
        <a:lstStyle/>
        <a:p>
          <a:pPr marL="0" lvl="0" indent="0" algn="ctr" defTabSz="1289050">
            <a:lnSpc>
              <a:spcPct val="90000"/>
            </a:lnSpc>
            <a:spcBef>
              <a:spcPct val="0"/>
            </a:spcBef>
            <a:spcAft>
              <a:spcPct val="35000"/>
            </a:spcAft>
            <a:buNone/>
          </a:pPr>
          <a:r>
            <a:rPr lang="en-US" sz="2900" kern="1200" dirty="0"/>
            <a:t>Observe</a:t>
          </a:r>
        </a:p>
      </dsp:txBody>
      <dsp:txXfrm>
        <a:off x="923167" y="238033"/>
        <a:ext cx="2790149" cy="802357"/>
      </dsp:txXfrm>
    </dsp:sp>
    <dsp:sp modelId="{1067899F-33B4-491C-B69D-476224B9506A}">
      <dsp:nvSpPr>
        <dsp:cNvPr id="0" name=""/>
        <dsp:cNvSpPr/>
      </dsp:nvSpPr>
      <dsp:spPr>
        <a:xfrm>
          <a:off x="3842914" y="0"/>
          <a:ext cx="3363247" cy="852283"/>
        </a:xfrm>
        <a:prstGeom prst="chevron">
          <a:avLst>
            <a:gd name="adj" fmla="val 40000"/>
          </a:avLst>
        </a:prstGeom>
        <a:solidFill>
          <a:schemeClr val="lt1">
            <a:hueOff val="0"/>
            <a:satOff val="0"/>
            <a:lumOff val="0"/>
            <a:alphaOff val="0"/>
          </a:schemeClr>
        </a:solidFill>
        <a:ln w="19050" cap="flat" cmpd="sng" algn="ctr">
          <a:solidFill>
            <a:schemeClr val="dk1">
              <a:shade val="80000"/>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2334EE4A-B7B4-4E1E-8449-49872BBBF2B1}">
      <dsp:nvSpPr>
        <dsp:cNvPr id="0" name=""/>
        <dsp:cNvSpPr/>
      </dsp:nvSpPr>
      <dsp:spPr>
        <a:xfrm>
          <a:off x="4739780" y="213070"/>
          <a:ext cx="2840075" cy="852283"/>
        </a:xfrm>
        <a:prstGeom prst="roundRect">
          <a:avLst>
            <a:gd name="adj" fmla="val 10000"/>
          </a:avLst>
        </a:prstGeom>
        <a:solidFill>
          <a:schemeClr val="dk1">
            <a:alpha val="90000"/>
            <a:tint val="40000"/>
            <a:hueOff val="0"/>
            <a:satOff val="0"/>
            <a:lumOff val="0"/>
            <a:alphaOff val="0"/>
          </a:schemeClr>
        </a:solidFill>
        <a:ln w="19050" cap="flat" cmpd="sng" algn="ctr">
          <a:solidFill>
            <a:schemeClr val="dk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206248" tIns="206248" rIns="206248" bIns="206248" numCol="1" spcCol="1270" anchor="ctr" anchorCtr="0">
          <a:noAutofit/>
        </a:bodyPr>
        <a:lstStyle/>
        <a:p>
          <a:pPr marL="0" lvl="0" indent="0" algn="ctr" defTabSz="1289050">
            <a:lnSpc>
              <a:spcPct val="90000"/>
            </a:lnSpc>
            <a:spcBef>
              <a:spcPct val="0"/>
            </a:spcBef>
            <a:spcAft>
              <a:spcPct val="35000"/>
            </a:spcAft>
            <a:buNone/>
          </a:pPr>
          <a:r>
            <a:rPr lang="en-US" sz="2900" kern="1200" dirty="0"/>
            <a:t>Analyze</a:t>
          </a:r>
        </a:p>
      </dsp:txBody>
      <dsp:txXfrm>
        <a:off x="4764743" y="238033"/>
        <a:ext cx="2790149" cy="802357"/>
      </dsp:txXfrm>
    </dsp:sp>
    <dsp:sp modelId="{44309A0F-9A2A-4650-84CF-CAAB96393DA0}">
      <dsp:nvSpPr>
        <dsp:cNvPr id="0" name=""/>
        <dsp:cNvSpPr/>
      </dsp:nvSpPr>
      <dsp:spPr>
        <a:xfrm>
          <a:off x="7684490" y="0"/>
          <a:ext cx="3363247" cy="852283"/>
        </a:xfrm>
        <a:prstGeom prst="chevron">
          <a:avLst>
            <a:gd name="adj" fmla="val 40000"/>
          </a:avLst>
        </a:prstGeom>
        <a:solidFill>
          <a:schemeClr val="lt1">
            <a:hueOff val="0"/>
            <a:satOff val="0"/>
            <a:lumOff val="0"/>
            <a:alphaOff val="0"/>
          </a:schemeClr>
        </a:solidFill>
        <a:ln w="19050" cap="flat" cmpd="sng" algn="ctr">
          <a:solidFill>
            <a:schemeClr val="dk1">
              <a:shade val="80000"/>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14F1B3E8-DBE2-4A1E-A7D3-9504D758FDF0}">
      <dsp:nvSpPr>
        <dsp:cNvPr id="0" name=""/>
        <dsp:cNvSpPr/>
      </dsp:nvSpPr>
      <dsp:spPr>
        <a:xfrm>
          <a:off x="8581356" y="213070"/>
          <a:ext cx="2840075" cy="852283"/>
        </a:xfrm>
        <a:prstGeom prst="roundRect">
          <a:avLst>
            <a:gd name="adj" fmla="val 10000"/>
          </a:avLst>
        </a:prstGeom>
        <a:solidFill>
          <a:schemeClr val="dk1">
            <a:alpha val="90000"/>
            <a:tint val="40000"/>
            <a:hueOff val="0"/>
            <a:satOff val="0"/>
            <a:lumOff val="0"/>
            <a:alphaOff val="0"/>
          </a:schemeClr>
        </a:solidFill>
        <a:ln w="19050" cap="flat" cmpd="sng" algn="ctr">
          <a:solidFill>
            <a:schemeClr val="dk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206248" tIns="206248" rIns="206248" bIns="206248" numCol="1" spcCol="1270" anchor="ctr" anchorCtr="0">
          <a:noAutofit/>
        </a:bodyPr>
        <a:lstStyle/>
        <a:p>
          <a:pPr marL="0" lvl="0" indent="0" algn="ctr" defTabSz="1289050">
            <a:lnSpc>
              <a:spcPct val="90000"/>
            </a:lnSpc>
            <a:spcBef>
              <a:spcPct val="0"/>
            </a:spcBef>
            <a:spcAft>
              <a:spcPct val="35000"/>
            </a:spcAft>
            <a:buNone/>
          </a:pPr>
          <a:r>
            <a:rPr lang="en-US" sz="2900" kern="1200" dirty="0"/>
            <a:t>Act</a:t>
          </a:r>
        </a:p>
      </dsp:txBody>
      <dsp:txXfrm>
        <a:off x="8606319" y="238033"/>
        <a:ext cx="2790149" cy="802357"/>
      </dsp:txXfrm>
    </dsp:sp>
  </dsp:spTree>
</dsp:drawing>
</file>

<file path=ppt/diagrams/layout1.xml><?xml version="1.0" encoding="utf-8"?>
<dgm:layoutDef xmlns:dgm="http://schemas.openxmlformats.org/drawingml/2006/diagram" xmlns:a="http://schemas.openxmlformats.org/drawingml/2006/main" uniqueId="urn:microsoft.com/office/officeart/2005/8/layout/chevronAccent+Icon">
  <dgm:title val="Chevron Accent Process"/>
  <dgm:desc val="Use to show sequential steps in a task, process, or workflow, or to emphasize movement or direction. Works best with minimal Level 1 and Level 2 text."/>
  <dgm:catLst>
    <dgm:cat type="process" pri="9500"/>
    <dgm:cat type="officeonline" pri="2000"/>
  </dgm:catLst>
  <dgm:sampData useDef="1">
    <dgm:dataModel>
      <dgm:ptLst/>
      <dgm:bg/>
      <dgm:whole/>
    </dgm:dataModel>
  </dgm:sampData>
  <dgm:styleData>
    <dgm:dataModel>
      <dgm:ptLst>
        <dgm:pt modelId="0" type="doc"/>
        <dgm:pt modelId="1"/>
        <dgm:pt modelId="2"/>
      </dgm:ptLst>
      <dgm:cxnLst>
        <dgm:cxn modelId="4" srcId="0" destId="1" srcOrd="0" destOrd="0"/>
        <dgm:cxn modelId="5"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resizeHandles val="exact"/>
    </dgm:varLst>
    <dgm:choose name="Name1">
      <dgm:if name="Name2" func="var" arg="dir" op="equ" val="norm">
        <dgm:alg type="lin"/>
      </dgm:if>
      <dgm:else name="Name3">
        <dgm:alg type="lin">
          <dgm:param type="linDir" val="fromR"/>
        </dgm:alg>
      </dgm:else>
    </dgm:choose>
    <dgm:shape xmlns:r="http://schemas.openxmlformats.org/officeDocument/2006/relationships" r:blip="">
      <dgm:adjLst/>
    </dgm:shape>
    <dgm:presOf/>
    <dgm:constrLst>
      <dgm:constr type="w" for="ch" forName="composite" refType="w"/>
      <dgm:constr type="primFontSz" for="des" forName="txNode" op="equ" val="65"/>
      <dgm:constr type="w" for="ch" forName="compositeSpace" refType="w" refFor="ch" refForName="composite" fact="0.028"/>
    </dgm:constrLst>
    <dgm:ruleLst/>
    <dgm:forEach name="Name4" axis="ch" ptType="node">
      <dgm:layoutNode name="composite">
        <dgm:alg type="composite"/>
        <dgm:shape xmlns:r="http://schemas.openxmlformats.org/officeDocument/2006/relationships" r:blip="">
          <dgm:adjLst/>
        </dgm:shape>
        <dgm:presOf/>
        <dgm:choose name="Name5">
          <dgm:if name="Name6" func="var" arg="dir" op="equ" val="norm">
            <dgm:constrLst>
              <dgm:constr type="l" for="ch" forName="bgChev"/>
              <dgm:constr type="w" for="ch" forName="bgChev" refType="w" fact="0.9"/>
              <dgm:constr type="t" for="ch" forName="bgChev"/>
              <dgm:constr type="h" for="ch" forName="bgChev" refType="w" refFor="ch" refForName="bgChev" fact="0.386"/>
              <dgm:constr type="l" for="ch" forName="txNode" refType="w" fact="0.24"/>
              <dgm:constr type="w" for="ch" forName="txNode" refType="w" fact="0.76"/>
              <dgm:constr type="t" for="ch" forName="txNode" refType="h" refFor="ch" refForName="bgChev" fact="0.25"/>
              <dgm:constr type="h" for="ch" forName="txNode" refType="h" refFor="ch" refForName="bgChev"/>
            </dgm:constrLst>
          </dgm:if>
          <dgm:else name="Name7">
            <dgm:constrLst>
              <dgm:constr type="l" for="ch" forName="bgChev" refType="w" fact="0.1"/>
              <dgm:constr type="w" for="ch" forName="bgChev" refType="w" fact="0.9"/>
              <dgm:constr type="t" for="ch" forName="bgChev"/>
              <dgm:constr type="h" for="ch" forName="bgChev" refType="w" refFor="ch" refForName="bgChev" fact="0.386"/>
              <dgm:constr type="l" for="ch" forName="txNode"/>
              <dgm:constr type="w" for="ch" forName="txNode" refType="w" fact="0.76"/>
              <dgm:constr type="t" for="ch" forName="txNode" refType="h" refFor="ch" refForName="bgChev" fact="0.25"/>
              <dgm:constr type="h" for="ch" forName="txNode" refType="h" refFor="ch" refForName="bgChev"/>
            </dgm:constrLst>
          </dgm:else>
        </dgm:choose>
        <dgm:ruleLst/>
        <dgm:layoutNode name="bgChev" styleLbl="node1">
          <dgm:alg type="sp"/>
          <dgm:choose name="Name8">
            <dgm:if name="Name9" func="var" arg="dir" op="equ" val="norm">
              <dgm:shape xmlns:r="http://schemas.openxmlformats.org/officeDocument/2006/relationships" type="chevron" r:blip="">
                <dgm:adjLst>
                  <dgm:adj idx="1" val="0.4"/>
                </dgm:adjLst>
              </dgm:shape>
            </dgm:if>
            <dgm:else name="Name10">
              <dgm:shape xmlns:r="http://schemas.openxmlformats.org/officeDocument/2006/relationships" rot="180" type="chevron" r:blip="">
                <dgm:adjLst>
                  <dgm:adj idx="1" val="0.4"/>
                </dgm:adjLst>
              </dgm:shape>
            </dgm:else>
          </dgm:choose>
          <dgm:presOf/>
          <dgm:constrLst/>
        </dgm:layoutNode>
        <dgm:layoutNode name="txNode" styleLbl="fgAcc1">
          <dgm:varLst>
            <dgm:bulletEnabled val="1"/>
          </dgm:varLst>
          <dgm:alg type="tx"/>
          <dgm:shape xmlns:r="http://schemas.openxmlformats.org/officeDocument/2006/relationships" type="roundRect" r:blip="">
            <dgm:adjLst>
              <dgm:adj idx="1" val="0.1"/>
            </dgm:adjLst>
          </dgm:shape>
          <dgm:presOf axis="desOrSelf" ptType="node"/>
          <dgm:ruleLst>
            <dgm:rule type="primFontSz" val="5" fact="NaN" max="NaN"/>
          </dgm:ruleLst>
        </dgm:layoutNode>
      </dgm:layoutNode>
      <dgm:forEach name="Name11" axis="followSib" ptType="sibTrans" cnt="1">
        <dgm:layoutNode name="compositeSpace">
          <dgm:alg type="sp"/>
          <dgm:shape xmlns:r="http://schemas.openxmlformats.org/officeDocument/2006/relationships" r:blip="">
            <dgm:adjLst/>
          </dgm:shape>
          <dgm:presOf axis="self"/>
          <dgm:constrLst/>
          <dgm:ruleLst/>
        </dgm:layoutNode>
      </dgm:forEach>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5" name="Slide Number Placeholder 4"/>
          <p:cNvSpPr>
            <a:spLocks noGrp="1"/>
          </p:cNvSpPr>
          <p:nvPr>
            <p:ph type="sldNum" sz="quarter" idx="3"/>
          </p:nvPr>
        </p:nvSpPr>
        <p:spPr>
          <a:xfrm>
            <a:off x="1943100" y="8685213"/>
            <a:ext cx="2971800" cy="457200"/>
          </a:xfrm>
          <a:prstGeom prst="rect">
            <a:avLst/>
          </a:prstGeom>
        </p:spPr>
        <p:txBody>
          <a:bodyPr vert="horz" lIns="91440" tIns="45720" rIns="91440" bIns="45720" rtlCol="0" anchor="b"/>
          <a:lstStyle>
            <a:lvl1pPr algn="r">
              <a:defRPr sz="1200"/>
            </a:lvl1pPr>
          </a:lstStyle>
          <a:p>
            <a:pPr algn="ctr"/>
            <a:fld id="{47855BD9-AF71-426C-9B9B-B0E52B88852E}" type="slidenum">
              <a:rPr lang="de-DE" sz="1000" smtClean="0"/>
              <a:pPr algn="ctr"/>
              <a:t>‹#›</a:t>
            </a:fld>
            <a:endParaRPr lang="de-DE" sz="1000" dirty="0"/>
          </a:p>
        </p:txBody>
      </p:sp>
    </p:spTree>
    <p:extLst>
      <p:ext uri="{BB962C8B-B14F-4D97-AF65-F5344CB8AC3E}">
        <p14:creationId xmlns:p14="http://schemas.microsoft.com/office/powerpoint/2010/main" val="2359932459"/>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4" name="Slide Image Placeholder 3"/>
          <p:cNvSpPr>
            <a:spLocks noGrp="1" noRot="1" noChangeAspect="1"/>
          </p:cNvSpPr>
          <p:nvPr>
            <p:ph type="sldImg" idx="2"/>
          </p:nvPr>
        </p:nvSpPr>
        <p:spPr>
          <a:xfrm>
            <a:off x="547688" y="612775"/>
            <a:ext cx="5762625" cy="3241675"/>
          </a:xfrm>
          <a:prstGeom prst="rect">
            <a:avLst/>
          </a:prstGeom>
          <a:noFill/>
          <a:ln w="12700">
            <a:solidFill>
              <a:prstClr val="black"/>
            </a:solidFill>
          </a:ln>
        </p:spPr>
        <p:txBody>
          <a:bodyPr vert="horz" lIns="91440" tIns="45720" rIns="91440" bIns="45720" rtlCol="0" anchor="ctr"/>
          <a:lstStyle/>
          <a:p>
            <a:endParaRPr lang="de-DE" dirty="0"/>
          </a:p>
        </p:txBody>
      </p:sp>
      <p:sp>
        <p:nvSpPr>
          <p:cNvPr id="5" name="Notes Placeholder 4"/>
          <p:cNvSpPr>
            <a:spLocks noGrp="1"/>
          </p:cNvSpPr>
          <p:nvPr>
            <p:ph type="body" sz="quarter" idx="3"/>
          </p:nvPr>
        </p:nvSpPr>
        <p:spPr>
          <a:xfrm>
            <a:off x="549000" y="4120162"/>
            <a:ext cx="5760000" cy="4563560"/>
          </a:xfrm>
          <a:prstGeom prst="rect">
            <a:avLst/>
          </a:prstGeom>
        </p:spPr>
        <p:txBody>
          <a:bodyPr vert="horz" lIns="0" tIns="0" rIns="0" bIns="0" rtlCol="0">
            <a:normAutofit/>
          </a:bodyPr>
          <a:lstStyle/>
          <a:p>
            <a:pPr lvl="0"/>
            <a:r>
              <a:rPr lang="en-US" dirty="0"/>
              <a:t>Click to edit Master text styles</a:t>
            </a:r>
          </a:p>
          <a:p>
            <a:pPr lvl="1"/>
            <a:r>
              <a:rPr lang="en-US" dirty="0"/>
              <a:t>Second level</a:t>
            </a:r>
          </a:p>
          <a:p>
            <a:pPr lvl="2"/>
            <a:r>
              <a:rPr lang="en-US" dirty="0"/>
              <a:t>Third level</a:t>
            </a:r>
          </a:p>
        </p:txBody>
      </p:sp>
      <p:sp>
        <p:nvSpPr>
          <p:cNvPr id="7" name="Slide Number Placeholder 6"/>
          <p:cNvSpPr>
            <a:spLocks noGrp="1"/>
          </p:cNvSpPr>
          <p:nvPr>
            <p:ph type="sldNum" sz="quarter" idx="5"/>
          </p:nvPr>
        </p:nvSpPr>
        <p:spPr>
          <a:xfrm>
            <a:off x="2957512" y="8935722"/>
            <a:ext cx="942976" cy="205358"/>
          </a:xfrm>
          <a:prstGeom prst="rect">
            <a:avLst/>
          </a:prstGeom>
        </p:spPr>
        <p:txBody>
          <a:bodyPr vert="horz" lIns="91440" tIns="45720" rIns="91440" bIns="45720" rtlCol="0" anchor="b"/>
          <a:lstStyle>
            <a:lvl1pPr algn="ctr">
              <a:defRPr sz="800"/>
            </a:lvl1pPr>
          </a:lstStyle>
          <a:p>
            <a:fld id="{7D8C2C35-2B8A-446E-BEC0-FD36716C29AC}" type="slidenum">
              <a:rPr lang="de-DE" smtClean="0"/>
              <a:pPr/>
              <a:t>‹#›</a:t>
            </a:fld>
            <a:endParaRPr lang="de-DE" dirty="0"/>
          </a:p>
        </p:txBody>
      </p:sp>
    </p:spTree>
    <p:extLst>
      <p:ext uri="{BB962C8B-B14F-4D97-AF65-F5344CB8AC3E}">
        <p14:creationId xmlns:p14="http://schemas.microsoft.com/office/powerpoint/2010/main" val="2847385487"/>
      </p:ext>
    </p:extLst>
  </p:cSld>
  <p:clrMap bg1="lt1" tx1="dk1" bg2="lt2" tx2="dk2" accent1="accent1" accent2="accent2" accent3="accent3" accent4="accent4" accent5="accent5" accent6="accent6" hlink="hlink" folHlink="folHlink"/>
  <p:notesStyle>
    <a:lvl1pPr marL="0" algn="l" defTabSz="1088776" rtl="0" eaLnBrk="1" latinLnBrk="0" hangingPunct="1">
      <a:defRPr sz="1400" kern="1200">
        <a:solidFill>
          <a:schemeClr val="tx1"/>
        </a:solidFill>
        <a:latin typeface="+mn-lt"/>
        <a:ea typeface="+mn-ea"/>
        <a:cs typeface="+mn-cs"/>
      </a:defRPr>
    </a:lvl1pPr>
    <a:lvl2pPr marL="180000" indent="-180000" algn="l" defTabSz="1088776" rtl="0" eaLnBrk="1" latinLnBrk="0" hangingPunct="1">
      <a:buClr>
        <a:schemeClr val="accent1"/>
      </a:buClr>
      <a:buSzPct val="100000"/>
      <a:buFont typeface="Wingdings" pitchFamily="2" charset="2"/>
      <a:buChar char=""/>
      <a:defRPr sz="1400" kern="1200">
        <a:solidFill>
          <a:schemeClr val="tx1"/>
        </a:solidFill>
        <a:latin typeface="+mn-lt"/>
        <a:ea typeface="+mn-ea"/>
        <a:cs typeface="+mn-cs"/>
      </a:defRPr>
    </a:lvl2pPr>
    <a:lvl3pPr marL="360000" indent="-180000" algn="l" defTabSz="1088776" rtl="0" eaLnBrk="1" latinLnBrk="0" hangingPunct="1">
      <a:buClr>
        <a:schemeClr val="accent2"/>
      </a:buClr>
      <a:buSzPct val="80000"/>
      <a:buFont typeface="Symbol" pitchFamily="18" charset="2"/>
      <a:buChar char="-"/>
      <a:defRPr sz="1200" kern="1200">
        <a:solidFill>
          <a:schemeClr val="tx1"/>
        </a:solidFill>
        <a:latin typeface="+mn-lt"/>
        <a:ea typeface="+mn-ea"/>
        <a:cs typeface="+mn-cs"/>
      </a:defRPr>
    </a:lvl3pPr>
    <a:lvl4pPr marL="674815" indent="-158780" algn="l" defTabSz="1088776" rtl="0" eaLnBrk="1" latinLnBrk="0" hangingPunct="1">
      <a:buClr>
        <a:schemeClr val="accent2"/>
      </a:buClr>
      <a:buFont typeface="Arial" pitchFamily="34" charset="0"/>
      <a:buChar char="–"/>
      <a:defRPr sz="1200" kern="1200">
        <a:solidFill>
          <a:schemeClr val="tx1"/>
        </a:solidFill>
        <a:latin typeface="+mn-lt"/>
        <a:ea typeface="+mn-ea"/>
        <a:cs typeface="+mn-cs"/>
      </a:defRPr>
    </a:lvl4pPr>
    <a:lvl5pPr marL="2177552" algn="l" defTabSz="1088776" rtl="0" eaLnBrk="1" latinLnBrk="0" hangingPunct="1">
      <a:defRPr sz="1400" kern="1200">
        <a:solidFill>
          <a:schemeClr val="tx1"/>
        </a:solidFill>
        <a:latin typeface="+mn-lt"/>
        <a:ea typeface="+mn-ea"/>
        <a:cs typeface="+mn-cs"/>
      </a:defRPr>
    </a:lvl5pPr>
    <a:lvl6pPr marL="2721940" algn="l" defTabSz="1088776" rtl="0" eaLnBrk="1" latinLnBrk="0" hangingPunct="1">
      <a:defRPr sz="1400" kern="1200">
        <a:solidFill>
          <a:schemeClr val="tx1"/>
        </a:solidFill>
        <a:latin typeface="+mn-lt"/>
        <a:ea typeface="+mn-ea"/>
        <a:cs typeface="+mn-cs"/>
      </a:defRPr>
    </a:lvl6pPr>
    <a:lvl7pPr marL="3266328" algn="l" defTabSz="1088776" rtl="0" eaLnBrk="1" latinLnBrk="0" hangingPunct="1">
      <a:defRPr sz="1400" kern="1200">
        <a:solidFill>
          <a:schemeClr val="tx1"/>
        </a:solidFill>
        <a:latin typeface="+mn-lt"/>
        <a:ea typeface="+mn-ea"/>
        <a:cs typeface="+mn-cs"/>
      </a:defRPr>
    </a:lvl7pPr>
    <a:lvl8pPr marL="3810716" algn="l" defTabSz="1088776" rtl="0" eaLnBrk="1" latinLnBrk="0" hangingPunct="1">
      <a:defRPr sz="1400" kern="1200">
        <a:solidFill>
          <a:schemeClr val="tx1"/>
        </a:solidFill>
        <a:latin typeface="+mn-lt"/>
        <a:ea typeface="+mn-ea"/>
        <a:cs typeface="+mn-cs"/>
      </a:defRPr>
    </a:lvl8pPr>
    <a:lvl9pPr marL="4355104" algn="l" defTabSz="1088776" rtl="0" eaLnBrk="1" latinLnBrk="0" hangingPunct="1">
      <a:defRPr sz="14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3" Type="http://schemas.openxmlformats.org/officeDocument/2006/relationships/hyperlink" Target="https://kubernetes.io/docs/concepts/configuration/taint-and-toleration/" TargetMode="External"/><Relationship Id="rId2" Type="http://schemas.openxmlformats.org/officeDocument/2006/relationships/slide" Target="../slides/slide5.xml"/><Relationship Id="rId1" Type="http://schemas.openxmlformats.org/officeDocument/2006/relationships/notesMaster" Target="../notesMasters/notesMaster1.xml"/><Relationship Id="rId4" Type="http://schemas.openxmlformats.org/officeDocument/2006/relationships/hyperlink" Target="https://kubernetes.io/docs/concepts/configuration/assign-pod-node/" TargetMode="External"/></Relationships>
</file>

<file path=ppt/notesSlides/_rels/notesSlide6.xml.rels><?xml version="1.0" encoding="UTF-8" standalone="yes"?>
<Relationships xmlns="http://schemas.openxmlformats.org/package/2006/relationships"><Relationship Id="rId3" Type="http://schemas.openxmlformats.org/officeDocument/2006/relationships/hyperlink" Target="https://kubernetes.io/docs/concepts/configuration/pod-priority-preemption/" TargetMode="External"/><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When talking about scheduling, there are a few more resource type we have to take a look at (briefly): </a:t>
            </a:r>
            <a:r>
              <a:rPr lang="en-US" dirty="0" err="1"/>
              <a:t>daemonSet</a:t>
            </a:r>
            <a:r>
              <a:rPr lang="en-US" dirty="0"/>
              <a:t>, jobs (&amp; </a:t>
            </a:r>
            <a:r>
              <a:rPr lang="en-US" dirty="0" err="1"/>
              <a:t>cronJobs</a:t>
            </a:r>
            <a:r>
              <a:rPr lang="en-US" dirty="0"/>
              <a:t>)</a:t>
            </a:r>
          </a:p>
        </p:txBody>
      </p:sp>
      <p:sp>
        <p:nvSpPr>
          <p:cNvPr id="4" name="Slide Number Placeholder 3"/>
          <p:cNvSpPr>
            <a:spLocks noGrp="1"/>
          </p:cNvSpPr>
          <p:nvPr>
            <p:ph type="sldNum" sz="quarter" idx="10"/>
          </p:nvPr>
        </p:nvSpPr>
        <p:spPr/>
        <p:txBody>
          <a:bodyPr/>
          <a:lstStyle/>
          <a:p>
            <a:fld id="{7D8C2C35-2B8A-446E-BEC0-FD36716C29AC}" type="slidenum">
              <a:rPr lang="en-US" smtClean="0"/>
              <a:pPr/>
              <a:t>1</a:t>
            </a:fld>
            <a:endParaRPr lang="en-US" dirty="0"/>
          </a:p>
        </p:txBody>
      </p:sp>
    </p:spTree>
    <p:extLst>
      <p:ext uri="{BB962C8B-B14F-4D97-AF65-F5344CB8AC3E}">
        <p14:creationId xmlns:p14="http://schemas.microsoft.com/office/powerpoint/2010/main" val="2458248226"/>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job is a single or a set of pods which runs until completed successfully (usually exit code 0). Failed pods can be restarted based on the restart policy. </a:t>
            </a:r>
          </a:p>
          <a:p>
            <a:r>
              <a:rPr lang="en-US" dirty="0">
                <a:sym typeface="Wingdings" panose="05000000000000000000" pitchFamily="2" charset="2"/>
              </a:rPr>
              <a:t> Jobs are a way to run pods in a reliable way.</a:t>
            </a:r>
            <a:endParaRPr lang="en-US" dirty="0"/>
          </a:p>
          <a:p>
            <a:r>
              <a:rPr lang="en-US" dirty="0"/>
              <a:t>With the job resource type you can run tasks with a defined end/ no control loop.</a:t>
            </a:r>
          </a:p>
          <a:p>
            <a:endParaRPr lang="en-US" dirty="0"/>
          </a:p>
          <a:p>
            <a:r>
              <a:rPr lang="en-US" dirty="0"/>
              <a:t>Instances of a job (pods) </a:t>
            </a:r>
            <a:r>
              <a:rPr lang="en-US"/>
              <a:t>can also run </a:t>
            </a:r>
            <a:r>
              <a:rPr lang="en-US" dirty="0"/>
              <a:t>parallel</a:t>
            </a:r>
          </a:p>
          <a:p>
            <a:endParaRPr lang="en-US" dirty="0"/>
          </a:p>
          <a:p>
            <a:r>
              <a:rPr lang="en-US" dirty="0"/>
              <a:t>More details can be found here: https://kubernetes.io/docs/concepts/workloads/controllers/jobs-run-to-completion/</a:t>
            </a:r>
          </a:p>
        </p:txBody>
      </p:sp>
      <p:sp>
        <p:nvSpPr>
          <p:cNvPr id="4" name="Slide Number Placeholder 3"/>
          <p:cNvSpPr>
            <a:spLocks noGrp="1"/>
          </p:cNvSpPr>
          <p:nvPr>
            <p:ph type="sldNum" sz="quarter" idx="10"/>
          </p:nvPr>
        </p:nvSpPr>
        <p:spPr/>
        <p:txBody>
          <a:bodyPr/>
          <a:lstStyle/>
          <a:p>
            <a:fld id="{7D8C2C35-2B8A-446E-BEC0-FD36716C29AC}" type="slidenum">
              <a:rPr lang="de-DE" smtClean="0"/>
              <a:pPr/>
              <a:t>2</a:t>
            </a:fld>
            <a:endParaRPr lang="de-DE" dirty="0"/>
          </a:p>
        </p:txBody>
      </p:sp>
    </p:spTree>
    <p:extLst>
      <p:ext uri="{BB962C8B-B14F-4D97-AF65-F5344CB8AC3E}">
        <p14:creationId xmlns:p14="http://schemas.microsoft.com/office/powerpoint/2010/main" val="4035114109"/>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a:t>
            </a:r>
            <a:r>
              <a:rPr lang="en-US" dirty="0" err="1"/>
              <a:t>daemonset</a:t>
            </a:r>
            <a:r>
              <a:rPr lang="en-US" dirty="0"/>
              <a:t> works almost similar to a deployment. However the replica count is determined by the number of cluster nodes. The </a:t>
            </a:r>
            <a:r>
              <a:rPr lang="en-US" dirty="0" err="1"/>
              <a:t>daemonset</a:t>
            </a:r>
            <a:r>
              <a:rPr lang="en-US" dirty="0"/>
              <a:t> controller will ensure that a corresponding pod is running on each node.</a:t>
            </a:r>
          </a:p>
          <a:p>
            <a:r>
              <a:rPr lang="en-US" dirty="0"/>
              <a:t>Of course this behavior can be influenced by taints etc. – more details can be found here: https://kubernetes.io/docs/concepts/workloads/controllers/daemonset/</a:t>
            </a:r>
          </a:p>
        </p:txBody>
      </p:sp>
      <p:sp>
        <p:nvSpPr>
          <p:cNvPr id="4" name="Slide Number Placeholder 3"/>
          <p:cNvSpPr>
            <a:spLocks noGrp="1"/>
          </p:cNvSpPr>
          <p:nvPr>
            <p:ph type="sldNum" sz="quarter" idx="10"/>
          </p:nvPr>
        </p:nvSpPr>
        <p:spPr/>
        <p:txBody>
          <a:bodyPr/>
          <a:lstStyle/>
          <a:p>
            <a:fld id="{7D8C2C35-2B8A-446E-BEC0-FD36716C29AC}" type="slidenum">
              <a:rPr lang="de-DE" smtClean="0"/>
              <a:pPr/>
              <a:t>3</a:t>
            </a:fld>
            <a:endParaRPr lang="de-DE" dirty="0"/>
          </a:p>
        </p:txBody>
      </p:sp>
    </p:spTree>
    <p:extLst>
      <p:ext uri="{BB962C8B-B14F-4D97-AF65-F5344CB8AC3E}">
        <p14:creationId xmlns:p14="http://schemas.microsoft.com/office/powerpoint/2010/main" val="880637926"/>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that we know most of the Kubernetes resources / objects, let’s take a look at the (pod) scheduling mechanism.</a:t>
            </a:r>
          </a:p>
        </p:txBody>
      </p:sp>
      <p:sp>
        <p:nvSpPr>
          <p:cNvPr id="4" name="Slide Number Placeholder 3"/>
          <p:cNvSpPr>
            <a:spLocks noGrp="1"/>
          </p:cNvSpPr>
          <p:nvPr>
            <p:ph type="sldNum" sz="quarter" idx="10"/>
          </p:nvPr>
        </p:nvSpPr>
        <p:spPr/>
        <p:txBody>
          <a:bodyPr/>
          <a:lstStyle/>
          <a:p>
            <a:fld id="{7D8C2C35-2B8A-446E-BEC0-FD36716C29AC}" type="slidenum">
              <a:rPr lang="en-US" smtClean="0"/>
              <a:pPr/>
              <a:t>4</a:t>
            </a:fld>
            <a:endParaRPr lang="en-US" dirty="0"/>
          </a:p>
        </p:txBody>
      </p:sp>
    </p:spTree>
    <p:extLst>
      <p:ext uri="{BB962C8B-B14F-4D97-AF65-F5344CB8AC3E}">
        <p14:creationId xmlns:p14="http://schemas.microsoft.com/office/powerpoint/2010/main" val="167394286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There are multiple ways, to influence where pods are scheduled:</a:t>
            </a:r>
          </a:p>
          <a:p>
            <a:pPr marL="285750" indent="-285750">
              <a:buFontTx/>
              <a:buChar char="-"/>
            </a:pPr>
            <a:r>
              <a:rPr lang="en-US" dirty="0"/>
              <a:t>Taints &amp; tolerations: a node is tainted and only pods explicitly tolerating the taint will be scheduled</a:t>
            </a:r>
          </a:p>
          <a:p>
            <a:pPr marL="285750" indent="-285750">
              <a:buFontTx/>
              <a:buChar char="-"/>
            </a:pPr>
            <a:r>
              <a:rPr lang="en-US" dirty="0"/>
              <a:t>Node selector: specify a node “type” by label to assign a pod to certain node pool</a:t>
            </a:r>
          </a:p>
          <a:p>
            <a:pPr marL="285750" indent="-285750">
              <a:buFontTx/>
              <a:buChar char="-"/>
            </a:pPr>
            <a:r>
              <a:rPr lang="en-US" dirty="0"/>
              <a:t>Pod affinity: explicitly schedule a pod on a node where certain pod is already running</a:t>
            </a:r>
          </a:p>
          <a:p>
            <a:pPr marL="285750" indent="-285750">
              <a:buFontTx/>
              <a:buChar char="-"/>
            </a:pPr>
            <a:r>
              <a:rPr lang="en-US" dirty="0"/>
              <a:t>Pod anti-affinity: don’t schedule on a node, where a certain pod is already running</a:t>
            </a:r>
          </a:p>
          <a:p>
            <a:pPr marL="285750" indent="-285750">
              <a:buFontTx/>
              <a:buChar char="-"/>
            </a:pPr>
            <a:endParaRPr lang="en-US" dirty="0"/>
          </a:p>
          <a:p>
            <a:pPr marL="0" indent="0">
              <a:buFontTx/>
              <a:buNone/>
            </a:pPr>
            <a:r>
              <a:rPr lang="en-US" dirty="0"/>
              <a:t>This is just a quick primer for what is possible. More on this can be found in the Kubernetes Documentation at </a:t>
            </a:r>
            <a:r>
              <a:rPr lang="en-US" dirty="0">
                <a:hlinkClick r:id="rId3"/>
              </a:rPr>
              <a:t>https://kubernetes.io/docs/concepts/configuration/taint-and-toleration/</a:t>
            </a:r>
            <a:r>
              <a:rPr lang="en-US" dirty="0"/>
              <a:t> and </a:t>
            </a:r>
            <a:r>
              <a:rPr lang="en-US" dirty="0">
                <a:hlinkClick r:id="rId4"/>
              </a:rPr>
              <a:t>https://kubernetes.io/docs/concepts/configuration/assign-pod-node/</a:t>
            </a:r>
            <a:endParaRPr lang="en-US" dirty="0"/>
          </a:p>
        </p:txBody>
      </p:sp>
      <p:sp>
        <p:nvSpPr>
          <p:cNvPr id="4" name="Slide Number Placeholder 3"/>
          <p:cNvSpPr>
            <a:spLocks noGrp="1"/>
          </p:cNvSpPr>
          <p:nvPr>
            <p:ph type="sldNum" sz="quarter" idx="10"/>
          </p:nvPr>
        </p:nvSpPr>
        <p:spPr/>
        <p:txBody>
          <a:bodyPr/>
          <a:lstStyle/>
          <a:p>
            <a:fld id="{7D8C2C35-2B8A-446E-BEC0-FD36716C29AC}" type="slidenum">
              <a:rPr lang="de-DE" smtClean="0"/>
              <a:pPr/>
              <a:t>5</a:t>
            </a:fld>
            <a:endParaRPr lang="de-DE" dirty="0"/>
          </a:p>
        </p:txBody>
      </p:sp>
    </p:spTree>
    <p:extLst>
      <p:ext uri="{BB962C8B-B14F-4D97-AF65-F5344CB8AC3E}">
        <p14:creationId xmlns:p14="http://schemas.microsoft.com/office/powerpoint/2010/main" val="195966228"/>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Pods can be categorized by their priority to the system / user:</a:t>
            </a:r>
          </a:p>
          <a:p>
            <a:pPr marL="342900" indent="-342900">
              <a:buAutoNum type="arabicPeriod"/>
            </a:pPr>
            <a:r>
              <a:rPr lang="en-US" dirty="0"/>
              <a:t>Create a priority class</a:t>
            </a:r>
          </a:p>
          <a:p>
            <a:pPr marL="342900" indent="-342900">
              <a:buAutoNum type="arabicPeriod"/>
            </a:pPr>
            <a:r>
              <a:rPr lang="en-US" dirty="0"/>
              <a:t>Assign the priority class to the pod as part of the pod spec</a:t>
            </a:r>
          </a:p>
          <a:p>
            <a:endParaRPr lang="en-US" dirty="0"/>
          </a:p>
          <a:p>
            <a:r>
              <a:rPr lang="en-US" dirty="0"/>
              <a:t>Effect of a priority class assignment:</a:t>
            </a:r>
          </a:p>
          <a:p>
            <a:pPr marL="285750" indent="-285750">
              <a:buFontTx/>
              <a:buChar char="-"/>
            </a:pPr>
            <a:r>
              <a:rPr lang="en-US" dirty="0"/>
              <a:t>As long as enough capacity (CPU, memory) is available, there is no effect (other than the scheduler gives priority when processing the queue)</a:t>
            </a:r>
          </a:p>
          <a:p>
            <a:pPr marL="285750" indent="-285750">
              <a:buFontTx/>
              <a:buChar char="-"/>
            </a:pPr>
            <a:r>
              <a:rPr lang="en-US" dirty="0"/>
              <a:t>When there is a resource shortage, pods with a higher priority will be handled this way:</a:t>
            </a:r>
          </a:p>
          <a:p>
            <a:pPr marL="465750" lvl="1" indent="-285750">
              <a:buFontTx/>
              <a:buChar char="-"/>
            </a:pPr>
            <a:r>
              <a:rPr lang="en-US" dirty="0"/>
              <a:t>Assess resource requirements</a:t>
            </a:r>
          </a:p>
          <a:p>
            <a:pPr marL="465750" lvl="1" indent="-285750">
              <a:buFontTx/>
              <a:buChar char="-"/>
            </a:pPr>
            <a:r>
              <a:rPr lang="en-US" dirty="0"/>
              <a:t>Remove pods of lower priority from a node until high priority pod can be scheduled</a:t>
            </a:r>
          </a:p>
          <a:p>
            <a:pPr marL="465750" lvl="1" indent="-285750">
              <a:buFontTx/>
              <a:buChar char="-"/>
            </a:pPr>
            <a:r>
              <a:rPr lang="en-US" dirty="0"/>
              <a:t>This behavior is known as “preemption”</a:t>
            </a:r>
          </a:p>
          <a:p>
            <a:pPr marL="465750" lvl="1" indent="-285750">
              <a:buFontTx/>
              <a:buChar char="-"/>
            </a:pPr>
            <a:endParaRPr lang="en-US" dirty="0"/>
          </a:p>
          <a:p>
            <a:r>
              <a:rPr lang="en-US" dirty="0"/>
              <a:t>Read more about it here: </a:t>
            </a:r>
            <a:r>
              <a:rPr lang="de-DE" dirty="0">
                <a:hlinkClick r:id="rId3"/>
              </a:rPr>
              <a:t>https://kubernetes.io/docs/concepts/configuration/pod-priority-preemption/</a:t>
            </a:r>
            <a:endParaRPr lang="en-US" dirty="0"/>
          </a:p>
        </p:txBody>
      </p:sp>
      <p:sp>
        <p:nvSpPr>
          <p:cNvPr id="4" name="Slide Number Placeholder 3"/>
          <p:cNvSpPr>
            <a:spLocks noGrp="1"/>
          </p:cNvSpPr>
          <p:nvPr>
            <p:ph type="sldNum" sz="quarter" idx="5"/>
          </p:nvPr>
        </p:nvSpPr>
        <p:spPr/>
        <p:txBody>
          <a:bodyPr/>
          <a:lstStyle/>
          <a:p>
            <a:fld id="{7D8C2C35-2B8A-446E-BEC0-FD36716C29AC}" type="slidenum">
              <a:rPr lang="de-DE" smtClean="0"/>
              <a:pPr/>
              <a:t>7</a:t>
            </a:fld>
            <a:endParaRPr lang="de-DE" dirty="0"/>
          </a:p>
        </p:txBody>
      </p:sp>
    </p:spTree>
    <p:extLst>
      <p:ext uri="{BB962C8B-B14F-4D97-AF65-F5344CB8AC3E}">
        <p14:creationId xmlns:p14="http://schemas.microsoft.com/office/powerpoint/2010/main" val="2569416036"/>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Priority classes are cluster-wide (i.e. not namespace) resources. The “value” indicates the importance and is used to find preemption targets (i.e. pods with no or a lower priority)</a:t>
            </a:r>
          </a:p>
          <a:p>
            <a:endParaRPr lang="en-US" dirty="0"/>
          </a:p>
          <a:p>
            <a:r>
              <a:rPr lang="en-US" dirty="0"/>
              <a:t>There can be many priority classes in a cluster but only one as “</a:t>
            </a:r>
            <a:r>
              <a:rPr lang="de-DE" dirty="0" err="1"/>
              <a:t>globalDefault</a:t>
            </a:r>
            <a:r>
              <a:rPr lang="de-DE" dirty="0"/>
              <a:t>“.</a:t>
            </a:r>
          </a:p>
          <a:p>
            <a:endParaRPr lang="de-DE" dirty="0"/>
          </a:p>
          <a:p>
            <a:r>
              <a:rPr lang="de-DE" b="1" dirty="0"/>
              <a:t>Optional Demo:</a:t>
            </a:r>
            <a:r>
              <a:rPr lang="de-DE" dirty="0"/>
              <a:t> </a:t>
            </a:r>
          </a:p>
          <a:p>
            <a:r>
              <a:rPr lang="de-DE" dirty="0" err="1"/>
              <a:t>Within</a:t>
            </a:r>
            <a:r>
              <a:rPr lang="de-DE" dirty="0"/>
              <a:t> Gardener </a:t>
            </a:r>
            <a:r>
              <a:rPr lang="de-DE" dirty="0" err="1"/>
              <a:t>clusters</a:t>
            </a:r>
            <a:r>
              <a:rPr lang="de-DE" dirty="0"/>
              <a:t> </a:t>
            </a:r>
            <a:r>
              <a:rPr lang="de-DE" dirty="0" err="1"/>
              <a:t>there</a:t>
            </a:r>
            <a:r>
              <a:rPr lang="de-DE" dirty="0"/>
              <a:t> </a:t>
            </a:r>
            <a:r>
              <a:rPr lang="de-DE" dirty="0" err="1"/>
              <a:t>are</a:t>
            </a:r>
            <a:r>
              <a:rPr lang="de-DE" dirty="0"/>
              <a:t> 2 </a:t>
            </a:r>
            <a:r>
              <a:rPr lang="de-DE" dirty="0" err="1"/>
              <a:t>default</a:t>
            </a:r>
            <a:r>
              <a:rPr lang="de-DE" dirty="0"/>
              <a:t> </a:t>
            </a:r>
            <a:r>
              <a:rPr lang="de-DE" dirty="0" err="1"/>
              <a:t>priority</a:t>
            </a:r>
            <a:r>
              <a:rPr lang="de-DE" dirty="0"/>
              <a:t> </a:t>
            </a:r>
            <a:r>
              <a:rPr lang="de-DE" dirty="0" err="1"/>
              <a:t>classes</a:t>
            </a:r>
            <a:r>
              <a:rPr lang="de-DE" dirty="0"/>
              <a:t> „system-cluster-</a:t>
            </a:r>
            <a:r>
              <a:rPr lang="de-DE" dirty="0" err="1"/>
              <a:t>critical</a:t>
            </a:r>
            <a:r>
              <a:rPr lang="de-DE" dirty="0"/>
              <a:t>“ and „system-</a:t>
            </a:r>
            <a:r>
              <a:rPr lang="de-DE" dirty="0" err="1"/>
              <a:t>node</a:t>
            </a:r>
            <a:r>
              <a:rPr lang="de-DE" dirty="0"/>
              <a:t>-</a:t>
            </a:r>
            <a:r>
              <a:rPr lang="de-DE" dirty="0" err="1"/>
              <a:t>critical</a:t>
            </a:r>
            <a:r>
              <a:rPr lang="de-DE" dirty="0"/>
              <a:t>“. </a:t>
            </a:r>
            <a:r>
              <a:rPr lang="de-DE" dirty="0" err="1"/>
              <a:t>Have</a:t>
            </a:r>
            <a:r>
              <a:rPr lang="de-DE" dirty="0"/>
              <a:t> a </a:t>
            </a:r>
            <a:r>
              <a:rPr lang="de-DE" dirty="0" err="1"/>
              <a:t>look</a:t>
            </a:r>
            <a:r>
              <a:rPr lang="de-DE" dirty="0"/>
              <a:t> </a:t>
            </a:r>
            <a:r>
              <a:rPr lang="de-DE" dirty="0" err="1"/>
              <a:t>into</a:t>
            </a:r>
            <a:r>
              <a:rPr lang="de-DE" dirty="0"/>
              <a:t> </a:t>
            </a:r>
            <a:r>
              <a:rPr lang="de-DE" dirty="0" err="1"/>
              <a:t>pods</a:t>
            </a:r>
            <a:r>
              <a:rPr lang="de-DE" dirty="0"/>
              <a:t> in </a:t>
            </a:r>
            <a:r>
              <a:rPr lang="de-DE" dirty="0" err="1"/>
              <a:t>kube</a:t>
            </a:r>
            <a:r>
              <a:rPr lang="de-DE" dirty="0"/>
              <a:t>-system </a:t>
            </a:r>
            <a:r>
              <a:rPr lang="de-DE" dirty="0" err="1"/>
              <a:t>namespace</a:t>
            </a:r>
            <a:r>
              <a:rPr lang="de-DE" dirty="0"/>
              <a:t> and check, </a:t>
            </a:r>
            <a:r>
              <a:rPr lang="de-DE" dirty="0" err="1"/>
              <a:t>which</a:t>
            </a:r>
            <a:r>
              <a:rPr lang="de-DE" dirty="0"/>
              <a:t> </a:t>
            </a:r>
            <a:r>
              <a:rPr lang="de-DE" dirty="0" err="1"/>
              <a:t>priority</a:t>
            </a:r>
            <a:r>
              <a:rPr lang="de-DE" dirty="0"/>
              <a:t> </a:t>
            </a:r>
            <a:r>
              <a:rPr lang="de-DE" dirty="0" err="1"/>
              <a:t>classes</a:t>
            </a:r>
            <a:r>
              <a:rPr lang="de-DE" dirty="0"/>
              <a:t> </a:t>
            </a:r>
            <a:r>
              <a:rPr lang="de-DE" dirty="0" err="1"/>
              <a:t>are</a:t>
            </a:r>
            <a:r>
              <a:rPr lang="de-DE" dirty="0"/>
              <a:t> </a:t>
            </a:r>
            <a:r>
              <a:rPr lang="de-DE" dirty="0" err="1"/>
              <a:t>assigned</a:t>
            </a:r>
            <a:r>
              <a:rPr lang="de-DE" dirty="0"/>
              <a:t> </a:t>
            </a:r>
            <a:r>
              <a:rPr lang="de-DE" dirty="0" err="1"/>
              <a:t>to</a:t>
            </a:r>
            <a:r>
              <a:rPr lang="de-DE" dirty="0"/>
              <a:t> </a:t>
            </a:r>
            <a:r>
              <a:rPr lang="de-DE" dirty="0" err="1"/>
              <a:t>kube</a:t>
            </a:r>
            <a:r>
              <a:rPr lang="de-DE" dirty="0"/>
              <a:t>-proxy </a:t>
            </a:r>
            <a:r>
              <a:rPr lang="de-DE" dirty="0" err="1"/>
              <a:t>or</a:t>
            </a:r>
            <a:r>
              <a:rPr lang="de-DE" dirty="0"/>
              <a:t> </a:t>
            </a:r>
            <a:r>
              <a:rPr lang="de-DE" dirty="0" err="1"/>
              <a:t>calico-node</a:t>
            </a:r>
            <a:r>
              <a:rPr lang="de-DE" dirty="0"/>
              <a:t> </a:t>
            </a:r>
            <a:r>
              <a:rPr lang="de-DE" dirty="0" err="1"/>
              <a:t>pods</a:t>
            </a:r>
            <a:r>
              <a:rPr lang="de-DE" dirty="0"/>
              <a:t> (</a:t>
            </a:r>
            <a:r>
              <a:rPr lang="de-DE" dirty="0" err="1"/>
              <a:t>both</a:t>
            </a:r>
            <a:r>
              <a:rPr lang="de-DE" dirty="0"/>
              <a:t> </a:t>
            </a:r>
            <a:r>
              <a:rPr lang="de-DE" dirty="0" err="1"/>
              <a:t>managed</a:t>
            </a:r>
            <a:r>
              <a:rPr lang="de-DE" dirty="0"/>
              <a:t> </a:t>
            </a:r>
            <a:r>
              <a:rPr lang="de-DE" dirty="0" err="1"/>
              <a:t>by</a:t>
            </a:r>
            <a:r>
              <a:rPr lang="de-DE" dirty="0"/>
              <a:t> </a:t>
            </a:r>
            <a:r>
              <a:rPr lang="de-DE" dirty="0" err="1"/>
              <a:t>respective</a:t>
            </a:r>
            <a:r>
              <a:rPr lang="de-DE" dirty="0"/>
              <a:t> </a:t>
            </a:r>
            <a:r>
              <a:rPr lang="de-DE" dirty="0" err="1"/>
              <a:t>daemonsets</a:t>
            </a:r>
            <a:r>
              <a:rPr lang="de-DE" dirty="0"/>
              <a:t>). </a:t>
            </a:r>
          </a:p>
          <a:p>
            <a:endParaRPr lang="en-US" dirty="0"/>
          </a:p>
        </p:txBody>
      </p:sp>
      <p:sp>
        <p:nvSpPr>
          <p:cNvPr id="4" name="Slide Number Placeholder 3"/>
          <p:cNvSpPr>
            <a:spLocks noGrp="1"/>
          </p:cNvSpPr>
          <p:nvPr>
            <p:ph type="sldNum" sz="quarter" idx="5"/>
          </p:nvPr>
        </p:nvSpPr>
        <p:spPr/>
        <p:txBody>
          <a:bodyPr/>
          <a:lstStyle/>
          <a:p>
            <a:fld id="{7D8C2C35-2B8A-446E-BEC0-FD36716C29AC}" type="slidenum">
              <a:rPr lang="de-DE" smtClean="0"/>
              <a:pPr/>
              <a:t>8</a:t>
            </a:fld>
            <a:endParaRPr lang="de-DE" dirty="0"/>
          </a:p>
        </p:txBody>
      </p:sp>
    </p:spTree>
    <p:extLst>
      <p:ext uri="{BB962C8B-B14F-4D97-AF65-F5344CB8AC3E}">
        <p14:creationId xmlns:p14="http://schemas.microsoft.com/office/powerpoint/2010/main" val="624819386"/>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lnSpcReduction="10000"/>
          </a:bodyPr>
          <a:lstStyle/>
          <a:p>
            <a:pPr marL="0" lvl="0" indent="0">
              <a:buFontTx/>
              <a:buNone/>
            </a:pPr>
            <a:r>
              <a:rPr lang="en-US" dirty="0"/>
              <a:t>Custom scheduler - this Demo is optional!</a:t>
            </a:r>
          </a:p>
          <a:p>
            <a:pPr marL="0" lvl="0" indent="0">
              <a:buFontTx/>
              <a:buNone/>
            </a:pPr>
            <a:endParaRPr lang="en-US" dirty="0"/>
          </a:p>
          <a:p>
            <a:pPr marL="0" lvl="0" indent="0">
              <a:buFontTx/>
              <a:buNone/>
            </a:pPr>
            <a:r>
              <a:rPr lang="en-US" dirty="0"/>
              <a:t>If regular scheduling doesn’t fit to your requirements, you can build a custom scheduler. It’s somewhat similar to the operator concept where you write your own control loop. </a:t>
            </a:r>
          </a:p>
          <a:p>
            <a:pPr marL="0" lvl="0" indent="0">
              <a:buFontTx/>
              <a:buNone/>
            </a:pPr>
            <a:r>
              <a:rPr lang="en-US" dirty="0"/>
              <a:t>All you need is to</a:t>
            </a:r>
          </a:p>
          <a:p>
            <a:pPr marL="285750" lvl="0" indent="-285750">
              <a:buFontTx/>
              <a:buChar char="-"/>
            </a:pPr>
            <a:r>
              <a:rPr lang="en-US" dirty="0"/>
              <a:t>a name the scheduler can be referenced by</a:t>
            </a:r>
          </a:p>
          <a:p>
            <a:pPr marL="285750" lvl="0" indent="-285750">
              <a:buFontTx/>
              <a:buChar char="-"/>
            </a:pPr>
            <a:r>
              <a:rPr lang="en-US" dirty="0"/>
              <a:t>A control loop watching the API for unscheduled pods referencing the scheduler by name</a:t>
            </a:r>
          </a:p>
          <a:p>
            <a:pPr marL="285750" lvl="0" indent="-285750">
              <a:buFontTx/>
              <a:buChar char="-"/>
            </a:pPr>
            <a:r>
              <a:rPr lang="en-US" dirty="0"/>
              <a:t>Access to the cluster API to run the loop and post the bindings</a:t>
            </a:r>
          </a:p>
          <a:p>
            <a:pPr marL="285750" lvl="0" indent="-285750">
              <a:buFontTx/>
              <a:buChar char="-"/>
            </a:pPr>
            <a:endParaRPr lang="en-US" dirty="0"/>
          </a:p>
          <a:p>
            <a:pPr marL="0" lvl="0" indent="0">
              <a:buFontTx/>
              <a:buNone/>
            </a:pPr>
            <a:r>
              <a:rPr lang="en-US" dirty="0"/>
              <a:t>Demo :</a:t>
            </a:r>
          </a:p>
          <a:p>
            <a:pPr marL="285750" lvl="0" indent="-285750">
              <a:buFontTx/>
              <a:buChar char="-"/>
            </a:pPr>
            <a:r>
              <a:rPr lang="en-US" dirty="0" err="1"/>
              <a:t>kubectl</a:t>
            </a:r>
            <a:r>
              <a:rPr lang="en-US" dirty="0"/>
              <a:t> proxy &amp;</a:t>
            </a:r>
          </a:p>
          <a:p>
            <a:pPr marL="285750" lvl="0" indent="-285750">
              <a:buFontTx/>
              <a:buChar char="-"/>
            </a:pPr>
            <a:r>
              <a:rPr lang="en-US" dirty="0"/>
              <a:t>Create the deployment 11d_custom_scheduler_deployment.yaml</a:t>
            </a:r>
          </a:p>
          <a:p>
            <a:pPr marL="285750" lvl="0" indent="-285750">
              <a:buFontTx/>
              <a:buChar char="-"/>
            </a:pPr>
            <a:r>
              <a:rPr lang="en-US" dirty="0"/>
              <a:t>Show the pod with the specified scheduler name &amp; run a “describe” on it. Highlight the missing default scheduling event </a:t>
            </a:r>
            <a:r>
              <a:rPr lang="en-US" dirty="0">
                <a:sym typeface="Wingdings" panose="05000000000000000000" pitchFamily="2" charset="2"/>
              </a:rPr>
              <a:t> the default scheduler doesn’t pick it up</a:t>
            </a:r>
            <a:endParaRPr lang="en-US" dirty="0"/>
          </a:p>
          <a:p>
            <a:pPr marL="285750" lvl="0" indent="-285750">
              <a:buFontTx/>
              <a:buChar char="-"/>
            </a:pPr>
            <a:r>
              <a:rPr lang="en-US" dirty="0"/>
              <a:t>Run “./11e_custom_scheduler.sh &lt;your-target-namespace&gt;” to start the scheduling loop</a:t>
            </a:r>
          </a:p>
          <a:p>
            <a:pPr marL="285750" lvl="0" indent="-285750">
              <a:buFontTx/>
              <a:buChar char="-"/>
            </a:pPr>
            <a:r>
              <a:rPr lang="en-US" dirty="0"/>
              <a:t>Show the scheduled pods</a:t>
            </a:r>
          </a:p>
          <a:p>
            <a:pPr marL="0" lvl="0" indent="0">
              <a:buFontTx/>
              <a:buNone/>
            </a:pPr>
            <a:endParaRPr lang="en-US" dirty="0"/>
          </a:p>
          <a:p>
            <a:pPr marL="0" lvl="0" indent="0">
              <a:buFontTx/>
              <a:buNone/>
            </a:pPr>
            <a:r>
              <a:rPr lang="en-US" dirty="0"/>
              <a:t>Instead of running the scheduler locally you could also run it within the cluster – simply pack it into a docker image and use it with a deployment.</a:t>
            </a:r>
          </a:p>
          <a:p>
            <a:pPr marL="285750" lvl="0" indent="-285750">
              <a:buFontTx/>
              <a:buChar char="-"/>
            </a:pPr>
            <a:endParaRPr lang="en-US" dirty="0"/>
          </a:p>
        </p:txBody>
      </p:sp>
      <p:sp>
        <p:nvSpPr>
          <p:cNvPr id="4" name="Slide Number Placeholder 3"/>
          <p:cNvSpPr>
            <a:spLocks noGrp="1"/>
          </p:cNvSpPr>
          <p:nvPr>
            <p:ph type="sldNum" sz="quarter" idx="10"/>
          </p:nvPr>
        </p:nvSpPr>
        <p:spPr/>
        <p:txBody>
          <a:bodyPr/>
          <a:lstStyle/>
          <a:p>
            <a:fld id="{7D8C2C35-2B8A-446E-BEC0-FD36716C29AC}" type="slidenum">
              <a:rPr lang="de-DE" smtClean="0"/>
              <a:pPr/>
              <a:t>9</a:t>
            </a:fld>
            <a:endParaRPr lang="de-DE" dirty="0"/>
          </a:p>
        </p:txBody>
      </p:sp>
    </p:spTree>
    <p:extLst>
      <p:ext uri="{BB962C8B-B14F-4D97-AF65-F5344CB8AC3E}">
        <p14:creationId xmlns:p14="http://schemas.microsoft.com/office/powerpoint/2010/main" val="2127571660"/>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Kubernetes is extensible in many different ways. One of the most powerful concepts is the introduction of custom resources and corresponding control loops (usually called “operators”).</a:t>
            </a:r>
          </a:p>
        </p:txBody>
      </p:sp>
      <p:sp>
        <p:nvSpPr>
          <p:cNvPr id="4" name="Slide Number Placeholder 3"/>
          <p:cNvSpPr>
            <a:spLocks noGrp="1"/>
          </p:cNvSpPr>
          <p:nvPr>
            <p:ph type="sldNum" sz="quarter" idx="10"/>
          </p:nvPr>
        </p:nvSpPr>
        <p:spPr/>
        <p:txBody>
          <a:bodyPr/>
          <a:lstStyle/>
          <a:p>
            <a:fld id="{7D8C2C35-2B8A-446E-BEC0-FD36716C29AC}" type="slidenum">
              <a:rPr lang="en-US" smtClean="0"/>
              <a:pPr/>
              <a:t>10</a:t>
            </a:fld>
            <a:endParaRPr lang="en-US" dirty="0"/>
          </a:p>
        </p:txBody>
      </p:sp>
    </p:spTree>
    <p:extLst>
      <p:ext uri="{BB962C8B-B14F-4D97-AF65-F5344CB8AC3E}">
        <p14:creationId xmlns:p14="http://schemas.microsoft.com/office/powerpoint/2010/main" val="3042135102"/>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fontScale="85000" lnSpcReduction="20000"/>
          </a:bodyPr>
          <a:lstStyle/>
          <a:p>
            <a:r>
              <a:rPr lang="en-US" dirty="0"/>
              <a:t>About controller &amp; the operator pattern:</a:t>
            </a:r>
          </a:p>
          <a:p>
            <a:r>
              <a:rPr lang="en-US" dirty="0"/>
              <a:t>In the beginning of our course we said: “Kubernetes is extensible”. You cannot only bring your workloads into container and onto Kubernetes, you can also enhance the way Kubernetes is working. We start with the simplest way of doing so – writing a “controller” or “operator”. It basically consists of 3 logical parts:</a:t>
            </a:r>
          </a:p>
          <a:p>
            <a:pPr marL="342900" indent="-342900">
              <a:buAutoNum type="arabicParenR"/>
            </a:pPr>
            <a:r>
              <a:rPr lang="en-US" dirty="0"/>
              <a:t>Observe - write a control loop, checking certain objects for their state.</a:t>
            </a:r>
          </a:p>
          <a:p>
            <a:pPr marL="342900" indent="-342900">
              <a:buAutoNum type="arabicParenR"/>
            </a:pPr>
            <a:r>
              <a:rPr lang="en-US" dirty="0"/>
              <a:t>Analyze – check the current state against a desired state (may be stored in a different resource, outside of the cluster, hardcoded, …) </a:t>
            </a:r>
          </a:p>
          <a:p>
            <a:pPr marL="342900" indent="-342900">
              <a:buAutoNum type="arabicParenR"/>
            </a:pPr>
            <a:r>
              <a:rPr lang="en-US" dirty="0"/>
              <a:t>Action – if there’s a difference between desired &amp; current state, the controller should act and trigger a defined action to bring the observed objects into the desired state</a:t>
            </a:r>
          </a:p>
          <a:p>
            <a:endParaRPr lang="en-US" dirty="0"/>
          </a:p>
          <a:p>
            <a:r>
              <a:rPr lang="en-US" dirty="0"/>
              <a:t>Lets combine the controller/operator with another powerful mechanism in the K8s realm: “Custom Resource Definition/Object” API (CRD / CRO)</a:t>
            </a:r>
          </a:p>
          <a:p>
            <a:r>
              <a:rPr lang="en-US" dirty="0"/>
              <a:t>CRDs allow you to specify your own objects and integrate them with the K8s API (like a deployment or PVC). Once you defined a CRD, you can start to create objects of that type. But only if you have an operator watching for these objects, something will happen.</a:t>
            </a:r>
          </a:p>
          <a:p>
            <a:endParaRPr lang="en-US" dirty="0"/>
          </a:p>
          <a:p>
            <a:r>
              <a:rPr lang="en-US" dirty="0"/>
              <a:t>Example:</a:t>
            </a:r>
          </a:p>
          <a:p>
            <a:r>
              <a:rPr lang="en-US" dirty="0"/>
              <a:t>You want to run a distributed database on K8s. The actual instances are wrapped into a deployment. However for actions like backup or scaling, you would need to logon to each pod and prepare it manually. A possible solution would be to put scripts into the container images and trigger them. But it still is a manual action to trigger. </a:t>
            </a:r>
          </a:p>
          <a:p>
            <a:r>
              <a:rPr lang="en-US" dirty="0"/>
              <a:t>Instead writing a controller, that watch for certain annotations in the resources metadata is a very valid option. The controller could not only process the action associated with these annotations but also update them.</a:t>
            </a:r>
          </a:p>
          <a:p>
            <a:endParaRPr lang="en-US" dirty="0"/>
          </a:p>
          <a:p>
            <a:r>
              <a:rPr lang="en-US" dirty="0"/>
              <a:t>A slightly different approach would be to go with an API extension via CRD. Define a representation of your database as a custom resource definition and write an operator that observes/analyzes/acts on objects of this type. </a:t>
            </a:r>
          </a:p>
        </p:txBody>
      </p:sp>
      <p:sp>
        <p:nvSpPr>
          <p:cNvPr id="4" name="Slide Number Placeholder 3"/>
          <p:cNvSpPr>
            <a:spLocks noGrp="1"/>
          </p:cNvSpPr>
          <p:nvPr>
            <p:ph type="sldNum" sz="quarter" idx="10"/>
          </p:nvPr>
        </p:nvSpPr>
        <p:spPr/>
        <p:txBody>
          <a:bodyPr/>
          <a:lstStyle/>
          <a:p>
            <a:fld id="{7D8C2C35-2B8A-446E-BEC0-FD36716C29AC}" type="slidenum">
              <a:rPr lang="de-DE" smtClean="0"/>
              <a:pPr/>
              <a:t>11</a:t>
            </a:fld>
            <a:endParaRPr lang="de-DE" dirty="0"/>
          </a:p>
        </p:txBody>
      </p:sp>
    </p:spTree>
    <p:extLst>
      <p:ext uri="{BB962C8B-B14F-4D97-AF65-F5344CB8AC3E}">
        <p14:creationId xmlns:p14="http://schemas.microsoft.com/office/powerpoint/2010/main" val="373502214"/>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lnSpcReduction="10000"/>
          </a:bodyPr>
          <a:lstStyle/>
          <a:p>
            <a:pPr marL="285750" marR="0" lvl="0" indent="-285750" algn="l" defTabSz="1088776" rtl="0" eaLnBrk="1" fontAlgn="auto" latinLnBrk="0" hangingPunct="1">
              <a:lnSpc>
                <a:spcPct val="100000"/>
              </a:lnSpc>
              <a:spcBef>
                <a:spcPts val="0"/>
              </a:spcBef>
              <a:spcAft>
                <a:spcPts val="0"/>
              </a:spcAft>
              <a:buClrTx/>
              <a:buSzTx/>
              <a:buFontTx/>
              <a:buChar char="-"/>
              <a:tabLst/>
              <a:defRPr/>
            </a:pPr>
            <a:r>
              <a:rPr lang="en-US" baseline="0" dirty="0"/>
              <a:t>Optionally you can show this demo</a:t>
            </a:r>
          </a:p>
          <a:p>
            <a:pPr marL="285750" marR="0" lvl="0" indent="-285750" algn="l" defTabSz="1088776" rtl="0" eaLnBrk="1" fontAlgn="auto" latinLnBrk="0" hangingPunct="1">
              <a:lnSpc>
                <a:spcPct val="100000"/>
              </a:lnSpc>
              <a:spcBef>
                <a:spcPts val="0"/>
              </a:spcBef>
              <a:spcAft>
                <a:spcPts val="0"/>
              </a:spcAft>
              <a:buClrTx/>
              <a:buSzTx/>
              <a:buFontTx/>
              <a:buChar char="-"/>
              <a:tabLst/>
              <a:defRPr/>
            </a:pPr>
            <a:r>
              <a:rPr lang="en-US" baseline="0" dirty="0"/>
              <a:t>Firstly, try to create the custom resource object (09_cro.yaml). It will fail, as the cluster </a:t>
            </a:r>
            <a:r>
              <a:rPr lang="en-US" baseline="0" dirty="0" err="1"/>
              <a:t>api</a:t>
            </a:r>
            <a:r>
              <a:rPr lang="en-US" baseline="0" dirty="0"/>
              <a:t> doesn’t know about this resource type</a:t>
            </a:r>
          </a:p>
          <a:p>
            <a:pPr marL="285750" marR="0" lvl="0" indent="-285750" algn="l" defTabSz="1088776" rtl="0" eaLnBrk="1" fontAlgn="auto" latinLnBrk="0" hangingPunct="1">
              <a:lnSpc>
                <a:spcPct val="100000"/>
              </a:lnSpc>
              <a:spcBef>
                <a:spcPts val="0"/>
              </a:spcBef>
              <a:spcAft>
                <a:spcPts val="0"/>
              </a:spcAft>
              <a:buClrTx/>
              <a:buSzTx/>
              <a:buFontTx/>
              <a:buChar char="-"/>
              <a:tabLst/>
              <a:defRPr/>
            </a:pPr>
            <a:r>
              <a:rPr lang="en-US" baseline="0" dirty="0"/>
              <a:t>Create the custom resource definition (09_crd.yaml). Show the </a:t>
            </a:r>
            <a:r>
              <a:rPr lang="en-US" baseline="0" dirty="0" err="1"/>
              <a:t>yaml</a:t>
            </a:r>
            <a:r>
              <a:rPr lang="en-US" baseline="0" dirty="0"/>
              <a:t> and explain the spec</a:t>
            </a:r>
          </a:p>
          <a:p>
            <a:pPr marL="465750" marR="0" lvl="1" indent="-285750" algn="l" defTabSz="1088776" rtl="0" eaLnBrk="1" fontAlgn="auto" latinLnBrk="0" hangingPunct="1">
              <a:lnSpc>
                <a:spcPct val="100000"/>
              </a:lnSpc>
              <a:spcBef>
                <a:spcPts val="0"/>
              </a:spcBef>
              <a:spcAft>
                <a:spcPts val="0"/>
              </a:spcAft>
              <a:buClrTx/>
              <a:buSzTx/>
              <a:buFontTx/>
              <a:buChar char="-"/>
              <a:tabLst/>
              <a:defRPr/>
            </a:pPr>
            <a:r>
              <a:rPr lang="en-US" baseline="0" dirty="0"/>
              <a:t>Group: this is path in the </a:t>
            </a:r>
            <a:r>
              <a:rPr lang="en-US" baseline="0" dirty="0" err="1"/>
              <a:t>api</a:t>
            </a:r>
            <a:r>
              <a:rPr lang="en-US" baseline="0" dirty="0"/>
              <a:t> (like apps or apiextensions.k8s.io)</a:t>
            </a:r>
          </a:p>
          <a:p>
            <a:pPr marL="465750" marR="0" lvl="1" indent="-285750" algn="l" defTabSz="1088776" rtl="0" eaLnBrk="1" fontAlgn="auto" latinLnBrk="0" hangingPunct="1">
              <a:lnSpc>
                <a:spcPct val="100000"/>
              </a:lnSpc>
              <a:spcBef>
                <a:spcPts val="0"/>
              </a:spcBef>
              <a:spcAft>
                <a:spcPts val="0"/>
              </a:spcAft>
              <a:buClrTx/>
              <a:buSzTx/>
              <a:buFontTx/>
              <a:buChar char="-"/>
              <a:tabLst/>
              <a:defRPr/>
            </a:pPr>
            <a:r>
              <a:rPr lang="en-US" baseline="0" dirty="0"/>
              <a:t>Version: version of the </a:t>
            </a:r>
            <a:r>
              <a:rPr lang="en-US" baseline="0" dirty="0" err="1"/>
              <a:t>api</a:t>
            </a:r>
            <a:r>
              <a:rPr lang="en-US" baseline="0" dirty="0"/>
              <a:t> objects in this group (like v1 or v1beta1)</a:t>
            </a:r>
          </a:p>
          <a:p>
            <a:pPr marL="465750" marR="0" lvl="1" indent="-285750" algn="l" defTabSz="1088776" rtl="0" eaLnBrk="1" fontAlgn="auto" latinLnBrk="0" hangingPunct="1">
              <a:lnSpc>
                <a:spcPct val="100000"/>
              </a:lnSpc>
              <a:spcBef>
                <a:spcPts val="0"/>
              </a:spcBef>
              <a:spcAft>
                <a:spcPts val="0"/>
              </a:spcAft>
              <a:buClrTx/>
              <a:buSzTx/>
              <a:buFontTx/>
              <a:buChar char="-"/>
              <a:tabLst/>
              <a:defRPr/>
            </a:pPr>
            <a:r>
              <a:rPr lang="en-US" baseline="0" dirty="0"/>
              <a:t>Scope: objects can exist within a namespace like pods or outside like nodes</a:t>
            </a:r>
          </a:p>
          <a:p>
            <a:pPr marL="465750" marR="0" lvl="1" indent="-285750" algn="l" defTabSz="1088776" rtl="0" eaLnBrk="1" fontAlgn="auto" latinLnBrk="0" hangingPunct="1">
              <a:lnSpc>
                <a:spcPct val="100000"/>
              </a:lnSpc>
              <a:spcBef>
                <a:spcPts val="0"/>
              </a:spcBef>
              <a:spcAft>
                <a:spcPts val="0"/>
              </a:spcAft>
              <a:buClrTx/>
              <a:buSzTx/>
              <a:buFontTx/>
              <a:buChar char="-"/>
              <a:tabLst/>
              <a:defRPr/>
            </a:pPr>
            <a:r>
              <a:rPr lang="en-US" baseline="0" dirty="0"/>
              <a:t>Names: names for the object, can also include a short version like </a:t>
            </a:r>
            <a:r>
              <a:rPr lang="en-US" baseline="0" dirty="0" err="1"/>
              <a:t>pvc</a:t>
            </a:r>
            <a:r>
              <a:rPr lang="en-US" baseline="0" dirty="0"/>
              <a:t> for </a:t>
            </a:r>
            <a:r>
              <a:rPr lang="en-US" baseline="0" dirty="0" err="1"/>
              <a:t>persistentvolumeclaim</a:t>
            </a:r>
            <a:endParaRPr lang="en-US" baseline="0" dirty="0"/>
          </a:p>
          <a:p>
            <a:pPr marL="465750" marR="0" lvl="1" indent="-285750" algn="l" defTabSz="1088776" rtl="0" eaLnBrk="1" fontAlgn="auto" latinLnBrk="0" hangingPunct="1">
              <a:lnSpc>
                <a:spcPct val="100000"/>
              </a:lnSpc>
              <a:spcBef>
                <a:spcPts val="0"/>
              </a:spcBef>
              <a:spcAft>
                <a:spcPts val="0"/>
              </a:spcAft>
              <a:buClrTx/>
              <a:buSzTx/>
              <a:buFontTx/>
              <a:buChar char="-"/>
              <a:tabLst/>
              <a:defRPr/>
            </a:pPr>
            <a:r>
              <a:rPr lang="en-US" baseline="0" dirty="0"/>
              <a:t>Validation: this is the definition of the objects structure and how to validate it. The example requires the training object with properties name and participants</a:t>
            </a:r>
          </a:p>
          <a:p>
            <a:pPr marL="465750" marR="0" lvl="1" indent="-285750" algn="l" defTabSz="1088776" rtl="0" eaLnBrk="1" fontAlgn="auto" latinLnBrk="0" hangingPunct="1">
              <a:lnSpc>
                <a:spcPct val="100000"/>
              </a:lnSpc>
              <a:spcBef>
                <a:spcPts val="0"/>
              </a:spcBef>
              <a:spcAft>
                <a:spcPts val="0"/>
              </a:spcAft>
              <a:buClrTx/>
              <a:buSzTx/>
              <a:buFontTx/>
              <a:buChar char="-"/>
              <a:tabLst/>
              <a:defRPr/>
            </a:pPr>
            <a:endParaRPr lang="en-US" baseline="0" dirty="0"/>
          </a:p>
          <a:p>
            <a:pPr marL="180000" marR="0" lvl="1" indent="0" algn="l" defTabSz="1088776" rtl="0" eaLnBrk="1" fontAlgn="auto" latinLnBrk="0" hangingPunct="1">
              <a:lnSpc>
                <a:spcPct val="100000"/>
              </a:lnSpc>
              <a:spcBef>
                <a:spcPts val="0"/>
              </a:spcBef>
              <a:spcAft>
                <a:spcPts val="0"/>
              </a:spcAft>
              <a:buClrTx/>
              <a:buSzTx/>
              <a:buFontTx/>
              <a:buNone/>
              <a:tabLst/>
              <a:defRPr/>
            </a:pPr>
            <a:r>
              <a:rPr lang="en-US" baseline="0" dirty="0"/>
              <a:t>To move on one could write an operator, that could create namespaces based on course objects.</a:t>
            </a:r>
          </a:p>
          <a:p>
            <a:pPr marL="180000" marR="0" lvl="1" indent="0" algn="l" defTabSz="1088776" rtl="0" eaLnBrk="1" fontAlgn="auto" latinLnBrk="0" hangingPunct="1">
              <a:lnSpc>
                <a:spcPct val="100000"/>
              </a:lnSpc>
              <a:spcBef>
                <a:spcPts val="0"/>
              </a:spcBef>
              <a:spcAft>
                <a:spcPts val="0"/>
              </a:spcAft>
              <a:buClrTx/>
              <a:buSzTx/>
              <a:buFontTx/>
              <a:buNone/>
              <a:tabLst/>
              <a:defRPr/>
            </a:pPr>
            <a:endParaRPr lang="en-US" baseline="0" dirty="0"/>
          </a:p>
          <a:p>
            <a:pPr marL="180000" marR="0" lvl="1" indent="0" algn="l" defTabSz="1088776" rtl="0" eaLnBrk="1" fontAlgn="auto" latinLnBrk="0" hangingPunct="1">
              <a:lnSpc>
                <a:spcPct val="100000"/>
              </a:lnSpc>
              <a:spcBef>
                <a:spcPts val="0"/>
              </a:spcBef>
              <a:spcAft>
                <a:spcPts val="0"/>
              </a:spcAft>
              <a:buClrTx/>
              <a:buSzTx/>
              <a:buFontTx/>
              <a:buNone/>
              <a:tabLst/>
              <a:defRPr/>
            </a:pPr>
            <a:r>
              <a:rPr lang="en-US" baseline="0" dirty="0"/>
              <a:t>A real life example is how Gardener manages the shoot clusters. When you create a new Gardener cluster, actually a </a:t>
            </a:r>
            <a:r>
              <a:rPr lang="en-US" baseline="0" dirty="0" err="1"/>
              <a:t>yaml</a:t>
            </a:r>
            <a:r>
              <a:rPr lang="en-US" baseline="0" dirty="0"/>
              <a:t> file is generated and send to the seed clusters </a:t>
            </a:r>
            <a:r>
              <a:rPr lang="en-US" baseline="0" dirty="0" err="1"/>
              <a:t>api</a:t>
            </a:r>
            <a:r>
              <a:rPr lang="en-US" baseline="0" dirty="0"/>
              <a:t> server. The operator evaluates it and triggers corresponding actions.</a:t>
            </a:r>
          </a:p>
        </p:txBody>
      </p:sp>
      <p:sp>
        <p:nvSpPr>
          <p:cNvPr id="4" name="Slide Number Placeholder 3"/>
          <p:cNvSpPr>
            <a:spLocks noGrp="1"/>
          </p:cNvSpPr>
          <p:nvPr>
            <p:ph type="sldNum" sz="quarter" idx="10"/>
          </p:nvPr>
        </p:nvSpPr>
        <p:spPr/>
        <p:txBody>
          <a:bodyPr/>
          <a:lstStyle/>
          <a:p>
            <a:fld id="{7D8C2C35-2B8A-446E-BEC0-FD36716C29AC}" type="slidenum">
              <a:rPr lang="de-DE" smtClean="0"/>
              <a:pPr/>
              <a:t>13</a:t>
            </a:fld>
            <a:endParaRPr lang="de-DE" dirty="0"/>
          </a:p>
        </p:txBody>
      </p:sp>
    </p:spTree>
    <p:extLst>
      <p:ext uri="{BB962C8B-B14F-4D97-AF65-F5344CB8AC3E}">
        <p14:creationId xmlns:p14="http://schemas.microsoft.com/office/powerpoint/2010/main" val="549751525"/>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7D8C2C35-2B8A-446E-BEC0-FD36716C29AC}" type="slidenum">
              <a:rPr lang="en-US" smtClean="0"/>
              <a:pPr/>
              <a:t>14</a:t>
            </a:fld>
            <a:endParaRPr lang="en-US" dirty="0"/>
          </a:p>
        </p:txBody>
      </p:sp>
    </p:spTree>
    <p:extLst>
      <p:ext uri="{BB962C8B-B14F-4D97-AF65-F5344CB8AC3E}">
        <p14:creationId xmlns:p14="http://schemas.microsoft.com/office/powerpoint/2010/main" val="1582342442"/>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7D8C2C35-2B8A-446E-BEC0-FD36716C29AC}" type="slidenum">
              <a:rPr lang="de-DE" smtClean="0"/>
              <a:pPr/>
              <a:t>15</a:t>
            </a:fld>
            <a:endParaRPr lang="de-DE" dirty="0"/>
          </a:p>
        </p:txBody>
      </p:sp>
    </p:spTree>
    <p:extLst>
      <p:ext uri="{BB962C8B-B14F-4D97-AF65-F5344CB8AC3E}">
        <p14:creationId xmlns:p14="http://schemas.microsoft.com/office/powerpoint/2010/main" val="3466716593"/>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7D8C2C35-2B8A-446E-BEC0-FD36716C29AC}" type="slidenum">
              <a:rPr lang="de-DE" smtClean="0"/>
              <a:pPr/>
              <a:t>16</a:t>
            </a:fld>
            <a:endParaRPr lang="de-DE" dirty="0"/>
          </a:p>
        </p:txBody>
      </p:sp>
    </p:spTree>
    <p:extLst>
      <p:ext uri="{BB962C8B-B14F-4D97-AF65-F5344CB8AC3E}">
        <p14:creationId xmlns:p14="http://schemas.microsoft.com/office/powerpoint/2010/main" val="15780932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r>
              <a:rPr lang="en-US" baseline="0" dirty="0"/>
              <a:t>Optional demo: </a:t>
            </a:r>
          </a:p>
          <a:p>
            <a:r>
              <a:rPr lang="en-US" baseline="0" dirty="0"/>
              <a:t>To access the cluster’s dashboard, use the Gardener UI or port-forward the to dashboard pod (example: </a:t>
            </a:r>
            <a:r>
              <a:rPr lang="en-US" baseline="0" dirty="0" err="1"/>
              <a:t>kubectl</a:t>
            </a:r>
            <a:r>
              <a:rPr lang="en-US" baseline="0" dirty="0"/>
              <a:t> port-forward -n </a:t>
            </a:r>
            <a:r>
              <a:rPr lang="en-US" baseline="0" dirty="0" err="1"/>
              <a:t>kube</a:t>
            </a:r>
            <a:r>
              <a:rPr lang="en-US" baseline="0" dirty="0"/>
              <a:t>-system addons-kubernetes-dashboard-5486b968b7-zf62b 8443:8443)</a:t>
            </a:r>
          </a:p>
          <a:p>
            <a:endParaRPr lang="en-US" baseline="0" dirty="0"/>
          </a:p>
          <a:p>
            <a:r>
              <a:rPr lang="en-US" baseline="0" dirty="0"/>
              <a:t>Demo the dashboard</a:t>
            </a:r>
          </a:p>
          <a:p>
            <a:r>
              <a:rPr lang="en-US" baseline="0" dirty="0"/>
              <a:t>- Show status info &amp; utilization of nodes</a:t>
            </a:r>
          </a:p>
          <a:p>
            <a:r>
              <a:rPr lang="en-US" dirty="0"/>
              <a:t>- Show deployments</a:t>
            </a:r>
            <a:r>
              <a:rPr lang="en-US" baseline="0" dirty="0"/>
              <a:t> </a:t>
            </a:r>
            <a:r>
              <a:rPr lang="en-US" dirty="0"/>
              <a:t>&amp; services and how to create a new</a:t>
            </a:r>
            <a:r>
              <a:rPr lang="en-US" baseline="0" dirty="0"/>
              <a:t> deployment</a:t>
            </a:r>
            <a:endParaRPr lang="en-US" dirty="0"/>
          </a:p>
        </p:txBody>
      </p:sp>
      <p:sp>
        <p:nvSpPr>
          <p:cNvPr id="4" name="Slide Number Placeholder 3"/>
          <p:cNvSpPr>
            <a:spLocks noGrp="1"/>
          </p:cNvSpPr>
          <p:nvPr>
            <p:ph type="sldNum" sz="quarter" idx="10"/>
          </p:nvPr>
        </p:nvSpPr>
        <p:spPr/>
        <p:txBody>
          <a:bodyPr/>
          <a:lstStyle/>
          <a:p>
            <a:fld id="{7D8C2C35-2B8A-446E-BEC0-FD36716C29AC}" type="slidenum">
              <a:rPr lang="de-DE" smtClean="0"/>
              <a:pPr/>
              <a:t>17</a:t>
            </a:fld>
            <a:endParaRPr lang="de-DE" dirty="0"/>
          </a:p>
        </p:txBody>
      </p:sp>
    </p:spTree>
    <p:extLst>
      <p:ext uri="{BB962C8B-B14F-4D97-AF65-F5344CB8AC3E}">
        <p14:creationId xmlns:p14="http://schemas.microsoft.com/office/powerpoint/2010/main" val="3052625252"/>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p:cNvSpPr>
            <a:spLocks noGrp="1"/>
          </p:cNvSpPr>
          <p:nvPr>
            <p:ph type="sldNum" sz="quarter" idx="10"/>
          </p:nvPr>
        </p:nvSpPr>
        <p:spPr/>
        <p:txBody>
          <a:bodyPr/>
          <a:lstStyle/>
          <a:p>
            <a:fld id="{7D8C2C35-2B8A-446E-BEC0-FD36716C29AC}" type="slidenum">
              <a:rPr lang="en-US" smtClean="0"/>
              <a:pPr/>
              <a:t>18</a:t>
            </a:fld>
            <a:endParaRPr lang="en-US" dirty="0"/>
          </a:p>
        </p:txBody>
      </p:sp>
      <p:sp>
        <p:nvSpPr>
          <p:cNvPr id="6" name="Slide Image Placeholder 5"/>
          <p:cNvSpPr>
            <a:spLocks noGrp="1" noRot="1" noChangeAspect="1"/>
          </p:cNvSpPr>
          <p:nvPr>
            <p:ph type="sldImg"/>
          </p:nvPr>
        </p:nvSpPr>
        <p:spPr>
          <a:xfrm>
            <a:off x="547688" y="612775"/>
            <a:ext cx="5762625" cy="3241675"/>
          </a:xfrm>
        </p:spPr>
      </p:sp>
      <p:sp>
        <p:nvSpPr>
          <p:cNvPr id="7" name="Notes Placeholder 6"/>
          <p:cNvSpPr>
            <a:spLocks noGrp="1"/>
          </p:cNvSpPr>
          <p:nvPr>
            <p:ph type="body" idx="1"/>
          </p:nvPr>
        </p:nvSpPr>
        <p:spPr/>
        <p:txBody>
          <a:bodyPr>
            <a:normAutofit/>
          </a:bodyPr>
          <a:lstStyle/>
          <a:p>
            <a:endParaRPr lang="en-US" dirty="0"/>
          </a:p>
        </p:txBody>
      </p:sp>
    </p:spTree>
    <p:extLst>
      <p:ext uri="{BB962C8B-B14F-4D97-AF65-F5344CB8AC3E}">
        <p14:creationId xmlns:p14="http://schemas.microsoft.com/office/powerpoint/2010/main" val="2544264309"/>
      </p:ext>
    </p:extLst>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2" Type="http://schemas.openxmlformats.org/officeDocument/2006/relationships/hyperlink" Target="http://global.sap.com/corporate-en/legal/copyright/index.epx" TargetMode="External"/><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2" Type="http://schemas.openxmlformats.org/officeDocument/2006/relationships/hyperlink" Target="http://www.sap.com/corporate-de/legal/copyright/index.epx" TargetMode="External"/><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Cover with image">
    <p:spTree>
      <p:nvGrpSpPr>
        <p:cNvPr id="1" name=""/>
        <p:cNvGrpSpPr/>
        <p:nvPr/>
      </p:nvGrpSpPr>
      <p:grpSpPr>
        <a:xfrm>
          <a:off x="0" y="0"/>
          <a:ext cx="0" cy="0"/>
          <a:chOff x="0" y="0"/>
          <a:chExt cx="0" cy="0"/>
        </a:xfrm>
      </p:grpSpPr>
      <p:sp>
        <p:nvSpPr>
          <p:cNvPr id="5" name="Cover Image Placeholder"/>
          <p:cNvSpPr>
            <a:spLocks noGrp="1"/>
          </p:cNvSpPr>
          <p:nvPr>
            <p:ph type="pic" sz="quarter" idx="12" hasCustomPrompt="1"/>
          </p:nvPr>
        </p:nvSpPr>
        <p:spPr>
          <a:xfrm>
            <a:off x="1" y="0"/>
            <a:ext cx="12195175" cy="3430006"/>
          </a:xfrm>
          <a:solidFill>
            <a:schemeClr val="tx2">
              <a:alpha val="70000"/>
            </a:schemeClr>
          </a:solidFill>
        </p:spPr>
        <p:txBody>
          <a:bodyPr tIns="504000"/>
          <a:lstStyle>
            <a:lvl1pPr algn="ctr">
              <a:defRPr sz="1600">
                <a:solidFill>
                  <a:schemeClr val="tx1"/>
                </a:solidFill>
              </a:defRPr>
            </a:lvl1pPr>
          </a:lstStyle>
          <a:p>
            <a:r>
              <a:rPr lang="en-US" dirty="0"/>
              <a:t>Click to insert title image</a:t>
            </a:r>
          </a:p>
        </p:txBody>
      </p:sp>
      <p:pic>
        <p:nvPicPr>
          <p:cNvPr id="15" name="SAP Logo"/>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288000" y="6217668"/>
            <a:ext cx="1578462" cy="360000"/>
          </a:xfrm>
          <a:prstGeom prst="rect">
            <a:avLst/>
          </a:prstGeom>
        </p:spPr>
      </p:pic>
      <p:grpSp>
        <p:nvGrpSpPr>
          <p:cNvPr id="2" name="Group 1"/>
          <p:cNvGrpSpPr/>
          <p:nvPr userDrawn="1"/>
        </p:nvGrpSpPr>
        <p:grpSpPr>
          <a:xfrm>
            <a:off x="9171173" y="0"/>
            <a:ext cx="3024002" cy="3430006"/>
            <a:chOff x="9171173" y="0"/>
            <a:chExt cx="3024002" cy="3430006"/>
          </a:xfrm>
        </p:grpSpPr>
        <p:sp>
          <p:nvSpPr>
            <p:cNvPr id="17" name="Rectangle 16"/>
            <p:cNvSpPr/>
            <p:nvPr userDrawn="1"/>
          </p:nvSpPr>
          <p:spPr bwMode="gray">
            <a:xfrm>
              <a:off x="11187175" y="0"/>
              <a:ext cx="1008000" cy="3430006"/>
            </a:xfrm>
            <a:prstGeom prst="rect">
              <a:avLst/>
            </a:prstGeom>
            <a:solidFill>
              <a:schemeClr val="accent1"/>
            </a:solidFill>
            <a:ln w="6350" algn="ctr">
              <a:noFill/>
              <a:miter lim="800000"/>
              <a:headEnd/>
              <a:tailEnd/>
            </a:ln>
          </p:spPr>
          <p:txBody>
            <a:bodyPr lIns="90000" tIns="72000" rIns="90000" bIns="72000" rtlCol="0" anchor="ctr"/>
            <a:lstStyle/>
            <a:p>
              <a:pPr marR="0" algn="ctr" defTabSz="914217" eaLnBrk="1" fontAlgn="base" latinLnBrk="0" hangingPunct="1">
                <a:lnSpc>
                  <a:spcPct val="100000"/>
                </a:lnSpc>
                <a:spcBef>
                  <a:spcPct val="50000"/>
                </a:spcBef>
                <a:spcAft>
                  <a:spcPct val="0"/>
                </a:spcAft>
                <a:buClr>
                  <a:srgbClr val="F0AB00"/>
                </a:buClr>
                <a:buSzPct val="80000"/>
                <a:tabLst/>
              </a:pPr>
              <a:endParaRPr kumimoji="0" lang="en-US" sz="2000" b="0" i="0" u="none" strike="noStrike" kern="0" cap="none" spc="0" normalizeH="0" baseline="0" noProof="0" dirty="0" err="1">
                <a:ln>
                  <a:noFill/>
                </a:ln>
                <a:effectLst/>
                <a:uLnTx/>
                <a:uFillTx/>
                <a:ea typeface="Arial Unicode MS" pitchFamily="34" charset="-128"/>
                <a:cs typeface="Arial Unicode MS" pitchFamily="34" charset="-128"/>
              </a:endParaRPr>
            </a:p>
          </p:txBody>
        </p:sp>
        <p:sp>
          <p:nvSpPr>
            <p:cNvPr id="18" name="Rectangle 17"/>
            <p:cNvSpPr/>
            <p:nvPr userDrawn="1"/>
          </p:nvSpPr>
          <p:spPr bwMode="gray">
            <a:xfrm>
              <a:off x="10179174" y="0"/>
              <a:ext cx="1008000" cy="3430006"/>
            </a:xfrm>
            <a:prstGeom prst="rect">
              <a:avLst/>
            </a:prstGeom>
            <a:solidFill>
              <a:schemeClr val="accent1">
                <a:alpha val="70000"/>
              </a:schemeClr>
            </a:solidFill>
            <a:ln w="6350" algn="ctr">
              <a:noFill/>
              <a:miter lim="800000"/>
              <a:headEnd/>
              <a:tailEnd/>
            </a:ln>
          </p:spPr>
          <p:txBody>
            <a:bodyPr lIns="90000" tIns="72000" rIns="90000" bIns="72000" rtlCol="0" anchor="ctr"/>
            <a:lstStyle/>
            <a:p>
              <a:pPr marR="0" algn="ctr" defTabSz="914217" eaLnBrk="1" fontAlgn="base" latinLnBrk="0" hangingPunct="1">
                <a:lnSpc>
                  <a:spcPct val="100000"/>
                </a:lnSpc>
                <a:spcBef>
                  <a:spcPct val="50000"/>
                </a:spcBef>
                <a:spcAft>
                  <a:spcPct val="0"/>
                </a:spcAft>
                <a:buClr>
                  <a:srgbClr val="F0AB00"/>
                </a:buClr>
                <a:buSzPct val="80000"/>
                <a:tabLst/>
              </a:pPr>
              <a:endParaRPr kumimoji="0" lang="en-US" sz="2000" b="0" i="0" u="none" strike="noStrike" kern="0" cap="none" spc="0" normalizeH="0" baseline="0" noProof="0" dirty="0" err="1">
                <a:ln>
                  <a:noFill/>
                </a:ln>
                <a:effectLst/>
                <a:uLnTx/>
                <a:uFillTx/>
                <a:ea typeface="Arial Unicode MS" pitchFamily="34" charset="-128"/>
                <a:cs typeface="Arial Unicode MS" pitchFamily="34" charset="-128"/>
              </a:endParaRPr>
            </a:p>
          </p:txBody>
        </p:sp>
        <p:sp>
          <p:nvSpPr>
            <p:cNvPr id="22" name="Rectangle 21"/>
            <p:cNvSpPr/>
            <p:nvPr userDrawn="1"/>
          </p:nvSpPr>
          <p:spPr bwMode="gray">
            <a:xfrm>
              <a:off x="9171173" y="0"/>
              <a:ext cx="1008000" cy="3430006"/>
            </a:xfrm>
            <a:prstGeom prst="rect">
              <a:avLst/>
            </a:prstGeom>
            <a:solidFill>
              <a:schemeClr val="accent1">
                <a:alpha val="40000"/>
              </a:schemeClr>
            </a:solidFill>
            <a:ln w="6350" algn="ctr">
              <a:noFill/>
              <a:miter lim="800000"/>
              <a:headEnd/>
              <a:tailEnd/>
            </a:ln>
          </p:spPr>
          <p:txBody>
            <a:bodyPr lIns="90000" tIns="72000" rIns="90000" bIns="72000" rtlCol="0" anchor="ctr"/>
            <a:lstStyle/>
            <a:p>
              <a:pPr marR="0" algn="ctr" defTabSz="914217" eaLnBrk="1" fontAlgn="base" latinLnBrk="0" hangingPunct="1">
                <a:lnSpc>
                  <a:spcPct val="100000"/>
                </a:lnSpc>
                <a:spcBef>
                  <a:spcPct val="50000"/>
                </a:spcBef>
                <a:spcAft>
                  <a:spcPct val="0"/>
                </a:spcAft>
                <a:buClr>
                  <a:srgbClr val="F0AB00"/>
                </a:buClr>
                <a:buSzPct val="80000"/>
                <a:tabLst/>
              </a:pPr>
              <a:endParaRPr kumimoji="0" lang="en-US" sz="2000" b="0" i="0" u="none" strike="noStrike" kern="0" cap="none" spc="0" normalizeH="0" baseline="0" noProof="0" dirty="0" err="1">
                <a:ln>
                  <a:noFill/>
                </a:ln>
                <a:effectLst/>
                <a:uLnTx/>
                <a:uFillTx/>
                <a:ea typeface="Arial Unicode MS" pitchFamily="34" charset="-128"/>
                <a:cs typeface="Arial Unicode MS" pitchFamily="34" charset="-128"/>
              </a:endParaRPr>
            </a:p>
          </p:txBody>
        </p:sp>
      </p:grpSp>
      <p:sp>
        <p:nvSpPr>
          <p:cNvPr id="13" name="Classification"/>
          <p:cNvSpPr txBox="1"/>
          <p:nvPr userDrawn="1"/>
        </p:nvSpPr>
        <p:spPr>
          <a:xfrm>
            <a:off x="288000" y="5769666"/>
            <a:ext cx="4204855" cy="138499"/>
          </a:xfrm>
          <a:prstGeom prst="rect">
            <a:avLst/>
          </a:prstGeom>
        </p:spPr>
        <p:txBody>
          <a:bodyPr vert="horz" lIns="0" tIns="0" rIns="0" bIns="0" rtlCol="0">
            <a:noAutofit/>
          </a:bodyPr>
          <a:lstStyle>
            <a:lvl1pPr lvl="0" indent="0">
              <a:spcBef>
                <a:spcPts val="0"/>
              </a:spcBef>
              <a:buClr>
                <a:schemeClr val="accent1"/>
              </a:buClr>
              <a:buSzPct val="80000"/>
              <a:buFontTx/>
              <a:buNone/>
              <a:defRPr sz="1000" b="0">
                <a:latin typeface="+mn-lt"/>
              </a:defRPr>
            </a:lvl1pPr>
            <a:lvl2pPr marL="180000" indent="-180000">
              <a:spcBef>
                <a:spcPts val="600"/>
              </a:spcBef>
              <a:buClr>
                <a:schemeClr val="accent1"/>
              </a:buClr>
              <a:buFont typeface="Wingdings" pitchFamily="2" charset="2"/>
              <a:buChar char="§"/>
              <a:defRPr sz="1800">
                <a:latin typeface="+mn-lt"/>
              </a:defRPr>
            </a:lvl2pPr>
            <a:lvl3pPr marL="360000" indent="-180000">
              <a:spcBef>
                <a:spcPts val="300"/>
              </a:spcBef>
              <a:buClr>
                <a:schemeClr val="tx1"/>
              </a:buClr>
              <a:buSzPct val="100000"/>
              <a:buFont typeface="Arial" panose="020B0604020202020204" pitchFamily="34" charset="0"/>
              <a:buChar char="–"/>
              <a:defRPr lang="en-US" sz="1800" noProof="0" dirty="0" smtClean="0">
                <a:latin typeface="+mn-lt"/>
              </a:defRPr>
            </a:lvl3pPr>
            <a:lvl4pPr marL="540000" indent="-180000">
              <a:spcBef>
                <a:spcPts val="300"/>
              </a:spcBef>
              <a:buClr>
                <a:schemeClr val="tx1"/>
              </a:buClr>
              <a:buSzPct val="120000"/>
              <a:buFont typeface="Arial" pitchFamily="34" charset="0"/>
              <a:buChar char="▫"/>
              <a:defRPr sz="1600">
                <a:latin typeface="+mn-lt"/>
              </a:defRPr>
            </a:lvl4pPr>
            <a:lvl5pPr marL="720000" indent="-180000">
              <a:spcBef>
                <a:spcPts val="100"/>
              </a:spcBef>
              <a:buClr>
                <a:schemeClr val="tx1"/>
              </a:buClr>
              <a:buSzPct val="100000"/>
              <a:buFont typeface="Symbol" panose="05050102010706020507" pitchFamily="18" charset="2"/>
              <a:buChar char="-"/>
              <a:defRPr sz="1400" baseline="0">
                <a:latin typeface="+mn-lt"/>
              </a:defRPr>
            </a:lvl5pPr>
            <a:lvl6pPr marL="2994134" indent="-272194">
              <a:spcBef>
                <a:spcPct val="20000"/>
              </a:spcBef>
              <a:buFont typeface="Arial" pitchFamily="34" charset="0"/>
              <a:buChar char="•"/>
              <a:defRPr sz="2400"/>
            </a:lvl6pPr>
            <a:lvl7pPr marL="3538522" indent="-272194">
              <a:spcBef>
                <a:spcPct val="20000"/>
              </a:spcBef>
              <a:buFont typeface="Arial" pitchFamily="34" charset="0"/>
              <a:buChar char="•"/>
              <a:defRPr sz="2400"/>
            </a:lvl7pPr>
            <a:lvl8pPr marL="4082910" indent="-272194">
              <a:spcBef>
                <a:spcPct val="20000"/>
              </a:spcBef>
              <a:buFont typeface="Arial" pitchFamily="34" charset="0"/>
              <a:buChar char="•"/>
              <a:defRPr sz="2400"/>
            </a:lvl8pPr>
            <a:lvl9pPr marL="4627298" indent="-272194">
              <a:spcBef>
                <a:spcPct val="20000"/>
              </a:spcBef>
              <a:buFont typeface="Arial" pitchFamily="34" charset="0"/>
              <a:buChar char="•"/>
              <a:defRPr sz="2400"/>
            </a:lvl9pPr>
          </a:lstStyle>
          <a:p>
            <a:pPr lvl="0" algn="l"/>
            <a:r>
              <a:rPr lang="en-US" sz="900" b="0" dirty="0"/>
              <a:t>INTERNAL</a:t>
            </a:r>
          </a:p>
        </p:txBody>
      </p:sp>
      <p:sp>
        <p:nvSpPr>
          <p:cNvPr id="19" name="Speaker"/>
          <p:cNvSpPr>
            <a:spLocks noGrp="1"/>
          </p:cNvSpPr>
          <p:nvPr userDrawn="1">
            <p:ph type="subTitle" idx="1" hasCustomPrompt="1"/>
          </p:nvPr>
        </p:nvSpPr>
        <p:spPr bwMode="gray">
          <a:xfrm>
            <a:off x="288000" y="5130489"/>
            <a:ext cx="10900800" cy="430887"/>
          </a:xfrm>
        </p:spPr>
        <p:txBody>
          <a:bodyPr wrap="square" anchor="t" anchorCtr="0">
            <a:noAutofit/>
          </a:bodyPr>
          <a:lstStyle>
            <a:lvl1pPr marL="0" marR="0" indent="0" algn="l" defTabSz="1088558" rtl="0" eaLnBrk="1" fontAlgn="auto" latinLnBrk="0" hangingPunct="1">
              <a:lnSpc>
                <a:spcPct val="100000"/>
              </a:lnSpc>
              <a:spcBef>
                <a:spcPts val="0"/>
              </a:spcBef>
              <a:spcAft>
                <a:spcPts val="0"/>
              </a:spcAft>
              <a:buClr>
                <a:schemeClr val="accent1"/>
              </a:buClr>
              <a:buSzPct val="80000"/>
              <a:buFontTx/>
              <a:buNone/>
              <a:tabLst/>
              <a:defRPr sz="1400" b="0" baseline="0">
                <a:solidFill>
                  <a:schemeClr val="tx1"/>
                </a:solidFill>
              </a:defRPr>
            </a:lvl1pPr>
            <a:lvl2pPr marL="544279" indent="0" algn="ctr">
              <a:buNone/>
              <a:defRPr>
                <a:solidFill>
                  <a:schemeClr val="tx1">
                    <a:tint val="75000"/>
                  </a:schemeClr>
                </a:solidFill>
              </a:defRPr>
            </a:lvl2pPr>
            <a:lvl3pPr marL="1088558" indent="0" algn="ctr">
              <a:buNone/>
              <a:defRPr>
                <a:solidFill>
                  <a:schemeClr val="tx1">
                    <a:tint val="75000"/>
                  </a:schemeClr>
                </a:solidFill>
              </a:defRPr>
            </a:lvl3pPr>
            <a:lvl4pPr marL="1632837" indent="0" algn="ctr">
              <a:buNone/>
              <a:defRPr>
                <a:solidFill>
                  <a:schemeClr val="tx1">
                    <a:tint val="75000"/>
                  </a:schemeClr>
                </a:solidFill>
              </a:defRPr>
            </a:lvl4pPr>
            <a:lvl5pPr marL="2177116" indent="0" algn="ctr">
              <a:buNone/>
              <a:defRPr>
                <a:solidFill>
                  <a:schemeClr val="tx1">
                    <a:tint val="75000"/>
                  </a:schemeClr>
                </a:solidFill>
              </a:defRPr>
            </a:lvl5pPr>
            <a:lvl6pPr marL="2721396" indent="0" algn="ctr">
              <a:buNone/>
              <a:defRPr>
                <a:solidFill>
                  <a:schemeClr val="tx1">
                    <a:tint val="75000"/>
                  </a:schemeClr>
                </a:solidFill>
              </a:defRPr>
            </a:lvl6pPr>
            <a:lvl7pPr marL="3265675" indent="0" algn="ctr">
              <a:buNone/>
              <a:defRPr>
                <a:solidFill>
                  <a:schemeClr val="tx1">
                    <a:tint val="75000"/>
                  </a:schemeClr>
                </a:solidFill>
              </a:defRPr>
            </a:lvl7pPr>
            <a:lvl8pPr marL="3809954" indent="0" algn="ctr">
              <a:buNone/>
              <a:defRPr>
                <a:solidFill>
                  <a:schemeClr val="tx1">
                    <a:tint val="75000"/>
                  </a:schemeClr>
                </a:solidFill>
              </a:defRPr>
            </a:lvl8pPr>
            <a:lvl9pPr marL="4354233" indent="0" algn="ctr">
              <a:buNone/>
              <a:defRPr>
                <a:solidFill>
                  <a:schemeClr val="tx1">
                    <a:tint val="75000"/>
                  </a:schemeClr>
                </a:solidFill>
              </a:defRPr>
            </a:lvl9pPr>
          </a:lstStyle>
          <a:p>
            <a:r>
              <a:rPr lang="en-US" dirty="0"/>
              <a:t>Speaker’s Name, SAP</a:t>
            </a:r>
          </a:p>
          <a:p>
            <a:pPr marL="0" marR="0" lvl="0" indent="0" algn="l" defTabSz="1088558" rtl="0" eaLnBrk="1" fontAlgn="auto" latinLnBrk="0" hangingPunct="1">
              <a:lnSpc>
                <a:spcPct val="100000"/>
              </a:lnSpc>
              <a:spcBef>
                <a:spcPts val="0"/>
              </a:spcBef>
              <a:spcAft>
                <a:spcPts val="0"/>
              </a:spcAft>
              <a:buClr>
                <a:schemeClr val="accent1"/>
              </a:buClr>
              <a:buSzPct val="80000"/>
              <a:buFontTx/>
              <a:buNone/>
              <a:tabLst/>
              <a:defRPr/>
            </a:pPr>
            <a:r>
              <a:rPr lang="en-US" dirty="0"/>
              <a:t>Month 00, 2017</a:t>
            </a:r>
          </a:p>
        </p:txBody>
      </p:sp>
      <p:sp>
        <p:nvSpPr>
          <p:cNvPr id="20" name="Presentation Title"/>
          <p:cNvSpPr>
            <a:spLocks noGrp="1"/>
          </p:cNvSpPr>
          <p:nvPr userDrawn="1">
            <p:ph type="body" sz="quarter" idx="14" hasCustomPrompt="1"/>
          </p:nvPr>
        </p:nvSpPr>
        <p:spPr>
          <a:xfrm>
            <a:off x="288000" y="4024430"/>
            <a:ext cx="10899174" cy="997196"/>
          </a:xfrm>
        </p:spPr>
        <p:txBody>
          <a:bodyPr wrap="square">
            <a:spAutoFit/>
          </a:bodyPr>
          <a:lstStyle>
            <a:lvl1pPr>
              <a:lnSpc>
                <a:spcPct val="90000"/>
              </a:lnSpc>
              <a:spcBef>
                <a:spcPts val="0"/>
              </a:spcBef>
              <a:defRPr sz="3600" b="1" baseline="0"/>
            </a:lvl1pPr>
          </a:lstStyle>
          <a:p>
            <a:pPr lvl="0"/>
            <a:r>
              <a:rPr lang="en-US" dirty="0"/>
              <a:t>Presentation Title </a:t>
            </a:r>
            <a:br>
              <a:rPr lang="en-US" dirty="0"/>
            </a:br>
            <a:r>
              <a:rPr lang="en-US" dirty="0"/>
              <a:t>Goes Here and Here.</a:t>
            </a:r>
          </a:p>
        </p:txBody>
      </p:sp>
    </p:spTree>
    <p:extLst>
      <p:ext uri="{BB962C8B-B14F-4D97-AF65-F5344CB8AC3E}">
        <p14:creationId xmlns:p14="http://schemas.microsoft.com/office/powerpoint/2010/main" val="2452717617"/>
      </p:ext>
    </p:extLst>
  </p:cSld>
  <p:clrMapOvr>
    <a:masterClrMapping/>
  </p:clrMapOvr>
  <p:extLst>
    <p:ext uri="{DCECCB84-F9BA-43D5-87BE-67443E8EF086}">
      <p15:sldGuideLst xmlns:p15="http://schemas.microsoft.com/office/powerpoint/2012/main"/>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preserve="1" userDrawn="1">
  <p:cSld name="Cover with illustration scene art">
    <p:spTree>
      <p:nvGrpSpPr>
        <p:cNvPr id="1" name=""/>
        <p:cNvGrpSpPr/>
        <p:nvPr/>
      </p:nvGrpSpPr>
      <p:grpSpPr>
        <a:xfrm>
          <a:off x="0" y="0"/>
          <a:ext cx="0" cy="0"/>
          <a:chOff x="0" y="0"/>
          <a:chExt cx="0" cy="0"/>
        </a:xfrm>
      </p:grpSpPr>
      <p:sp>
        <p:nvSpPr>
          <p:cNvPr id="5" name="Cover Image Placeholder"/>
          <p:cNvSpPr>
            <a:spLocks noGrp="1"/>
          </p:cNvSpPr>
          <p:nvPr>
            <p:ph type="pic" sz="quarter" idx="12" hasCustomPrompt="1"/>
          </p:nvPr>
        </p:nvSpPr>
        <p:spPr>
          <a:xfrm>
            <a:off x="1" y="0"/>
            <a:ext cx="12195175" cy="3430006"/>
          </a:xfrm>
          <a:noFill/>
        </p:spPr>
        <p:txBody>
          <a:bodyPr tIns="504000"/>
          <a:lstStyle>
            <a:lvl1pPr algn="ctr">
              <a:defRPr sz="1600">
                <a:solidFill>
                  <a:schemeClr val="tx1"/>
                </a:solidFill>
              </a:defRPr>
            </a:lvl1pPr>
          </a:lstStyle>
          <a:p>
            <a:r>
              <a:rPr lang="en-US" dirty="0"/>
              <a:t>Click to insert illustration scene art</a:t>
            </a:r>
          </a:p>
        </p:txBody>
      </p:sp>
      <p:pic>
        <p:nvPicPr>
          <p:cNvPr id="15" name="SAP Logo"/>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288000" y="6217668"/>
            <a:ext cx="1578462" cy="360000"/>
          </a:xfrm>
          <a:prstGeom prst="rect">
            <a:avLst/>
          </a:prstGeom>
        </p:spPr>
      </p:pic>
      <p:sp>
        <p:nvSpPr>
          <p:cNvPr id="13" name="Classification"/>
          <p:cNvSpPr txBox="1"/>
          <p:nvPr userDrawn="1"/>
        </p:nvSpPr>
        <p:spPr>
          <a:xfrm>
            <a:off x="288000" y="5769666"/>
            <a:ext cx="4204855" cy="138499"/>
          </a:xfrm>
          <a:prstGeom prst="rect">
            <a:avLst/>
          </a:prstGeom>
        </p:spPr>
        <p:txBody>
          <a:bodyPr vert="horz" lIns="0" tIns="0" rIns="0" bIns="0" rtlCol="0">
            <a:noAutofit/>
          </a:bodyPr>
          <a:lstStyle>
            <a:lvl1pPr lvl="0" indent="0">
              <a:spcBef>
                <a:spcPts val="0"/>
              </a:spcBef>
              <a:buClr>
                <a:schemeClr val="accent1"/>
              </a:buClr>
              <a:buSzPct val="80000"/>
              <a:buFontTx/>
              <a:buNone/>
              <a:defRPr sz="1000" b="0">
                <a:latin typeface="+mn-lt"/>
              </a:defRPr>
            </a:lvl1pPr>
            <a:lvl2pPr marL="180000" indent="-180000">
              <a:spcBef>
                <a:spcPts val="600"/>
              </a:spcBef>
              <a:buClr>
                <a:schemeClr val="accent1"/>
              </a:buClr>
              <a:buFont typeface="Wingdings" pitchFamily="2" charset="2"/>
              <a:buChar char="§"/>
              <a:defRPr sz="1800">
                <a:latin typeface="+mn-lt"/>
              </a:defRPr>
            </a:lvl2pPr>
            <a:lvl3pPr marL="360000" indent="-180000">
              <a:spcBef>
                <a:spcPts val="300"/>
              </a:spcBef>
              <a:buClr>
                <a:schemeClr val="tx1"/>
              </a:buClr>
              <a:buSzPct val="100000"/>
              <a:buFont typeface="Arial" panose="020B0604020202020204" pitchFamily="34" charset="0"/>
              <a:buChar char="–"/>
              <a:defRPr lang="en-US" sz="1800" noProof="0" dirty="0" smtClean="0">
                <a:latin typeface="+mn-lt"/>
              </a:defRPr>
            </a:lvl3pPr>
            <a:lvl4pPr marL="540000" indent="-180000">
              <a:spcBef>
                <a:spcPts val="300"/>
              </a:spcBef>
              <a:buClr>
                <a:schemeClr val="tx1"/>
              </a:buClr>
              <a:buSzPct val="120000"/>
              <a:buFont typeface="Arial" pitchFamily="34" charset="0"/>
              <a:buChar char="▫"/>
              <a:defRPr sz="1600">
                <a:latin typeface="+mn-lt"/>
              </a:defRPr>
            </a:lvl4pPr>
            <a:lvl5pPr marL="720000" indent="-180000">
              <a:spcBef>
                <a:spcPts val="100"/>
              </a:spcBef>
              <a:buClr>
                <a:schemeClr val="tx1"/>
              </a:buClr>
              <a:buSzPct val="100000"/>
              <a:buFont typeface="Symbol" panose="05050102010706020507" pitchFamily="18" charset="2"/>
              <a:buChar char="-"/>
              <a:defRPr sz="1400" baseline="0">
                <a:latin typeface="+mn-lt"/>
              </a:defRPr>
            </a:lvl5pPr>
            <a:lvl6pPr marL="2994134" indent="-272194">
              <a:spcBef>
                <a:spcPct val="20000"/>
              </a:spcBef>
              <a:buFont typeface="Arial" pitchFamily="34" charset="0"/>
              <a:buChar char="•"/>
              <a:defRPr sz="2400"/>
            </a:lvl6pPr>
            <a:lvl7pPr marL="3538522" indent="-272194">
              <a:spcBef>
                <a:spcPct val="20000"/>
              </a:spcBef>
              <a:buFont typeface="Arial" pitchFamily="34" charset="0"/>
              <a:buChar char="•"/>
              <a:defRPr sz="2400"/>
            </a:lvl7pPr>
            <a:lvl8pPr marL="4082910" indent="-272194">
              <a:spcBef>
                <a:spcPct val="20000"/>
              </a:spcBef>
              <a:buFont typeface="Arial" pitchFamily="34" charset="0"/>
              <a:buChar char="•"/>
              <a:defRPr sz="2400"/>
            </a:lvl8pPr>
            <a:lvl9pPr marL="4627298" indent="-272194">
              <a:spcBef>
                <a:spcPct val="20000"/>
              </a:spcBef>
              <a:buFont typeface="Arial" pitchFamily="34" charset="0"/>
              <a:buChar char="•"/>
              <a:defRPr sz="2400"/>
            </a:lvl9pPr>
          </a:lstStyle>
          <a:p>
            <a:pPr lvl="0" algn="l"/>
            <a:r>
              <a:rPr lang="en-US" sz="900" b="0" dirty="0"/>
              <a:t>INTERNAL</a:t>
            </a:r>
          </a:p>
        </p:txBody>
      </p:sp>
      <p:sp>
        <p:nvSpPr>
          <p:cNvPr id="19" name="Speaker"/>
          <p:cNvSpPr>
            <a:spLocks noGrp="1"/>
          </p:cNvSpPr>
          <p:nvPr userDrawn="1">
            <p:ph type="subTitle" idx="1" hasCustomPrompt="1"/>
          </p:nvPr>
        </p:nvSpPr>
        <p:spPr bwMode="gray">
          <a:xfrm>
            <a:off x="288000" y="5130489"/>
            <a:ext cx="10900800" cy="430887"/>
          </a:xfrm>
        </p:spPr>
        <p:txBody>
          <a:bodyPr wrap="square" anchor="t" anchorCtr="0">
            <a:noAutofit/>
          </a:bodyPr>
          <a:lstStyle>
            <a:lvl1pPr marL="0" marR="0" indent="0" algn="l" defTabSz="1088558" rtl="0" eaLnBrk="1" fontAlgn="auto" latinLnBrk="0" hangingPunct="1">
              <a:lnSpc>
                <a:spcPct val="100000"/>
              </a:lnSpc>
              <a:spcBef>
                <a:spcPts val="0"/>
              </a:spcBef>
              <a:spcAft>
                <a:spcPts val="0"/>
              </a:spcAft>
              <a:buClr>
                <a:schemeClr val="accent1"/>
              </a:buClr>
              <a:buSzPct val="80000"/>
              <a:buFontTx/>
              <a:buNone/>
              <a:tabLst/>
              <a:defRPr sz="1400" b="0" baseline="0">
                <a:solidFill>
                  <a:schemeClr val="tx1"/>
                </a:solidFill>
              </a:defRPr>
            </a:lvl1pPr>
            <a:lvl2pPr marL="544279" indent="0" algn="ctr">
              <a:buNone/>
              <a:defRPr>
                <a:solidFill>
                  <a:schemeClr val="tx1">
                    <a:tint val="75000"/>
                  </a:schemeClr>
                </a:solidFill>
              </a:defRPr>
            </a:lvl2pPr>
            <a:lvl3pPr marL="1088558" indent="0" algn="ctr">
              <a:buNone/>
              <a:defRPr>
                <a:solidFill>
                  <a:schemeClr val="tx1">
                    <a:tint val="75000"/>
                  </a:schemeClr>
                </a:solidFill>
              </a:defRPr>
            </a:lvl3pPr>
            <a:lvl4pPr marL="1632837" indent="0" algn="ctr">
              <a:buNone/>
              <a:defRPr>
                <a:solidFill>
                  <a:schemeClr val="tx1">
                    <a:tint val="75000"/>
                  </a:schemeClr>
                </a:solidFill>
              </a:defRPr>
            </a:lvl4pPr>
            <a:lvl5pPr marL="2177116" indent="0" algn="ctr">
              <a:buNone/>
              <a:defRPr>
                <a:solidFill>
                  <a:schemeClr val="tx1">
                    <a:tint val="75000"/>
                  </a:schemeClr>
                </a:solidFill>
              </a:defRPr>
            </a:lvl5pPr>
            <a:lvl6pPr marL="2721396" indent="0" algn="ctr">
              <a:buNone/>
              <a:defRPr>
                <a:solidFill>
                  <a:schemeClr val="tx1">
                    <a:tint val="75000"/>
                  </a:schemeClr>
                </a:solidFill>
              </a:defRPr>
            </a:lvl6pPr>
            <a:lvl7pPr marL="3265675" indent="0" algn="ctr">
              <a:buNone/>
              <a:defRPr>
                <a:solidFill>
                  <a:schemeClr val="tx1">
                    <a:tint val="75000"/>
                  </a:schemeClr>
                </a:solidFill>
              </a:defRPr>
            </a:lvl7pPr>
            <a:lvl8pPr marL="3809954" indent="0" algn="ctr">
              <a:buNone/>
              <a:defRPr>
                <a:solidFill>
                  <a:schemeClr val="tx1">
                    <a:tint val="75000"/>
                  </a:schemeClr>
                </a:solidFill>
              </a:defRPr>
            </a:lvl8pPr>
            <a:lvl9pPr marL="4354233" indent="0" algn="ctr">
              <a:buNone/>
              <a:defRPr>
                <a:solidFill>
                  <a:schemeClr val="tx1">
                    <a:tint val="75000"/>
                  </a:schemeClr>
                </a:solidFill>
              </a:defRPr>
            </a:lvl9pPr>
          </a:lstStyle>
          <a:p>
            <a:r>
              <a:rPr lang="en-US" dirty="0"/>
              <a:t>Speaker’s Name, SAP</a:t>
            </a:r>
          </a:p>
          <a:p>
            <a:pPr marL="0" marR="0" lvl="0" indent="0" algn="l" defTabSz="1088558" rtl="0" eaLnBrk="1" fontAlgn="auto" latinLnBrk="0" hangingPunct="1">
              <a:lnSpc>
                <a:spcPct val="100000"/>
              </a:lnSpc>
              <a:spcBef>
                <a:spcPts val="0"/>
              </a:spcBef>
              <a:spcAft>
                <a:spcPts val="0"/>
              </a:spcAft>
              <a:buClr>
                <a:schemeClr val="accent1"/>
              </a:buClr>
              <a:buSzPct val="80000"/>
              <a:buFontTx/>
              <a:buNone/>
              <a:tabLst/>
              <a:defRPr/>
            </a:pPr>
            <a:r>
              <a:rPr lang="en-US" dirty="0"/>
              <a:t>Month 00, 2017</a:t>
            </a:r>
          </a:p>
        </p:txBody>
      </p:sp>
      <p:sp>
        <p:nvSpPr>
          <p:cNvPr id="20" name="Presentation Title"/>
          <p:cNvSpPr>
            <a:spLocks noGrp="1"/>
          </p:cNvSpPr>
          <p:nvPr userDrawn="1">
            <p:ph type="body" sz="quarter" idx="14" hasCustomPrompt="1"/>
          </p:nvPr>
        </p:nvSpPr>
        <p:spPr>
          <a:xfrm>
            <a:off x="288000" y="4024430"/>
            <a:ext cx="10899174" cy="997196"/>
          </a:xfrm>
        </p:spPr>
        <p:txBody>
          <a:bodyPr wrap="square">
            <a:spAutoFit/>
          </a:bodyPr>
          <a:lstStyle>
            <a:lvl1pPr>
              <a:lnSpc>
                <a:spcPct val="90000"/>
              </a:lnSpc>
              <a:spcBef>
                <a:spcPts val="0"/>
              </a:spcBef>
              <a:defRPr sz="3600" b="1" baseline="0"/>
            </a:lvl1pPr>
          </a:lstStyle>
          <a:p>
            <a:pPr lvl="0"/>
            <a:r>
              <a:rPr lang="en-US" dirty="0"/>
              <a:t>Presentation Title </a:t>
            </a:r>
            <a:br>
              <a:rPr lang="en-US" dirty="0"/>
            </a:br>
            <a:r>
              <a:rPr lang="en-US" dirty="0"/>
              <a:t>Goes Here and Here.</a:t>
            </a:r>
          </a:p>
        </p:txBody>
      </p:sp>
    </p:spTree>
    <p:extLst>
      <p:ext uri="{BB962C8B-B14F-4D97-AF65-F5344CB8AC3E}">
        <p14:creationId xmlns:p14="http://schemas.microsoft.com/office/powerpoint/2010/main" val="3018874800"/>
      </p:ext>
    </p:extLst>
  </p:cSld>
  <p:clrMapOvr>
    <a:masterClrMapping/>
  </p:clrMapOvr>
  <p:extLst>
    <p:ext uri="{DCECCB84-F9BA-43D5-87BE-67443E8EF086}">
      <p15:sldGuideLst xmlns:p15="http://schemas.microsoft.com/office/powerpoint/2012/main"/>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preserve="1" userDrawn="1">
  <p:cSld name="Cover black">
    <p:spTree>
      <p:nvGrpSpPr>
        <p:cNvPr id="1" name=""/>
        <p:cNvGrpSpPr/>
        <p:nvPr/>
      </p:nvGrpSpPr>
      <p:grpSpPr>
        <a:xfrm>
          <a:off x="0" y="0"/>
          <a:ext cx="0" cy="0"/>
          <a:chOff x="0" y="0"/>
          <a:chExt cx="0" cy="0"/>
        </a:xfrm>
      </p:grpSpPr>
      <p:sp>
        <p:nvSpPr>
          <p:cNvPr id="24" name="Classification"/>
          <p:cNvSpPr txBox="1"/>
          <p:nvPr userDrawn="1"/>
        </p:nvSpPr>
        <p:spPr>
          <a:xfrm>
            <a:off x="288000" y="5093865"/>
            <a:ext cx="4204855" cy="153852"/>
          </a:xfrm>
          <a:prstGeom prst="rect">
            <a:avLst/>
          </a:prstGeom>
        </p:spPr>
        <p:txBody>
          <a:bodyPr vert="horz" lIns="0" tIns="0" rIns="0" bIns="0" rtlCol="0">
            <a:noAutofit/>
          </a:bodyPr>
          <a:lstStyle>
            <a:lvl1pPr lvl="0" indent="0">
              <a:spcBef>
                <a:spcPts val="0"/>
              </a:spcBef>
              <a:buClr>
                <a:schemeClr val="accent1"/>
              </a:buClr>
              <a:buSzPct val="80000"/>
              <a:buFontTx/>
              <a:buNone/>
              <a:defRPr sz="1000" b="0">
                <a:latin typeface="+mn-lt"/>
              </a:defRPr>
            </a:lvl1pPr>
            <a:lvl2pPr marL="180000" indent="-180000">
              <a:spcBef>
                <a:spcPts val="600"/>
              </a:spcBef>
              <a:buClr>
                <a:schemeClr val="accent1"/>
              </a:buClr>
              <a:buFont typeface="Wingdings" pitchFamily="2" charset="2"/>
              <a:buChar char="§"/>
              <a:defRPr sz="1800">
                <a:latin typeface="+mn-lt"/>
              </a:defRPr>
            </a:lvl2pPr>
            <a:lvl3pPr marL="360000" indent="-180000">
              <a:spcBef>
                <a:spcPts val="300"/>
              </a:spcBef>
              <a:buClr>
                <a:schemeClr val="tx1"/>
              </a:buClr>
              <a:buSzPct val="100000"/>
              <a:buFont typeface="Arial" panose="020B0604020202020204" pitchFamily="34" charset="0"/>
              <a:buChar char="–"/>
              <a:defRPr lang="en-US" sz="1800" noProof="0" dirty="0" smtClean="0">
                <a:latin typeface="+mn-lt"/>
              </a:defRPr>
            </a:lvl3pPr>
            <a:lvl4pPr marL="540000" indent="-180000">
              <a:spcBef>
                <a:spcPts val="300"/>
              </a:spcBef>
              <a:buClr>
                <a:schemeClr val="tx1"/>
              </a:buClr>
              <a:buSzPct val="120000"/>
              <a:buFont typeface="Arial" pitchFamily="34" charset="0"/>
              <a:buChar char="▫"/>
              <a:defRPr sz="1600">
                <a:latin typeface="+mn-lt"/>
              </a:defRPr>
            </a:lvl4pPr>
            <a:lvl5pPr marL="720000" indent="-180000">
              <a:spcBef>
                <a:spcPts val="100"/>
              </a:spcBef>
              <a:buClr>
                <a:schemeClr val="tx1"/>
              </a:buClr>
              <a:buSzPct val="100000"/>
              <a:buFont typeface="Symbol" panose="05050102010706020507" pitchFamily="18" charset="2"/>
              <a:buChar char="-"/>
              <a:defRPr sz="1400" baseline="0">
                <a:latin typeface="+mn-lt"/>
              </a:defRPr>
            </a:lvl5pPr>
            <a:lvl6pPr marL="2994134" indent="-272194">
              <a:spcBef>
                <a:spcPct val="20000"/>
              </a:spcBef>
              <a:buFont typeface="Arial" pitchFamily="34" charset="0"/>
              <a:buChar char="•"/>
              <a:defRPr sz="2400"/>
            </a:lvl6pPr>
            <a:lvl7pPr marL="3538522" indent="-272194">
              <a:spcBef>
                <a:spcPct val="20000"/>
              </a:spcBef>
              <a:buFont typeface="Arial" pitchFamily="34" charset="0"/>
              <a:buChar char="•"/>
              <a:defRPr sz="2400"/>
            </a:lvl7pPr>
            <a:lvl8pPr marL="4082910" indent="-272194">
              <a:spcBef>
                <a:spcPct val="20000"/>
              </a:spcBef>
              <a:buFont typeface="Arial" pitchFamily="34" charset="0"/>
              <a:buChar char="•"/>
              <a:defRPr sz="2400"/>
            </a:lvl8pPr>
            <a:lvl9pPr marL="4627298" indent="-272194">
              <a:spcBef>
                <a:spcPct val="20000"/>
              </a:spcBef>
              <a:buFont typeface="Arial" pitchFamily="34" charset="0"/>
              <a:buChar char="•"/>
              <a:defRPr sz="2400"/>
            </a:lvl9pPr>
          </a:lstStyle>
          <a:p>
            <a:pPr lvl="0" algn="l"/>
            <a:r>
              <a:rPr lang="en-US" sz="900" b="0" dirty="0"/>
              <a:t>INTERNAL</a:t>
            </a:r>
          </a:p>
        </p:txBody>
      </p:sp>
      <p:sp>
        <p:nvSpPr>
          <p:cNvPr id="6" name="Speaker"/>
          <p:cNvSpPr>
            <a:spLocks noGrp="1"/>
          </p:cNvSpPr>
          <p:nvPr userDrawn="1">
            <p:ph type="subTitle" idx="1" hasCustomPrompt="1"/>
          </p:nvPr>
        </p:nvSpPr>
        <p:spPr bwMode="gray">
          <a:xfrm>
            <a:off x="288000" y="4268503"/>
            <a:ext cx="8595171" cy="430887"/>
          </a:xfrm>
        </p:spPr>
        <p:txBody>
          <a:bodyPr wrap="square" anchor="t" anchorCtr="0">
            <a:noAutofit/>
          </a:bodyPr>
          <a:lstStyle>
            <a:lvl1pPr marL="0" marR="0" indent="0" algn="l" defTabSz="1088558" rtl="0" eaLnBrk="1" fontAlgn="auto" latinLnBrk="0" hangingPunct="1">
              <a:lnSpc>
                <a:spcPct val="100000"/>
              </a:lnSpc>
              <a:spcBef>
                <a:spcPts val="0"/>
              </a:spcBef>
              <a:spcAft>
                <a:spcPts val="0"/>
              </a:spcAft>
              <a:buClr>
                <a:schemeClr val="accent1"/>
              </a:buClr>
              <a:buSzPct val="80000"/>
              <a:buFontTx/>
              <a:buNone/>
              <a:tabLst/>
              <a:defRPr sz="1400" b="0" baseline="0">
                <a:solidFill>
                  <a:schemeClr val="tx1"/>
                </a:solidFill>
              </a:defRPr>
            </a:lvl1pPr>
            <a:lvl2pPr marL="544279" indent="0" algn="ctr">
              <a:buNone/>
              <a:defRPr>
                <a:solidFill>
                  <a:schemeClr val="tx1">
                    <a:tint val="75000"/>
                  </a:schemeClr>
                </a:solidFill>
              </a:defRPr>
            </a:lvl2pPr>
            <a:lvl3pPr marL="1088558" indent="0" algn="ctr">
              <a:buNone/>
              <a:defRPr>
                <a:solidFill>
                  <a:schemeClr val="tx1">
                    <a:tint val="75000"/>
                  </a:schemeClr>
                </a:solidFill>
              </a:defRPr>
            </a:lvl3pPr>
            <a:lvl4pPr marL="1632837" indent="0" algn="ctr">
              <a:buNone/>
              <a:defRPr>
                <a:solidFill>
                  <a:schemeClr val="tx1">
                    <a:tint val="75000"/>
                  </a:schemeClr>
                </a:solidFill>
              </a:defRPr>
            </a:lvl4pPr>
            <a:lvl5pPr marL="2177116" indent="0" algn="ctr">
              <a:buNone/>
              <a:defRPr>
                <a:solidFill>
                  <a:schemeClr val="tx1">
                    <a:tint val="75000"/>
                  </a:schemeClr>
                </a:solidFill>
              </a:defRPr>
            </a:lvl5pPr>
            <a:lvl6pPr marL="2721396" indent="0" algn="ctr">
              <a:buNone/>
              <a:defRPr>
                <a:solidFill>
                  <a:schemeClr val="tx1">
                    <a:tint val="75000"/>
                  </a:schemeClr>
                </a:solidFill>
              </a:defRPr>
            </a:lvl6pPr>
            <a:lvl7pPr marL="3265675" indent="0" algn="ctr">
              <a:buNone/>
              <a:defRPr>
                <a:solidFill>
                  <a:schemeClr val="tx1">
                    <a:tint val="75000"/>
                  </a:schemeClr>
                </a:solidFill>
              </a:defRPr>
            </a:lvl7pPr>
            <a:lvl8pPr marL="3809954" indent="0" algn="ctr">
              <a:buNone/>
              <a:defRPr>
                <a:solidFill>
                  <a:schemeClr val="tx1">
                    <a:tint val="75000"/>
                  </a:schemeClr>
                </a:solidFill>
              </a:defRPr>
            </a:lvl8pPr>
            <a:lvl9pPr marL="4354233" indent="0" algn="ctr">
              <a:buNone/>
              <a:defRPr>
                <a:solidFill>
                  <a:schemeClr val="tx1">
                    <a:tint val="75000"/>
                  </a:schemeClr>
                </a:solidFill>
              </a:defRPr>
            </a:lvl9pPr>
          </a:lstStyle>
          <a:p>
            <a:r>
              <a:rPr lang="en-US" dirty="0"/>
              <a:t>Speaker’s Name, SAP</a:t>
            </a:r>
          </a:p>
          <a:p>
            <a:pPr marL="0" marR="0" lvl="0" indent="0" algn="l" defTabSz="1088558" rtl="0" eaLnBrk="1" fontAlgn="auto" latinLnBrk="0" hangingPunct="1">
              <a:lnSpc>
                <a:spcPct val="100000"/>
              </a:lnSpc>
              <a:spcBef>
                <a:spcPts val="0"/>
              </a:spcBef>
              <a:spcAft>
                <a:spcPts val="0"/>
              </a:spcAft>
              <a:buClr>
                <a:schemeClr val="accent1"/>
              </a:buClr>
              <a:buSzPct val="80000"/>
              <a:buFontTx/>
              <a:buNone/>
              <a:tabLst/>
              <a:defRPr/>
            </a:pPr>
            <a:r>
              <a:rPr lang="en-US" dirty="0"/>
              <a:t>Month 00, 2017</a:t>
            </a:r>
          </a:p>
        </p:txBody>
      </p:sp>
      <p:sp>
        <p:nvSpPr>
          <p:cNvPr id="10" name="Presentation Title"/>
          <p:cNvSpPr>
            <a:spLocks noGrp="1"/>
          </p:cNvSpPr>
          <p:nvPr>
            <p:ph type="body" sz="quarter" idx="14" hasCustomPrompt="1"/>
          </p:nvPr>
        </p:nvSpPr>
        <p:spPr>
          <a:xfrm>
            <a:off x="288000" y="2706317"/>
            <a:ext cx="8595171" cy="997196"/>
          </a:xfrm>
        </p:spPr>
        <p:txBody>
          <a:bodyPr wrap="square">
            <a:noAutofit/>
          </a:bodyPr>
          <a:lstStyle>
            <a:lvl1pPr>
              <a:lnSpc>
                <a:spcPct val="90000"/>
              </a:lnSpc>
              <a:spcBef>
                <a:spcPts val="0"/>
              </a:spcBef>
              <a:defRPr sz="3600" b="1" baseline="0"/>
            </a:lvl1pPr>
          </a:lstStyle>
          <a:p>
            <a:pPr lvl="0"/>
            <a:r>
              <a:rPr lang="en-US" dirty="0"/>
              <a:t>Title Goes Here </a:t>
            </a:r>
            <a:br>
              <a:rPr lang="en-US" dirty="0"/>
            </a:br>
            <a:r>
              <a:rPr lang="en-US" dirty="0"/>
              <a:t>and Here and Here.</a:t>
            </a:r>
          </a:p>
        </p:txBody>
      </p:sp>
      <p:grpSp>
        <p:nvGrpSpPr>
          <p:cNvPr id="2" name="Group 1"/>
          <p:cNvGrpSpPr/>
          <p:nvPr userDrawn="1"/>
        </p:nvGrpSpPr>
        <p:grpSpPr>
          <a:xfrm>
            <a:off x="9171173" y="0"/>
            <a:ext cx="3024002" cy="6858000"/>
            <a:chOff x="9171173" y="0"/>
            <a:chExt cx="3024002" cy="6855990"/>
          </a:xfrm>
        </p:grpSpPr>
        <p:sp>
          <p:nvSpPr>
            <p:cNvPr id="17" name="Rectangle 16"/>
            <p:cNvSpPr/>
            <p:nvPr userDrawn="1"/>
          </p:nvSpPr>
          <p:spPr bwMode="gray">
            <a:xfrm>
              <a:off x="11187175" y="0"/>
              <a:ext cx="1008000" cy="6855990"/>
            </a:xfrm>
            <a:prstGeom prst="rect">
              <a:avLst/>
            </a:prstGeom>
            <a:solidFill>
              <a:schemeClr val="accent1"/>
            </a:solidFill>
            <a:ln w="6350" algn="ctr">
              <a:noFill/>
              <a:miter lim="800000"/>
              <a:headEnd/>
              <a:tailEnd/>
            </a:ln>
          </p:spPr>
          <p:txBody>
            <a:bodyPr lIns="90000" tIns="72000" rIns="90000" bIns="72000" rtlCol="0" anchor="ctr"/>
            <a:lstStyle/>
            <a:p>
              <a:pPr marR="0" algn="ctr" defTabSz="914217" eaLnBrk="1" fontAlgn="base" latinLnBrk="0" hangingPunct="1">
                <a:lnSpc>
                  <a:spcPct val="100000"/>
                </a:lnSpc>
                <a:spcBef>
                  <a:spcPct val="50000"/>
                </a:spcBef>
                <a:spcAft>
                  <a:spcPct val="0"/>
                </a:spcAft>
                <a:buClr>
                  <a:srgbClr val="F0AB00"/>
                </a:buClr>
                <a:buSzPct val="80000"/>
                <a:tabLst/>
              </a:pPr>
              <a:endParaRPr kumimoji="0" lang="en-US" sz="2000" b="0" i="0" u="none" strike="noStrike" kern="0" cap="none" spc="0" normalizeH="0" baseline="0" noProof="0" dirty="0" err="1">
                <a:ln>
                  <a:noFill/>
                </a:ln>
                <a:effectLst/>
                <a:uLnTx/>
                <a:uFillTx/>
                <a:ea typeface="Arial Unicode MS" pitchFamily="34" charset="-128"/>
                <a:cs typeface="Arial Unicode MS" pitchFamily="34" charset="-128"/>
              </a:endParaRPr>
            </a:p>
          </p:txBody>
        </p:sp>
        <p:sp>
          <p:nvSpPr>
            <p:cNvPr id="18" name="Rectangle 17"/>
            <p:cNvSpPr/>
            <p:nvPr userDrawn="1"/>
          </p:nvSpPr>
          <p:spPr bwMode="gray">
            <a:xfrm>
              <a:off x="10179174" y="0"/>
              <a:ext cx="1008000" cy="6855990"/>
            </a:xfrm>
            <a:prstGeom prst="rect">
              <a:avLst/>
            </a:prstGeom>
            <a:solidFill>
              <a:schemeClr val="accent1">
                <a:alpha val="70000"/>
              </a:schemeClr>
            </a:solidFill>
            <a:ln w="6350" algn="ctr">
              <a:noFill/>
              <a:miter lim="800000"/>
              <a:headEnd/>
              <a:tailEnd/>
            </a:ln>
          </p:spPr>
          <p:txBody>
            <a:bodyPr lIns="90000" tIns="72000" rIns="90000" bIns="72000" rtlCol="0" anchor="ctr"/>
            <a:lstStyle/>
            <a:p>
              <a:pPr marR="0" algn="ctr" defTabSz="914217" eaLnBrk="1" fontAlgn="base" latinLnBrk="0" hangingPunct="1">
                <a:lnSpc>
                  <a:spcPct val="100000"/>
                </a:lnSpc>
                <a:spcBef>
                  <a:spcPct val="50000"/>
                </a:spcBef>
                <a:spcAft>
                  <a:spcPct val="0"/>
                </a:spcAft>
                <a:buClr>
                  <a:srgbClr val="F0AB00"/>
                </a:buClr>
                <a:buSzPct val="80000"/>
                <a:tabLst/>
              </a:pPr>
              <a:endParaRPr kumimoji="0" lang="en-US" sz="2000" b="0" i="0" u="none" strike="noStrike" kern="0" cap="none" spc="0" normalizeH="0" baseline="0" noProof="0" dirty="0" err="1">
                <a:ln>
                  <a:noFill/>
                </a:ln>
                <a:effectLst/>
                <a:uLnTx/>
                <a:uFillTx/>
                <a:ea typeface="Arial Unicode MS" pitchFamily="34" charset="-128"/>
                <a:cs typeface="Arial Unicode MS" pitchFamily="34" charset="-128"/>
              </a:endParaRPr>
            </a:p>
          </p:txBody>
        </p:sp>
        <p:sp>
          <p:nvSpPr>
            <p:cNvPr id="22" name="Rectangle 21"/>
            <p:cNvSpPr/>
            <p:nvPr userDrawn="1"/>
          </p:nvSpPr>
          <p:spPr bwMode="gray">
            <a:xfrm>
              <a:off x="9171173" y="0"/>
              <a:ext cx="1008000" cy="6855990"/>
            </a:xfrm>
            <a:prstGeom prst="rect">
              <a:avLst/>
            </a:prstGeom>
            <a:solidFill>
              <a:schemeClr val="accent1">
                <a:alpha val="40000"/>
              </a:schemeClr>
            </a:solidFill>
            <a:ln w="6350" algn="ctr">
              <a:noFill/>
              <a:miter lim="800000"/>
              <a:headEnd/>
              <a:tailEnd/>
            </a:ln>
          </p:spPr>
          <p:txBody>
            <a:bodyPr lIns="90000" tIns="72000" rIns="90000" bIns="72000" rtlCol="0" anchor="ctr"/>
            <a:lstStyle/>
            <a:p>
              <a:pPr marR="0" algn="ctr" defTabSz="914217" eaLnBrk="1" fontAlgn="base" latinLnBrk="0" hangingPunct="1">
                <a:lnSpc>
                  <a:spcPct val="100000"/>
                </a:lnSpc>
                <a:spcBef>
                  <a:spcPct val="50000"/>
                </a:spcBef>
                <a:spcAft>
                  <a:spcPct val="0"/>
                </a:spcAft>
                <a:buClr>
                  <a:srgbClr val="F0AB00"/>
                </a:buClr>
                <a:buSzPct val="80000"/>
                <a:tabLst/>
              </a:pPr>
              <a:endParaRPr kumimoji="0" lang="en-US" sz="2000" b="0" i="0" u="none" strike="noStrike" kern="0" cap="none" spc="0" normalizeH="0" baseline="0" noProof="0" dirty="0" err="1">
                <a:ln>
                  <a:noFill/>
                </a:ln>
                <a:effectLst/>
                <a:uLnTx/>
                <a:uFillTx/>
                <a:ea typeface="Arial Unicode MS" pitchFamily="34" charset="-128"/>
                <a:cs typeface="Arial Unicode MS" pitchFamily="34" charset="-128"/>
              </a:endParaRPr>
            </a:p>
          </p:txBody>
        </p:sp>
      </p:grpSp>
      <p:pic>
        <p:nvPicPr>
          <p:cNvPr id="15" name="SAP Logo"/>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288000" y="6217668"/>
            <a:ext cx="1578462" cy="360000"/>
          </a:xfrm>
          <a:prstGeom prst="rect">
            <a:avLst/>
          </a:prstGeom>
        </p:spPr>
      </p:pic>
    </p:spTree>
    <p:extLst>
      <p:ext uri="{BB962C8B-B14F-4D97-AF65-F5344CB8AC3E}">
        <p14:creationId xmlns:p14="http://schemas.microsoft.com/office/powerpoint/2010/main" val="1982410628"/>
      </p:ext>
    </p:extLst>
  </p:cSld>
  <p:clrMapOvr>
    <a:masterClrMapping/>
  </p:clrMapOvr>
  <p:extLst>
    <p:ext uri="{DCECCB84-F9BA-43D5-87BE-67443E8EF086}">
      <p15:sldGuideLst xmlns:p15="http://schemas.microsoft.com/office/powerpoint/2012/main"/>
    </p:ext>
  </p:extLst>
</p:sldLayout>
</file>

<file path=ppt/slideLayouts/slideLayout4.xml><?xml version="1.0" encoding="utf-8"?>
<p:sldLayout xmlns:a="http://schemas.openxmlformats.org/drawingml/2006/main" xmlns:r="http://schemas.openxmlformats.org/officeDocument/2006/relationships" xmlns:p="http://schemas.openxmlformats.org/presentationml/2006/main" showMasterSp="0" preserve="1" userDrawn="1">
  <p:cSld name="Cover with pictogram">
    <p:spTree>
      <p:nvGrpSpPr>
        <p:cNvPr id="1" name=""/>
        <p:cNvGrpSpPr/>
        <p:nvPr/>
      </p:nvGrpSpPr>
      <p:grpSpPr>
        <a:xfrm>
          <a:off x="0" y="0"/>
          <a:ext cx="0" cy="0"/>
          <a:chOff x="0" y="0"/>
          <a:chExt cx="0" cy="0"/>
        </a:xfrm>
      </p:grpSpPr>
      <p:sp>
        <p:nvSpPr>
          <p:cNvPr id="24" name="Classification"/>
          <p:cNvSpPr txBox="1"/>
          <p:nvPr userDrawn="1"/>
        </p:nvSpPr>
        <p:spPr>
          <a:xfrm>
            <a:off x="288000" y="5093865"/>
            <a:ext cx="4204855" cy="153852"/>
          </a:xfrm>
          <a:prstGeom prst="rect">
            <a:avLst/>
          </a:prstGeom>
        </p:spPr>
        <p:txBody>
          <a:bodyPr vert="horz" lIns="0" tIns="0" rIns="0" bIns="0" rtlCol="0">
            <a:noAutofit/>
          </a:bodyPr>
          <a:lstStyle>
            <a:lvl1pPr lvl="0" indent="0">
              <a:spcBef>
                <a:spcPts val="0"/>
              </a:spcBef>
              <a:buClr>
                <a:schemeClr val="accent1"/>
              </a:buClr>
              <a:buSzPct val="80000"/>
              <a:buFontTx/>
              <a:buNone/>
              <a:defRPr sz="1000" b="0">
                <a:latin typeface="+mn-lt"/>
              </a:defRPr>
            </a:lvl1pPr>
            <a:lvl2pPr marL="180000" indent="-180000">
              <a:spcBef>
                <a:spcPts val="600"/>
              </a:spcBef>
              <a:buClr>
                <a:schemeClr val="accent1"/>
              </a:buClr>
              <a:buFont typeface="Wingdings" pitchFamily="2" charset="2"/>
              <a:buChar char="§"/>
              <a:defRPr sz="1800">
                <a:latin typeface="+mn-lt"/>
              </a:defRPr>
            </a:lvl2pPr>
            <a:lvl3pPr marL="360000" indent="-180000">
              <a:spcBef>
                <a:spcPts val="300"/>
              </a:spcBef>
              <a:buClr>
                <a:schemeClr val="tx1"/>
              </a:buClr>
              <a:buSzPct val="100000"/>
              <a:buFont typeface="Arial" panose="020B0604020202020204" pitchFamily="34" charset="0"/>
              <a:buChar char="–"/>
              <a:defRPr lang="en-US" sz="1800" noProof="0" dirty="0" smtClean="0">
                <a:latin typeface="+mn-lt"/>
              </a:defRPr>
            </a:lvl3pPr>
            <a:lvl4pPr marL="540000" indent="-180000">
              <a:spcBef>
                <a:spcPts val="300"/>
              </a:spcBef>
              <a:buClr>
                <a:schemeClr val="tx1"/>
              </a:buClr>
              <a:buSzPct val="120000"/>
              <a:buFont typeface="Arial" pitchFamily="34" charset="0"/>
              <a:buChar char="▫"/>
              <a:defRPr sz="1600">
                <a:latin typeface="+mn-lt"/>
              </a:defRPr>
            </a:lvl4pPr>
            <a:lvl5pPr marL="720000" indent="-180000">
              <a:spcBef>
                <a:spcPts val="100"/>
              </a:spcBef>
              <a:buClr>
                <a:schemeClr val="tx1"/>
              </a:buClr>
              <a:buSzPct val="100000"/>
              <a:buFont typeface="Symbol" panose="05050102010706020507" pitchFamily="18" charset="2"/>
              <a:buChar char="-"/>
              <a:defRPr sz="1400" baseline="0">
                <a:latin typeface="+mn-lt"/>
              </a:defRPr>
            </a:lvl5pPr>
            <a:lvl6pPr marL="2994134" indent="-272194">
              <a:spcBef>
                <a:spcPct val="20000"/>
              </a:spcBef>
              <a:buFont typeface="Arial" pitchFamily="34" charset="0"/>
              <a:buChar char="•"/>
              <a:defRPr sz="2400"/>
            </a:lvl6pPr>
            <a:lvl7pPr marL="3538522" indent="-272194">
              <a:spcBef>
                <a:spcPct val="20000"/>
              </a:spcBef>
              <a:buFont typeface="Arial" pitchFamily="34" charset="0"/>
              <a:buChar char="•"/>
              <a:defRPr sz="2400"/>
            </a:lvl7pPr>
            <a:lvl8pPr marL="4082910" indent="-272194">
              <a:spcBef>
                <a:spcPct val="20000"/>
              </a:spcBef>
              <a:buFont typeface="Arial" pitchFamily="34" charset="0"/>
              <a:buChar char="•"/>
              <a:defRPr sz="2400"/>
            </a:lvl8pPr>
            <a:lvl9pPr marL="4627298" indent="-272194">
              <a:spcBef>
                <a:spcPct val="20000"/>
              </a:spcBef>
              <a:buFont typeface="Arial" pitchFamily="34" charset="0"/>
              <a:buChar char="•"/>
              <a:defRPr sz="2400"/>
            </a:lvl9pPr>
          </a:lstStyle>
          <a:p>
            <a:pPr lvl="0" algn="l"/>
            <a:r>
              <a:rPr lang="en-US" sz="900" b="0" dirty="0"/>
              <a:t>INTERNAL</a:t>
            </a:r>
          </a:p>
        </p:txBody>
      </p:sp>
      <p:sp>
        <p:nvSpPr>
          <p:cNvPr id="6" name="Speaker"/>
          <p:cNvSpPr>
            <a:spLocks noGrp="1"/>
          </p:cNvSpPr>
          <p:nvPr userDrawn="1">
            <p:ph type="subTitle" idx="1" hasCustomPrompt="1"/>
          </p:nvPr>
        </p:nvSpPr>
        <p:spPr bwMode="gray">
          <a:xfrm>
            <a:off x="288001" y="4268503"/>
            <a:ext cx="6373430" cy="430887"/>
          </a:xfrm>
        </p:spPr>
        <p:txBody>
          <a:bodyPr wrap="square" anchor="t" anchorCtr="0">
            <a:noAutofit/>
          </a:bodyPr>
          <a:lstStyle>
            <a:lvl1pPr marL="0" marR="0" indent="0" algn="l" defTabSz="1088558" rtl="0" eaLnBrk="1" fontAlgn="auto" latinLnBrk="0" hangingPunct="1">
              <a:lnSpc>
                <a:spcPct val="100000"/>
              </a:lnSpc>
              <a:spcBef>
                <a:spcPts val="0"/>
              </a:spcBef>
              <a:spcAft>
                <a:spcPts val="0"/>
              </a:spcAft>
              <a:buClr>
                <a:schemeClr val="accent1"/>
              </a:buClr>
              <a:buSzPct val="80000"/>
              <a:buFontTx/>
              <a:buNone/>
              <a:tabLst/>
              <a:defRPr sz="1400" b="0" baseline="0">
                <a:solidFill>
                  <a:schemeClr val="tx1"/>
                </a:solidFill>
              </a:defRPr>
            </a:lvl1pPr>
            <a:lvl2pPr marL="544279" indent="0" algn="ctr">
              <a:buNone/>
              <a:defRPr>
                <a:solidFill>
                  <a:schemeClr val="tx1">
                    <a:tint val="75000"/>
                  </a:schemeClr>
                </a:solidFill>
              </a:defRPr>
            </a:lvl2pPr>
            <a:lvl3pPr marL="1088558" indent="0" algn="ctr">
              <a:buNone/>
              <a:defRPr>
                <a:solidFill>
                  <a:schemeClr val="tx1">
                    <a:tint val="75000"/>
                  </a:schemeClr>
                </a:solidFill>
              </a:defRPr>
            </a:lvl3pPr>
            <a:lvl4pPr marL="1632837" indent="0" algn="ctr">
              <a:buNone/>
              <a:defRPr>
                <a:solidFill>
                  <a:schemeClr val="tx1">
                    <a:tint val="75000"/>
                  </a:schemeClr>
                </a:solidFill>
              </a:defRPr>
            </a:lvl4pPr>
            <a:lvl5pPr marL="2177116" indent="0" algn="ctr">
              <a:buNone/>
              <a:defRPr>
                <a:solidFill>
                  <a:schemeClr val="tx1">
                    <a:tint val="75000"/>
                  </a:schemeClr>
                </a:solidFill>
              </a:defRPr>
            </a:lvl5pPr>
            <a:lvl6pPr marL="2721396" indent="0" algn="ctr">
              <a:buNone/>
              <a:defRPr>
                <a:solidFill>
                  <a:schemeClr val="tx1">
                    <a:tint val="75000"/>
                  </a:schemeClr>
                </a:solidFill>
              </a:defRPr>
            </a:lvl6pPr>
            <a:lvl7pPr marL="3265675" indent="0" algn="ctr">
              <a:buNone/>
              <a:defRPr>
                <a:solidFill>
                  <a:schemeClr val="tx1">
                    <a:tint val="75000"/>
                  </a:schemeClr>
                </a:solidFill>
              </a:defRPr>
            </a:lvl7pPr>
            <a:lvl8pPr marL="3809954" indent="0" algn="ctr">
              <a:buNone/>
              <a:defRPr>
                <a:solidFill>
                  <a:schemeClr val="tx1">
                    <a:tint val="75000"/>
                  </a:schemeClr>
                </a:solidFill>
              </a:defRPr>
            </a:lvl8pPr>
            <a:lvl9pPr marL="4354233" indent="0" algn="ctr">
              <a:buNone/>
              <a:defRPr>
                <a:solidFill>
                  <a:schemeClr val="tx1">
                    <a:tint val="75000"/>
                  </a:schemeClr>
                </a:solidFill>
              </a:defRPr>
            </a:lvl9pPr>
          </a:lstStyle>
          <a:p>
            <a:r>
              <a:rPr lang="en-US" dirty="0"/>
              <a:t>Speaker’s Name, SAP</a:t>
            </a:r>
          </a:p>
          <a:p>
            <a:pPr marL="0" marR="0" lvl="0" indent="0" algn="l" defTabSz="1088558" rtl="0" eaLnBrk="1" fontAlgn="auto" latinLnBrk="0" hangingPunct="1">
              <a:lnSpc>
                <a:spcPct val="100000"/>
              </a:lnSpc>
              <a:spcBef>
                <a:spcPts val="0"/>
              </a:spcBef>
              <a:spcAft>
                <a:spcPts val="0"/>
              </a:spcAft>
              <a:buClr>
                <a:schemeClr val="accent1"/>
              </a:buClr>
              <a:buSzPct val="80000"/>
              <a:buFontTx/>
              <a:buNone/>
              <a:tabLst/>
              <a:defRPr/>
            </a:pPr>
            <a:r>
              <a:rPr lang="en-US" dirty="0"/>
              <a:t>Month 00, 2017</a:t>
            </a:r>
          </a:p>
        </p:txBody>
      </p:sp>
      <p:sp>
        <p:nvSpPr>
          <p:cNvPr id="10" name="Presentation Title"/>
          <p:cNvSpPr>
            <a:spLocks noGrp="1"/>
          </p:cNvSpPr>
          <p:nvPr>
            <p:ph type="body" sz="quarter" idx="14" hasCustomPrompt="1"/>
          </p:nvPr>
        </p:nvSpPr>
        <p:spPr>
          <a:xfrm>
            <a:off x="288001" y="2706317"/>
            <a:ext cx="6373430" cy="997196"/>
          </a:xfrm>
        </p:spPr>
        <p:txBody>
          <a:bodyPr wrap="square">
            <a:noAutofit/>
          </a:bodyPr>
          <a:lstStyle>
            <a:lvl1pPr>
              <a:lnSpc>
                <a:spcPct val="90000"/>
              </a:lnSpc>
              <a:spcBef>
                <a:spcPts val="0"/>
              </a:spcBef>
              <a:defRPr sz="3600" b="1" baseline="0"/>
            </a:lvl1pPr>
          </a:lstStyle>
          <a:p>
            <a:pPr lvl="0"/>
            <a:r>
              <a:rPr lang="en-US" dirty="0"/>
              <a:t>Title Goes Here </a:t>
            </a:r>
            <a:br>
              <a:rPr lang="en-US" dirty="0"/>
            </a:br>
            <a:r>
              <a:rPr lang="en-US" dirty="0"/>
              <a:t>and Here and Here.</a:t>
            </a:r>
          </a:p>
        </p:txBody>
      </p:sp>
      <p:pic>
        <p:nvPicPr>
          <p:cNvPr id="15" name="SAP Logo"/>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288000" y="6217668"/>
            <a:ext cx="1578462" cy="360000"/>
          </a:xfrm>
          <a:prstGeom prst="rect">
            <a:avLst/>
          </a:prstGeom>
        </p:spPr>
      </p:pic>
      <p:sp>
        <p:nvSpPr>
          <p:cNvPr id="7" name="Picture Placeholder 6"/>
          <p:cNvSpPr>
            <a:spLocks noGrp="1"/>
          </p:cNvSpPr>
          <p:nvPr>
            <p:ph type="pic" sz="quarter" idx="16"/>
          </p:nvPr>
        </p:nvSpPr>
        <p:spPr>
          <a:xfrm>
            <a:off x="6954855" y="963000"/>
            <a:ext cx="4932000" cy="4932000"/>
          </a:xfrm>
        </p:spPr>
        <p:txBody>
          <a:bodyPr/>
          <a:lstStyle/>
          <a:p>
            <a:endParaRPr lang="en-US" dirty="0"/>
          </a:p>
        </p:txBody>
      </p:sp>
    </p:spTree>
    <p:extLst>
      <p:ext uri="{BB962C8B-B14F-4D97-AF65-F5344CB8AC3E}">
        <p14:creationId xmlns:p14="http://schemas.microsoft.com/office/powerpoint/2010/main" val="3048046299"/>
      </p:ext>
    </p:extLst>
  </p:cSld>
  <p:clrMapOvr>
    <a:masterClrMapping/>
  </p:clrMapOvr>
  <p:extLst>
    <p:ext uri="{DCECCB84-F9BA-43D5-87BE-67443E8EF086}">
      <p15:sldGuideLst xmlns:p15="http://schemas.microsoft.com/office/powerpoint/2012/main"/>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Agenda">
    <p:spTree>
      <p:nvGrpSpPr>
        <p:cNvPr id="1" name=""/>
        <p:cNvGrpSpPr/>
        <p:nvPr/>
      </p:nvGrpSpPr>
      <p:grpSpPr>
        <a:xfrm>
          <a:off x="0" y="0"/>
          <a:ext cx="0" cy="0"/>
          <a:chOff x="0" y="0"/>
          <a:chExt cx="0" cy="0"/>
        </a:xfrm>
      </p:grpSpPr>
      <p:sp>
        <p:nvSpPr>
          <p:cNvPr id="4" name="Agenda items placeholder"/>
          <p:cNvSpPr>
            <a:spLocks noGrp="1"/>
          </p:cNvSpPr>
          <p:nvPr>
            <p:ph type="body" sz="quarter" idx="10" hasCustomPrompt="1"/>
          </p:nvPr>
        </p:nvSpPr>
        <p:spPr>
          <a:xfrm>
            <a:off x="504000" y="1620000"/>
            <a:ext cx="11185200" cy="4230000"/>
          </a:xfrm>
        </p:spPr>
        <p:txBody>
          <a:bodyPr>
            <a:noAutofit/>
          </a:bodyPr>
          <a:lstStyle>
            <a:lvl1pPr marL="0" marR="0" indent="0" algn="l" defTabSz="1088558" rtl="0" eaLnBrk="1" fontAlgn="auto" latinLnBrk="0" hangingPunct="1">
              <a:lnSpc>
                <a:spcPct val="100000"/>
              </a:lnSpc>
              <a:spcBef>
                <a:spcPts val="3000"/>
              </a:spcBef>
              <a:spcAft>
                <a:spcPts val="0"/>
              </a:spcAft>
              <a:buClr>
                <a:schemeClr val="accent1"/>
              </a:buClr>
              <a:buSzPct val="80000"/>
              <a:buFontTx/>
              <a:buNone/>
              <a:tabLst/>
              <a:defRPr sz="2000" b="0"/>
            </a:lvl1pPr>
            <a:lvl2pPr marL="179964" marR="0" indent="-179964" algn="l" defTabSz="1088558" rtl="0" eaLnBrk="1" fontAlgn="auto" latinLnBrk="0" hangingPunct="1">
              <a:lnSpc>
                <a:spcPct val="100000"/>
              </a:lnSpc>
              <a:spcBef>
                <a:spcPts val="600"/>
              </a:spcBef>
              <a:spcAft>
                <a:spcPts val="0"/>
              </a:spcAft>
              <a:buClr>
                <a:schemeClr val="accent1"/>
              </a:buClr>
              <a:buSzPct val="100000"/>
              <a:buFont typeface="Wingdings" panose="05000000000000000000" pitchFamily="2" charset="2"/>
              <a:buChar char="§"/>
              <a:tabLst/>
              <a:defRPr sz="1800"/>
            </a:lvl2pPr>
            <a:lvl3pPr marL="359928" marR="0" indent="-179352" algn="l" defTabSz="1088558" rtl="0" eaLnBrk="1" fontAlgn="auto" latinLnBrk="0" hangingPunct="1">
              <a:lnSpc>
                <a:spcPct val="100000"/>
              </a:lnSpc>
              <a:spcBef>
                <a:spcPts val="400"/>
              </a:spcBef>
              <a:spcAft>
                <a:spcPts val="0"/>
              </a:spcAft>
              <a:buClr>
                <a:schemeClr val="tx1"/>
              </a:buClr>
              <a:buSzPct val="100000"/>
              <a:buFont typeface="Arial" pitchFamily="34" charset="0"/>
              <a:buChar char="–"/>
              <a:tabLst/>
              <a:defRPr sz="1800" baseline="0"/>
            </a:lvl3pPr>
            <a:lvl4pPr marL="539892" marR="0" indent="-179964" algn="l" defTabSz="1088558" rtl="0" eaLnBrk="1" fontAlgn="auto" latinLnBrk="0" hangingPunct="1">
              <a:lnSpc>
                <a:spcPct val="100000"/>
              </a:lnSpc>
              <a:spcBef>
                <a:spcPts val="250"/>
              </a:spcBef>
              <a:spcAft>
                <a:spcPts val="0"/>
              </a:spcAft>
              <a:buClr>
                <a:schemeClr val="tx1"/>
              </a:buClr>
              <a:buSzPct val="100000"/>
              <a:buFont typeface="Courier New" pitchFamily="49" charset="0"/>
              <a:buChar char="o"/>
              <a:tabLst/>
              <a:defRPr sz="1600"/>
            </a:lvl4pPr>
            <a:lvl5pPr>
              <a:buClr>
                <a:schemeClr val="accent2"/>
              </a:buClr>
              <a:buFont typeface="Arial" pitchFamily="34" charset="0"/>
              <a:buChar char="–"/>
              <a:defRPr/>
            </a:lvl5pPr>
          </a:lstStyle>
          <a:p>
            <a:pPr lvl="0"/>
            <a:r>
              <a:rPr lang="en-US" dirty="0"/>
              <a:t>Agenda Item/Divider Headline</a:t>
            </a:r>
          </a:p>
          <a:p>
            <a:pPr lvl="1"/>
            <a:r>
              <a:rPr lang="en-US" dirty="0"/>
              <a:t>Details</a:t>
            </a:r>
          </a:p>
        </p:txBody>
      </p:sp>
      <p:sp>
        <p:nvSpPr>
          <p:cNvPr id="3" name="Agenda title"/>
          <p:cNvSpPr>
            <a:spLocks noGrp="1"/>
          </p:cNvSpPr>
          <p:nvPr>
            <p:ph type="title" hasCustomPrompt="1"/>
          </p:nvPr>
        </p:nvSpPr>
        <p:spPr/>
        <p:txBody>
          <a:bodyPr/>
          <a:lstStyle>
            <a:lvl1pPr>
              <a:defRPr/>
            </a:lvl1pPr>
          </a:lstStyle>
          <a:p>
            <a:r>
              <a:rPr lang="en-US" dirty="0"/>
              <a:t>Agenda</a:t>
            </a:r>
          </a:p>
        </p:txBody>
      </p:sp>
    </p:spTree>
    <p:extLst>
      <p:ext uri="{BB962C8B-B14F-4D97-AF65-F5344CB8AC3E}">
        <p14:creationId xmlns:p14="http://schemas.microsoft.com/office/powerpoint/2010/main" val="185936061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showMasterSp="0" preserve="1" userDrawn="1">
  <p:cSld name="Divider Page">
    <p:spTree>
      <p:nvGrpSpPr>
        <p:cNvPr id="1" name=""/>
        <p:cNvGrpSpPr/>
        <p:nvPr/>
      </p:nvGrpSpPr>
      <p:grpSpPr>
        <a:xfrm>
          <a:off x="0" y="0"/>
          <a:ext cx="0" cy="0"/>
          <a:chOff x="0" y="0"/>
          <a:chExt cx="0" cy="0"/>
        </a:xfrm>
      </p:grpSpPr>
      <p:sp>
        <p:nvSpPr>
          <p:cNvPr id="2" name="Divider text"/>
          <p:cNvSpPr>
            <a:spLocks noGrp="1"/>
          </p:cNvSpPr>
          <p:nvPr>
            <p:ph type="ctrTitle" hasCustomPrompt="1"/>
          </p:nvPr>
        </p:nvSpPr>
        <p:spPr bwMode="gray">
          <a:xfrm>
            <a:off x="504000" y="3090446"/>
            <a:ext cx="11185200" cy="677108"/>
          </a:xfrm>
        </p:spPr>
        <p:txBody>
          <a:bodyPr anchor="ctr" anchorCtr="0">
            <a:noAutofit/>
          </a:bodyPr>
          <a:lstStyle>
            <a:lvl1pPr>
              <a:defRPr sz="4400">
                <a:solidFill>
                  <a:schemeClr val="tx1"/>
                </a:solidFill>
                <a:latin typeface="+mj-lt"/>
              </a:defRPr>
            </a:lvl1pPr>
          </a:lstStyle>
          <a:p>
            <a:r>
              <a:rPr lang="en-US" dirty="0"/>
              <a:t>Divider page</a:t>
            </a:r>
          </a:p>
        </p:txBody>
      </p:sp>
    </p:spTree>
    <p:extLst>
      <p:ext uri="{BB962C8B-B14F-4D97-AF65-F5344CB8AC3E}">
        <p14:creationId xmlns:p14="http://schemas.microsoft.com/office/powerpoint/2010/main" val="4109527874"/>
      </p:ext>
    </p:extLst>
  </p:cSld>
  <p:clrMapOvr>
    <a:masterClrMapping/>
  </p:clrMapOvr>
  <p:hf sldNum="0" hdr="0" ftr="0" dt="0"/>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preserve="1" userDrawn="1">
  <p:cSld name="Divider Page with image">
    <p:spTree>
      <p:nvGrpSpPr>
        <p:cNvPr id="1" name=""/>
        <p:cNvGrpSpPr/>
        <p:nvPr/>
      </p:nvGrpSpPr>
      <p:grpSpPr>
        <a:xfrm>
          <a:off x="0" y="0"/>
          <a:ext cx="0" cy="0"/>
          <a:chOff x="0" y="0"/>
          <a:chExt cx="0" cy="0"/>
        </a:xfrm>
      </p:grpSpPr>
      <p:sp>
        <p:nvSpPr>
          <p:cNvPr id="4" name="Divider image placeholder"/>
          <p:cNvSpPr>
            <a:spLocks noGrp="1"/>
          </p:cNvSpPr>
          <p:nvPr>
            <p:ph type="pic" sz="quarter" idx="12" hasCustomPrompt="1"/>
          </p:nvPr>
        </p:nvSpPr>
        <p:spPr>
          <a:xfrm>
            <a:off x="1" y="3427200"/>
            <a:ext cx="12195175" cy="3430800"/>
          </a:xfrm>
          <a:noFill/>
        </p:spPr>
        <p:txBody>
          <a:bodyPr tIns="324000"/>
          <a:lstStyle>
            <a:lvl1pPr marL="0" marR="0" indent="0" algn="ctr" defTabSz="1088558" rtl="0" eaLnBrk="1" fontAlgn="auto" latinLnBrk="0" hangingPunct="1">
              <a:lnSpc>
                <a:spcPct val="100000"/>
              </a:lnSpc>
              <a:spcBef>
                <a:spcPts val="1200"/>
              </a:spcBef>
              <a:spcAft>
                <a:spcPts val="0"/>
              </a:spcAft>
              <a:buClr>
                <a:schemeClr val="accent1"/>
              </a:buClr>
              <a:buSzPct val="80000"/>
              <a:buFontTx/>
              <a:buNone/>
              <a:tabLst/>
              <a:defRPr sz="1600">
                <a:solidFill>
                  <a:schemeClr val="tx1"/>
                </a:solidFill>
              </a:defRPr>
            </a:lvl1pPr>
          </a:lstStyle>
          <a:p>
            <a:pPr marL="0" marR="0" lvl="0" indent="0" algn="ctr" defTabSz="1088558" rtl="0" eaLnBrk="1" fontAlgn="auto" latinLnBrk="0" hangingPunct="1">
              <a:lnSpc>
                <a:spcPct val="100000"/>
              </a:lnSpc>
              <a:spcBef>
                <a:spcPts val="1200"/>
              </a:spcBef>
              <a:spcAft>
                <a:spcPts val="0"/>
              </a:spcAft>
              <a:buClr>
                <a:schemeClr val="accent1"/>
              </a:buClr>
              <a:buSzPct val="80000"/>
              <a:buFontTx/>
              <a:buNone/>
              <a:tabLst/>
              <a:defRPr/>
            </a:pPr>
            <a:r>
              <a:rPr lang="en-US" dirty="0"/>
              <a:t>Placeholder for image and illustration scene art</a:t>
            </a:r>
          </a:p>
        </p:txBody>
      </p:sp>
      <p:sp>
        <p:nvSpPr>
          <p:cNvPr id="2" name="Divider text"/>
          <p:cNvSpPr>
            <a:spLocks noGrp="1"/>
          </p:cNvSpPr>
          <p:nvPr>
            <p:ph type="ctrTitle" hasCustomPrompt="1"/>
          </p:nvPr>
        </p:nvSpPr>
        <p:spPr bwMode="gray">
          <a:xfrm>
            <a:off x="504000" y="1375046"/>
            <a:ext cx="11185200" cy="677108"/>
          </a:xfrm>
        </p:spPr>
        <p:txBody>
          <a:bodyPr anchor="t" anchorCtr="0">
            <a:noAutofit/>
          </a:bodyPr>
          <a:lstStyle>
            <a:lvl1pPr>
              <a:defRPr sz="4400">
                <a:solidFill>
                  <a:schemeClr val="tx1"/>
                </a:solidFill>
                <a:latin typeface="+mj-lt"/>
              </a:defRPr>
            </a:lvl1pPr>
          </a:lstStyle>
          <a:p>
            <a:r>
              <a:rPr lang="en-US" dirty="0"/>
              <a:t>Divider page</a:t>
            </a:r>
          </a:p>
        </p:txBody>
      </p:sp>
    </p:spTree>
    <p:extLst>
      <p:ext uri="{BB962C8B-B14F-4D97-AF65-F5344CB8AC3E}">
        <p14:creationId xmlns:p14="http://schemas.microsoft.com/office/powerpoint/2010/main" val="1008985274"/>
      </p:ext>
    </p:extLst>
  </p:cSld>
  <p:clrMapOvr>
    <a:masterClrMapping/>
  </p:clrMapOvr>
  <p:hf sldNum="0" hdr="0" ftr="0" dt="0"/>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Title only">
    <p:spTree>
      <p:nvGrpSpPr>
        <p:cNvPr id="1" name=""/>
        <p:cNvGrpSpPr/>
        <p:nvPr/>
      </p:nvGrpSpPr>
      <p:grpSpPr>
        <a:xfrm>
          <a:off x="0" y="0"/>
          <a:ext cx="0" cy="0"/>
          <a:chOff x="0" y="0"/>
          <a:chExt cx="0" cy="0"/>
        </a:xfrm>
      </p:grpSpPr>
      <p:sp>
        <p:nvSpPr>
          <p:cNvPr id="3" name="Title 2"/>
          <p:cNvSpPr>
            <a:spLocks noGrp="1"/>
          </p:cNvSpPr>
          <p:nvPr>
            <p:ph type="title" hasCustomPrompt="1"/>
          </p:nvPr>
        </p:nvSpPr>
        <p:spPr/>
        <p:txBody>
          <a:bodyPr/>
          <a:lstStyle/>
          <a:p>
            <a:r>
              <a:rPr lang="en-US" noProof="0" dirty="0"/>
              <a:t>Insert page title (sentence case)</a:t>
            </a:r>
            <a:endParaRPr lang="en-US" dirty="0"/>
          </a:p>
        </p:txBody>
      </p:sp>
    </p:spTree>
    <p:extLst>
      <p:ext uri="{BB962C8B-B14F-4D97-AF65-F5344CB8AC3E}">
        <p14:creationId xmlns:p14="http://schemas.microsoft.com/office/powerpoint/2010/main" val="246674363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Title and text">
    <p:spTree>
      <p:nvGrpSpPr>
        <p:cNvPr id="1" name=""/>
        <p:cNvGrpSpPr/>
        <p:nvPr/>
      </p:nvGrpSpPr>
      <p:grpSpPr>
        <a:xfrm>
          <a:off x="0" y="0"/>
          <a:ext cx="0" cy="0"/>
          <a:chOff x="0" y="0"/>
          <a:chExt cx="0" cy="0"/>
        </a:xfrm>
      </p:grpSpPr>
      <p:sp>
        <p:nvSpPr>
          <p:cNvPr id="4" name="Text placeholder - column 2"/>
          <p:cNvSpPr>
            <a:spLocks noGrp="1"/>
          </p:cNvSpPr>
          <p:nvPr>
            <p:ph type="body" sz="quarter" idx="10" hasCustomPrompt="1"/>
          </p:nvPr>
        </p:nvSpPr>
        <p:spPr>
          <a:xfrm>
            <a:off x="503999" y="1620000"/>
            <a:ext cx="11186477" cy="4230000"/>
          </a:xfrm>
        </p:spPr>
        <p:txBody>
          <a:bodyPr/>
          <a:lstStyle>
            <a:lvl1pPr>
              <a:defRPr/>
            </a:lvl1pPr>
          </a:lstStyle>
          <a:p>
            <a:pPr lvl="0"/>
            <a:r>
              <a:rPr lang="en-US" noProof="0" dirty="0"/>
              <a:t>First level</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3" name="Title 2"/>
          <p:cNvSpPr>
            <a:spLocks noGrp="1"/>
          </p:cNvSpPr>
          <p:nvPr>
            <p:ph type="title" hasCustomPrompt="1"/>
          </p:nvPr>
        </p:nvSpPr>
        <p:spPr>
          <a:xfrm>
            <a:off x="504001" y="504000"/>
            <a:ext cx="11186476" cy="369332"/>
          </a:xfrm>
        </p:spPr>
        <p:txBody>
          <a:bodyPr/>
          <a:lstStyle/>
          <a:p>
            <a:r>
              <a:rPr lang="en-US" noProof="0" dirty="0"/>
              <a:t>Insert page title (sentence case)</a:t>
            </a:r>
            <a:endParaRPr lang="en-US" dirty="0"/>
          </a:p>
        </p:txBody>
      </p:sp>
    </p:spTree>
    <p:extLst>
      <p:ext uri="{BB962C8B-B14F-4D97-AF65-F5344CB8AC3E}">
        <p14:creationId xmlns:p14="http://schemas.microsoft.com/office/powerpoint/2010/main" val="212933222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Title and text: 2 columns">
    <p:spTree>
      <p:nvGrpSpPr>
        <p:cNvPr id="1" name=""/>
        <p:cNvGrpSpPr/>
        <p:nvPr/>
      </p:nvGrpSpPr>
      <p:grpSpPr>
        <a:xfrm>
          <a:off x="0" y="0"/>
          <a:ext cx="0" cy="0"/>
          <a:chOff x="0" y="0"/>
          <a:chExt cx="0" cy="0"/>
        </a:xfrm>
      </p:grpSpPr>
      <p:sp>
        <p:nvSpPr>
          <p:cNvPr id="4" name="Text placeholder - column 2"/>
          <p:cNvSpPr>
            <a:spLocks noGrp="1"/>
          </p:cNvSpPr>
          <p:nvPr>
            <p:ph type="body" sz="quarter" idx="10" hasCustomPrompt="1"/>
          </p:nvPr>
        </p:nvSpPr>
        <p:spPr>
          <a:xfrm>
            <a:off x="504000" y="1620000"/>
            <a:ext cx="5328000" cy="4230000"/>
          </a:xfrm>
        </p:spPr>
        <p:txBody>
          <a:bodyPr/>
          <a:lstStyle>
            <a:lvl1pPr>
              <a:defRPr/>
            </a:lvl1pPr>
          </a:lstStyle>
          <a:p>
            <a:pPr lvl="0"/>
            <a:r>
              <a:rPr lang="en-US" noProof="0" dirty="0"/>
              <a:t>First level</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 column 1"/>
          <p:cNvSpPr>
            <a:spLocks noGrp="1"/>
          </p:cNvSpPr>
          <p:nvPr>
            <p:ph type="body" sz="quarter" idx="11" hasCustomPrompt="1"/>
          </p:nvPr>
        </p:nvSpPr>
        <p:spPr>
          <a:xfrm>
            <a:off x="6362477" y="1620000"/>
            <a:ext cx="5328000" cy="4230000"/>
          </a:xfrm>
        </p:spPr>
        <p:txBody>
          <a:bodyPr/>
          <a:lstStyle>
            <a:lvl1pPr>
              <a:defRPr/>
            </a:lvl1pPr>
          </a:lstStyle>
          <a:p>
            <a:pPr lvl="0"/>
            <a:r>
              <a:rPr lang="en-US" noProof="0" dirty="0"/>
              <a:t>First level</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3" name="Title 2"/>
          <p:cNvSpPr>
            <a:spLocks noGrp="1"/>
          </p:cNvSpPr>
          <p:nvPr>
            <p:ph type="title" hasCustomPrompt="1"/>
          </p:nvPr>
        </p:nvSpPr>
        <p:spPr>
          <a:xfrm>
            <a:off x="504001" y="504000"/>
            <a:ext cx="11186476" cy="369332"/>
          </a:xfrm>
        </p:spPr>
        <p:txBody>
          <a:bodyPr/>
          <a:lstStyle/>
          <a:p>
            <a:r>
              <a:rPr lang="en-US" noProof="0" dirty="0"/>
              <a:t>Insert page title (sentence case)</a:t>
            </a:r>
            <a:endParaRPr lang="en-US" dirty="0"/>
          </a:p>
        </p:txBody>
      </p:sp>
    </p:spTree>
    <p:extLst>
      <p:ext uri="{BB962C8B-B14F-4D97-AF65-F5344CB8AC3E}">
        <p14:creationId xmlns:p14="http://schemas.microsoft.com/office/powerpoint/2010/main" val="263048145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Title and text: 3 columns">
    <p:spTree>
      <p:nvGrpSpPr>
        <p:cNvPr id="1" name=""/>
        <p:cNvGrpSpPr/>
        <p:nvPr/>
      </p:nvGrpSpPr>
      <p:grpSpPr>
        <a:xfrm>
          <a:off x="0" y="0"/>
          <a:ext cx="0" cy="0"/>
          <a:chOff x="0" y="0"/>
          <a:chExt cx="0" cy="0"/>
        </a:xfrm>
      </p:grpSpPr>
      <p:sp>
        <p:nvSpPr>
          <p:cNvPr id="7" name="Text Placeholder - column 3"/>
          <p:cNvSpPr>
            <a:spLocks noGrp="1"/>
          </p:cNvSpPr>
          <p:nvPr>
            <p:ph type="body" sz="quarter" idx="13" hasCustomPrompt="1"/>
          </p:nvPr>
        </p:nvSpPr>
        <p:spPr>
          <a:xfrm>
            <a:off x="8126477" y="1620000"/>
            <a:ext cx="3564000" cy="4230000"/>
          </a:xfrm>
        </p:spPr>
        <p:txBody>
          <a:bodyPr/>
          <a:lstStyle>
            <a:lvl1pPr>
              <a:defRPr/>
            </a:lvl1pPr>
          </a:lstStyle>
          <a:p>
            <a:pPr lvl="0"/>
            <a:r>
              <a:rPr lang="en-US" noProof="0" dirty="0"/>
              <a:t>First level</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6" name="Text Placeholder - column 2"/>
          <p:cNvSpPr>
            <a:spLocks noGrp="1"/>
          </p:cNvSpPr>
          <p:nvPr>
            <p:ph type="body" sz="quarter" idx="12" hasCustomPrompt="1"/>
          </p:nvPr>
        </p:nvSpPr>
        <p:spPr>
          <a:xfrm>
            <a:off x="4315238" y="1620000"/>
            <a:ext cx="3564000" cy="4230000"/>
          </a:xfrm>
        </p:spPr>
        <p:txBody>
          <a:bodyPr/>
          <a:lstStyle>
            <a:lvl1pPr>
              <a:defRPr/>
            </a:lvl1pPr>
          </a:lstStyle>
          <a:p>
            <a:pPr lvl="0"/>
            <a:r>
              <a:rPr lang="en-US" noProof="0" dirty="0"/>
              <a:t>First level</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 column 1"/>
          <p:cNvSpPr>
            <a:spLocks noGrp="1"/>
          </p:cNvSpPr>
          <p:nvPr>
            <p:ph type="body" sz="quarter" idx="10" hasCustomPrompt="1"/>
          </p:nvPr>
        </p:nvSpPr>
        <p:spPr>
          <a:xfrm>
            <a:off x="504000" y="1620000"/>
            <a:ext cx="3564000" cy="4230000"/>
          </a:xfrm>
        </p:spPr>
        <p:txBody>
          <a:bodyPr/>
          <a:lstStyle>
            <a:lvl1pPr>
              <a:defRPr/>
            </a:lvl1pPr>
          </a:lstStyle>
          <a:p>
            <a:pPr lvl="0"/>
            <a:r>
              <a:rPr lang="en-US" noProof="0" dirty="0"/>
              <a:t>First level</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2" name="Title 1"/>
          <p:cNvSpPr>
            <a:spLocks noGrp="1"/>
          </p:cNvSpPr>
          <p:nvPr>
            <p:ph type="title" hasCustomPrompt="1"/>
          </p:nvPr>
        </p:nvSpPr>
        <p:spPr>
          <a:xfrm>
            <a:off x="504001" y="504000"/>
            <a:ext cx="11186476" cy="369332"/>
          </a:xfrm>
        </p:spPr>
        <p:txBody>
          <a:bodyPr/>
          <a:lstStyle/>
          <a:p>
            <a:r>
              <a:rPr lang="en-US" noProof="0" dirty="0"/>
              <a:t>Insert page title (sentence case)</a:t>
            </a:r>
            <a:endParaRPr lang="en-US" dirty="0"/>
          </a:p>
        </p:txBody>
      </p:sp>
    </p:spTree>
    <p:extLst>
      <p:ext uri="{BB962C8B-B14F-4D97-AF65-F5344CB8AC3E}">
        <p14:creationId xmlns:p14="http://schemas.microsoft.com/office/powerpoint/2010/main" val="866416376"/>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2 columns - text and images">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504001" y="504000"/>
            <a:ext cx="11186476" cy="369332"/>
          </a:xfrm>
        </p:spPr>
        <p:txBody>
          <a:bodyPr/>
          <a:lstStyle/>
          <a:p>
            <a:r>
              <a:rPr lang="en-US" noProof="0" dirty="0"/>
              <a:t>Insert page title (sentence case)</a:t>
            </a:r>
            <a:endParaRPr lang="en-US" dirty="0"/>
          </a:p>
        </p:txBody>
      </p:sp>
      <p:sp>
        <p:nvSpPr>
          <p:cNvPr id="3" name="Text placeholder - column 2"/>
          <p:cNvSpPr>
            <a:spLocks noGrp="1"/>
          </p:cNvSpPr>
          <p:nvPr>
            <p:ph type="body" sz="quarter" idx="10" hasCustomPrompt="1"/>
          </p:nvPr>
        </p:nvSpPr>
        <p:spPr>
          <a:xfrm>
            <a:off x="504000" y="4770000"/>
            <a:ext cx="5328000" cy="1080000"/>
          </a:xfrm>
        </p:spPr>
        <p:txBody>
          <a:bodyPr/>
          <a:lstStyle>
            <a:lvl1pPr>
              <a:spcBef>
                <a:spcPts val="600"/>
              </a:spcBef>
              <a:defRPr sz="1800"/>
            </a:lvl1pPr>
            <a:lvl2pPr>
              <a:defRPr sz="1600"/>
            </a:lvl2pPr>
            <a:lvl3pPr>
              <a:defRPr sz="1400"/>
            </a:lvl3pPr>
          </a:lstStyle>
          <a:p>
            <a:pPr lvl="0"/>
            <a:r>
              <a:rPr lang="en-US" noProof="0" dirty="0"/>
              <a:t>First level</a:t>
            </a:r>
          </a:p>
          <a:p>
            <a:pPr lvl="1"/>
            <a:r>
              <a:rPr lang="en-US" dirty="0"/>
              <a:t>Second level</a:t>
            </a:r>
          </a:p>
          <a:p>
            <a:pPr lvl="2"/>
            <a:r>
              <a:rPr lang="en-US" dirty="0"/>
              <a:t>Third level</a:t>
            </a:r>
          </a:p>
        </p:txBody>
      </p:sp>
      <p:sp>
        <p:nvSpPr>
          <p:cNvPr id="5" name="Picture Placeholder 4"/>
          <p:cNvSpPr>
            <a:spLocks noGrp="1"/>
          </p:cNvSpPr>
          <p:nvPr>
            <p:ph type="pic" sz="quarter" idx="12" hasCustomPrompt="1"/>
          </p:nvPr>
        </p:nvSpPr>
        <p:spPr bwMode="gray">
          <a:xfrm>
            <a:off x="504000" y="1620000"/>
            <a:ext cx="5328000" cy="2631000"/>
          </a:xfrm>
          <a:solidFill>
            <a:schemeClr val="tx2">
              <a:alpha val="70000"/>
            </a:schemeClr>
          </a:solidFill>
        </p:spPr>
        <p:txBody>
          <a:bodyPr vert="horz" lIns="0" tIns="180000" rIns="0" bIns="0" rtlCol="0" anchor="t" anchorCtr="0">
            <a:noAutofit/>
          </a:bodyPr>
          <a:lstStyle>
            <a:lvl1pPr marL="0" indent="0" algn="ctr" defTabSz="1088558" rtl="0" eaLnBrk="1" latinLnBrk="0" hangingPunct="1">
              <a:spcBef>
                <a:spcPts val="1929"/>
              </a:spcBef>
              <a:buClr>
                <a:schemeClr val="accent1"/>
              </a:buClr>
              <a:buSzPct val="80000"/>
              <a:buFontTx/>
              <a:buNone/>
              <a:defRPr lang="de-DE" sz="1600" b="0" kern="1200" dirty="0">
                <a:solidFill>
                  <a:schemeClr val="tx1"/>
                </a:solidFill>
                <a:latin typeface="+mn-lt"/>
                <a:ea typeface="+mn-ea"/>
                <a:cs typeface="+mn-cs"/>
              </a:defRPr>
            </a:lvl1pPr>
          </a:lstStyle>
          <a:p>
            <a:r>
              <a:rPr lang="en-US" dirty="0"/>
              <a:t>Click icon to add image</a:t>
            </a:r>
          </a:p>
        </p:txBody>
      </p:sp>
      <p:sp>
        <p:nvSpPr>
          <p:cNvPr id="17" name="Text placeholder - column 2"/>
          <p:cNvSpPr>
            <a:spLocks noGrp="1"/>
          </p:cNvSpPr>
          <p:nvPr>
            <p:ph type="body" sz="quarter" idx="13" hasCustomPrompt="1"/>
          </p:nvPr>
        </p:nvSpPr>
        <p:spPr>
          <a:xfrm>
            <a:off x="6362477" y="4770000"/>
            <a:ext cx="5328000" cy="1080000"/>
          </a:xfrm>
        </p:spPr>
        <p:txBody>
          <a:bodyPr/>
          <a:lstStyle>
            <a:lvl1pPr>
              <a:spcBef>
                <a:spcPts val="600"/>
              </a:spcBef>
              <a:defRPr sz="1800"/>
            </a:lvl1pPr>
            <a:lvl2pPr>
              <a:defRPr sz="1600"/>
            </a:lvl2pPr>
            <a:lvl3pPr>
              <a:defRPr sz="1400"/>
            </a:lvl3pPr>
          </a:lstStyle>
          <a:p>
            <a:pPr lvl="0"/>
            <a:r>
              <a:rPr lang="en-US" noProof="0" dirty="0"/>
              <a:t>First level</a:t>
            </a:r>
          </a:p>
          <a:p>
            <a:pPr lvl="1"/>
            <a:r>
              <a:rPr lang="en-US" dirty="0"/>
              <a:t>Second level</a:t>
            </a:r>
          </a:p>
          <a:p>
            <a:pPr lvl="2"/>
            <a:r>
              <a:rPr lang="en-US" dirty="0"/>
              <a:t>Third level</a:t>
            </a:r>
          </a:p>
        </p:txBody>
      </p:sp>
      <p:sp>
        <p:nvSpPr>
          <p:cNvPr id="18" name="Picture Placeholder 4"/>
          <p:cNvSpPr>
            <a:spLocks noGrp="1"/>
          </p:cNvSpPr>
          <p:nvPr>
            <p:ph type="pic" sz="quarter" idx="14" hasCustomPrompt="1"/>
          </p:nvPr>
        </p:nvSpPr>
        <p:spPr bwMode="gray">
          <a:xfrm>
            <a:off x="6362477" y="1620000"/>
            <a:ext cx="5328000" cy="2631000"/>
          </a:xfrm>
          <a:solidFill>
            <a:schemeClr val="tx2">
              <a:alpha val="70000"/>
            </a:schemeClr>
          </a:solidFill>
        </p:spPr>
        <p:txBody>
          <a:bodyPr vert="horz" lIns="0" tIns="180000" rIns="0" bIns="0" rtlCol="0" anchor="t" anchorCtr="0">
            <a:noAutofit/>
          </a:bodyPr>
          <a:lstStyle>
            <a:lvl1pPr marL="0" indent="0" algn="ctr" defTabSz="1088558" rtl="0" eaLnBrk="1" latinLnBrk="0" hangingPunct="1">
              <a:spcBef>
                <a:spcPts val="1929"/>
              </a:spcBef>
              <a:buClr>
                <a:schemeClr val="accent1"/>
              </a:buClr>
              <a:buSzPct val="80000"/>
              <a:buFontTx/>
              <a:buNone/>
              <a:defRPr lang="de-DE" sz="1600" b="0" kern="1200" dirty="0">
                <a:solidFill>
                  <a:schemeClr val="tx1"/>
                </a:solidFill>
                <a:latin typeface="+mn-lt"/>
                <a:ea typeface="+mn-ea"/>
                <a:cs typeface="+mn-cs"/>
              </a:defRPr>
            </a:lvl1pPr>
          </a:lstStyle>
          <a:p>
            <a:r>
              <a:rPr lang="en-US" dirty="0"/>
              <a:t>Click icon to add image</a:t>
            </a:r>
          </a:p>
        </p:txBody>
      </p:sp>
    </p:spTree>
    <p:extLst>
      <p:ext uri="{BB962C8B-B14F-4D97-AF65-F5344CB8AC3E}">
        <p14:creationId xmlns:p14="http://schemas.microsoft.com/office/powerpoint/2010/main" val="2504941297"/>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3 columns - text and images">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504001" y="504000"/>
            <a:ext cx="11186476" cy="369332"/>
          </a:xfrm>
        </p:spPr>
        <p:txBody>
          <a:bodyPr/>
          <a:lstStyle/>
          <a:p>
            <a:r>
              <a:rPr lang="en-US" noProof="0" dirty="0"/>
              <a:t>Insert page title (sentence case)</a:t>
            </a:r>
            <a:endParaRPr lang="en-US" dirty="0"/>
          </a:p>
        </p:txBody>
      </p:sp>
      <p:sp>
        <p:nvSpPr>
          <p:cNvPr id="3" name="Text placeholder - column 2"/>
          <p:cNvSpPr>
            <a:spLocks noGrp="1"/>
          </p:cNvSpPr>
          <p:nvPr>
            <p:ph type="body" sz="quarter" idx="10" hasCustomPrompt="1"/>
          </p:nvPr>
        </p:nvSpPr>
        <p:spPr>
          <a:xfrm>
            <a:off x="504000" y="4354921"/>
            <a:ext cx="3391200" cy="1495079"/>
          </a:xfrm>
        </p:spPr>
        <p:txBody>
          <a:bodyPr/>
          <a:lstStyle>
            <a:lvl1pPr>
              <a:spcBef>
                <a:spcPts val="600"/>
              </a:spcBef>
              <a:defRPr sz="1800"/>
            </a:lvl1pPr>
            <a:lvl2pPr>
              <a:defRPr sz="1600"/>
            </a:lvl2pPr>
            <a:lvl3pPr>
              <a:defRPr sz="1400"/>
            </a:lvl3pPr>
          </a:lstStyle>
          <a:p>
            <a:pPr lvl="0"/>
            <a:r>
              <a:rPr lang="en-US" noProof="0" dirty="0"/>
              <a:t>First level</a:t>
            </a:r>
          </a:p>
          <a:p>
            <a:pPr lvl="1"/>
            <a:r>
              <a:rPr lang="en-US" dirty="0"/>
              <a:t>Second level</a:t>
            </a:r>
          </a:p>
          <a:p>
            <a:pPr lvl="2"/>
            <a:r>
              <a:rPr lang="en-US" dirty="0"/>
              <a:t>Third level</a:t>
            </a:r>
          </a:p>
        </p:txBody>
      </p:sp>
      <p:sp>
        <p:nvSpPr>
          <p:cNvPr id="5" name="Picture Placeholder 4"/>
          <p:cNvSpPr>
            <a:spLocks noGrp="1"/>
          </p:cNvSpPr>
          <p:nvPr>
            <p:ph type="pic" sz="quarter" idx="12" hasCustomPrompt="1"/>
          </p:nvPr>
        </p:nvSpPr>
        <p:spPr bwMode="gray">
          <a:xfrm>
            <a:off x="504000" y="1620000"/>
            <a:ext cx="3391200" cy="2232000"/>
          </a:xfrm>
          <a:solidFill>
            <a:schemeClr val="tx2">
              <a:alpha val="70000"/>
            </a:schemeClr>
          </a:solidFill>
        </p:spPr>
        <p:txBody>
          <a:bodyPr vert="horz" lIns="0" tIns="180000" rIns="0" bIns="0" rtlCol="0" anchor="t" anchorCtr="0">
            <a:noAutofit/>
          </a:bodyPr>
          <a:lstStyle>
            <a:lvl1pPr marL="0" indent="0" algn="ctr" defTabSz="1088558" rtl="0" eaLnBrk="1" latinLnBrk="0" hangingPunct="1">
              <a:spcBef>
                <a:spcPts val="1929"/>
              </a:spcBef>
              <a:buClr>
                <a:schemeClr val="accent1"/>
              </a:buClr>
              <a:buSzPct val="80000"/>
              <a:buFontTx/>
              <a:buNone/>
              <a:defRPr lang="de-DE" sz="1600" b="0" kern="1200" dirty="0">
                <a:solidFill>
                  <a:schemeClr val="tx1"/>
                </a:solidFill>
                <a:latin typeface="+mn-lt"/>
                <a:ea typeface="+mn-ea"/>
                <a:cs typeface="+mn-cs"/>
              </a:defRPr>
            </a:lvl1pPr>
          </a:lstStyle>
          <a:p>
            <a:r>
              <a:rPr lang="en-US" dirty="0"/>
              <a:t>Click icon to add image</a:t>
            </a:r>
          </a:p>
        </p:txBody>
      </p:sp>
      <p:sp>
        <p:nvSpPr>
          <p:cNvPr id="17" name="Text placeholder - column 2"/>
          <p:cNvSpPr>
            <a:spLocks noGrp="1"/>
          </p:cNvSpPr>
          <p:nvPr>
            <p:ph type="body" sz="quarter" idx="13" hasCustomPrompt="1"/>
          </p:nvPr>
        </p:nvSpPr>
        <p:spPr>
          <a:xfrm>
            <a:off x="8299277" y="4354921"/>
            <a:ext cx="3391200" cy="1495079"/>
          </a:xfrm>
        </p:spPr>
        <p:txBody>
          <a:bodyPr/>
          <a:lstStyle>
            <a:lvl1pPr>
              <a:spcBef>
                <a:spcPts val="600"/>
              </a:spcBef>
              <a:defRPr sz="1800"/>
            </a:lvl1pPr>
            <a:lvl2pPr>
              <a:defRPr sz="1600"/>
            </a:lvl2pPr>
            <a:lvl3pPr>
              <a:defRPr sz="1400"/>
            </a:lvl3pPr>
          </a:lstStyle>
          <a:p>
            <a:pPr lvl="0"/>
            <a:r>
              <a:rPr lang="en-US" noProof="0" dirty="0"/>
              <a:t>First level</a:t>
            </a:r>
          </a:p>
          <a:p>
            <a:pPr lvl="1"/>
            <a:r>
              <a:rPr lang="en-US" dirty="0"/>
              <a:t>Second level</a:t>
            </a:r>
          </a:p>
          <a:p>
            <a:pPr lvl="2"/>
            <a:r>
              <a:rPr lang="en-US" dirty="0"/>
              <a:t>Third level</a:t>
            </a:r>
          </a:p>
        </p:txBody>
      </p:sp>
      <p:sp>
        <p:nvSpPr>
          <p:cNvPr id="18" name="Picture Placeholder 4"/>
          <p:cNvSpPr>
            <a:spLocks noGrp="1"/>
          </p:cNvSpPr>
          <p:nvPr>
            <p:ph type="pic" sz="quarter" idx="14" hasCustomPrompt="1"/>
          </p:nvPr>
        </p:nvSpPr>
        <p:spPr bwMode="gray">
          <a:xfrm>
            <a:off x="8299277" y="1620000"/>
            <a:ext cx="3391200" cy="2232000"/>
          </a:xfrm>
          <a:solidFill>
            <a:schemeClr val="tx2">
              <a:alpha val="70000"/>
            </a:schemeClr>
          </a:solidFill>
        </p:spPr>
        <p:txBody>
          <a:bodyPr vert="horz" lIns="0" tIns="180000" rIns="0" bIns="0" rtlCol="0" anchor="t" anchorCtr="0">
            <a:noAutofit/>
          </a:bodyPr>
          <a:lstStyle>
            <a:lvl1pPr marL="0" indent="0" algn="ctr" defTabSz="1088558" rtl="0" eaLnBrk="1" latinLnBrk="0" hangingPunct="1">
              <a:spcBef>
                <a:spcPts val="1929"/>
              </a:spcBef>
              <a:buClr>
                <a:schemeClr val="accent1"/>
              </a:buClr>
              <a:buSzPct val="80000"/>
              <a:buFontTx/>
              <a:buNone/>
              <a:defRPr lang="de-DE" sz="1600" b="0" kern="1200" dirty="0">
                <a:solidFill>
                  <a:schemeClr val="tx1"/>
                </a:solidFill>
                <a:latin typeface="+mn-lt"/>
                <a:ea typeface="+mn-ea"/>
                <a:cs typeface="+mn-cs"/>
              </a:defRPr>
            </a:lvl1pPr>
          </a:lstStyle>
          <a:p>
            <a:r>
              <a:rPr lang="en-US" dirty="0"/>
              <a:t>Click icon to add image</a:t>
            </a:r>
          </a:p>
        </p:txBody>
      </p:sp>
      <p:sp>
        <p:nvSpPr>
          <p:cNvPr id="9" name="Text placeholder - column 2"/>
          <p:cNvSpPr>
            <a:spLocks noGrp="1"/>
          </p:cNvSpPr>
          <p:nvPr>
            <p:ph type="body" sz="quarter" idx="15" hasCustomPrompt="1"/>
          </p:nvPr>
        </p:nvSpPr>
        <p:spPr>
          <a:xfrm>
            <a:off x="4401639" y="4354921"/>
            <a:ext cx="3391200" cy="1495079"/>
          </a:xfrm>
        </p:spPr>
        <p:txBody>
          <a:bodyPr/>
          <a:lstStyle>
            <a:lvl1pPr>
              <a:spcBef>
                <a:spcPts val="600"/>
              </a:spcBef>
              <a:defRPr sz="1800"/>
            </a:lvl1pPr>
            <a:lvl2pPr>
              <a:defRPr sz="1600"/>
            </a:lvl2pPr>
            <a:lvl3pPr>
              <a:defRPr sz="1400"/>
            </a:lvl3pPr>
          </a:lstStyle>
          <a:p>
            <a:pPr lvl="0"/>
            <a:r>
              <a:rPr lang="en-US" noProof="0" dirty="0"/>
              <a:t>First level</a:t>
            </a:r>
          </a:p>
          <a:p>
            <a:pPr lvl="1"/>
            <a:r>
              <a:rPr lang="en-US" dirty="0"/>
              <a:t>Second level</a:t>
            </a:r>
          </a:p>
          <a:p>
            <a:pPr lvl="2"/>
            <a:r>
              <a:rPr lang="en-US" dirty="0"/>
              <a:t>Third level</a:t>
            </a:r>
          </a:p>
        </p:txBody>
      </p:sp>
      <p:sp>
        <p:nvSpPr>
          <p:cNvPr id="10" name="Picture Placeholder 4"/>
          <p:cNvSpPr>
            <a:spLocks noGrp="1"/>
          </p:cNvSpPr>
          <p:nvPr>
            <p:ph type="pic" sz="quarter" idx="16" hasCustomPrompt="1"/>
          </p:nvPr>
        </p:nvSpPr>
        <p:spPr bwMode="gray">
          <a:xfrm>
            <a:off x="4401639" y="1620000"/>
            <a:ext cx="3391200" cy="2232000"/>
          </a:xfrm>
          <a:solidFill>
            <a:schemeClr val="tx2">
              <a:alpha val="70000"/>
            </a:schemeClr>
          </a:solidFill>
        </p:spPr>
        <p:txBody>
          <a:bodyPr vert="horz" lIns="0" tIns="180000" rIns="0" bIns="0" rtlCol="0" anchor="t" anchorCtr="0">
            <a:noAutofit/>
          </a:bodyPr>
          <a:lstStyle>
            <a:lvl1pPr marL="0" indent="0" algn="ctr" defTabSz="1088558" rtl="0" eaLnBrk="1" latinLnBrk="0" hangingPunct="1">
              <a:spcBef>
                <a:spcPts val="1929"/>
              </a:spcBef>
              <a:buClr>
                <a:schemeClr val="accent1"/>
              </a:buClr>
              <a:buSzPct val="80000"/>
              <a:buFontTx/>
              <a:buNone/>
              <a:defRPr lang="de-DE" sz="1600" b="0" kern="1200" dirty="0">
                <a:solidFill>
                  <a:schemeClr val="tx1"/>
                </a:solidFill>
                <a:latin typeface="+mn-lt"/>
                <a:ea typeface="+mn-ea"/>
                <a:cs typeface="+mn-cs"/>
              </a:defRPr>
            </a:lvl1pPr>
          </a:lstStyle>
          <a:p>
            <a:r>
              <a:rPr lang="en-US" dirty="0"/>
              <a:t>Click icon to add image</a:t>
            </a:r>
          </a:p>
        </p:txBody>
      </p:sp>
    </p:spTree>
    <p:extLst>
      <p:ext uri="{BB962C8B-B14F-4D97-AF65-F5344CB8AC3E}">
        <p14:creationId xmlns:p14="http://schemas.microsoft.com/office/powerpoint/2010/main" val="727667599"/>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4 columns - text and images">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504001" y="504000"/>
            <a:ext cx="11186476" cy="369332"/>
          </a:xfrm>
        </p:spPr>
        <p:txBody>
          <a:bodyPr/>
          <a:lstStyle/>
          <a:p>
            <a:r>
              <a:rPr lang="en-US" noProof="0" dirty="0"/>
              <a:t>Insert page title (sentence case)</a:t>
            </a:r>
            <a:endParaRPr lang="en-US" dirty="0"/>
          </a:p>
        </p:txBody>
      </p:sp>
      <p:sp>
        <p:nvSpPr>
          <p:cNvPr id="3" name="Text placeholder - column 2"/>
          <p:cNvSpPr>
            <a:spLocks noGrp="1"/>
          </p:cNvSpPr>
          <p:nvPr>
            <p:ph type="body" sz="quarter" idx="10" hasCustomPrompt="1"/>
          </p:nvPr>
        </p:nvSpPr>
        <p:spPr>
          <a:xfrm>
            <a:off x="504000" y="3878220"/>
            <a:ext cx="2415600" cy="1971780"/>
          </a:xfrm>
        </p:spPr>
        <p:txBody>
          <a:bodyPr/>
          <a:lstStyle>
            <a:lvl1pPr>
              <a:spcBef>
                <a:spcPts val="600"/>
              </a:spcBef>
              <a:defRPr sz="1800"/>
            </a:lvl1pPr>
            <a:lvl2pPr>
              <a:defRPr sz="1600"/>
            </a:lvl2pPr>
            <a:lvl3pPr>
              <a:defRPr sz="1400"/>
            </a:lvl3pPr>
          </a:lstStyle>
          <a:p>
            <a:pPr lvl="0"/>
            <a:r>
              <a:rPr lang="en-US" noProof="0" dirty="0"/>
              <a:t>First level</a:t>
            </a:r>
          </a:p>
          <a:p>
            <a:pPr lvl="1"/>
            <a:r>
              <a:rPr lang="en-US" dirty="0"/>
              <a:t>Second level</a:t>
            </a:r>
          </a:p>
          <a:p>
            <a:pPr lvl="2"/>
            <a:r>
              <a:rPr lang="en-US" dirty="0"/>
              <a:t>Third level</a:t>
            </a:r>
          </a:p>
        </p:txBody>
      </p:sp>
      <p:sp>
        <p:nvSpPr>
          <p:cNvPr id="5" name="Picture Placeholder 4"/>
          <p:cNvSpPr>
            <a:spLocks noGrp="1"/>
          </p:cNvSpPr>
          <p:nvPr>
            <p:ph type="pic" sz="quarter" idx="12" hasCustomPrompt="1"/>
          </p:nvPr>
        </p:nvSpPr>
        <p:spPr bwMode="gray">
          <a:xfrm>
            <a:off x="504000" y="1620000"/>
            <a:ext cx="2415600" cy="1728000"/>
          </a:xfrm>
          <a:solidFill>
            <a:schemeClr val="tx2">
              <a:alpha val="70000"/>
            </a:schemeClr>
          </a:solidFill>
        </p:spPr>
        <p:txBody>
          <a:bodyPr vert="horz" lIns="0" tIns="180000" rIns="0" bIns="0" rtlCol="0" anchor="t" anchorCtr="0">
            <a:noAutofit/>
          </a:bodyPr>
          <a:lstStyle>
            <a:lvl1pPr marL="0" indent="0" algn="ctr" defTabSz="1088558" rtl="0" eaLnBrk="1" latinLnBrk="0" hangingPunct="1">
              <a:spcBef>
                <a:spcPts val="1929"/>
              </a:spcBef>
              <a:buClr>
                <a:schemeClr val="accent1"/>
              </a:buClr>
              <a:buSzPct val="80000"/>
              <a:buFontTx/>
              <a:buNone/>
              <a:defRPr lang="de-DE" sz="1600" b="0" kern="1200" dirty="0">
                <a:solidFill>
                  <a:schemeClr val="tx1"/>
                </a:solidFill>
                <a:latin typeface="+mn-lt"/>
                <a:ea typeface="+mn-ea"/>
                <a:cs typeface="+mn-cs"/>
              </a:defRPr>
            </a:lvl1pPr>
          </a:lstStyle>
          <a:p>
            <a:r>
              <a:rPr lang="en-US" dirty="0"/>
              <a:t>Click icon to add image</a:t>
            </a:r>
          </a:p>
        </p:txBody>
      </p:sp>
      <p:sp>
        <p:nvSpPr>
          <p:cNvPr id="17" name="Text placeholder - column 2"/>
          <p:cNvSpPr>
            <a:spLocks noGrp="1"/>
          </p:cNvSpPr>
          <p:nvPr>
            <p:ph type="body" sz="quarter" idx="13" hasCustomPrompt="1"/>
          </p:nvPr>
        </p:nvSpPr>
        <p:spPr>
          <a:xfrm>
            <a:off x="9274877" y="3878221"/>
            <a:ext cx="2415600" cy="1971780"/>
          </a:xfrm>
        </p:spPr>
        <p:txBody>
          <a:bodyPr/>
          <a:lstStyle>
            <a:lvl1pPr>
              <a:spcBef>
                <a:spcPts val="600"/>
              </a:spcBef>
              <a:defRPr sz="1800"/>
            </a:lvl1pPr>
            <a:lvl2pPr>
              <a:defRPr sz="1600"/>
            </a:lvl2pPr>
            <a:lvl3pPr>
              <a:defRPr sz="1400"/>
            </a:lvl3pPr>
          </a:lstStyle>
          <a:p>
            <a:pPr lvl="0"/>
            <a:r>
              <a:rPr lang="en-US" noProof="0" dirty="0"/>
              <a:t>First level</a:t>
            </a:r>
          </a:p>
          <a:p>
            <a:pPr lvl="1"/>
            <a:r>
              <a:rPr lang="en-US" dirty="0"/>
              <a:t>Second level</a:t>
            </a:r>
          </a:p>
          <a:p>
            <a:pPr lvl="2"/>
            <a:r>
              <a:rPr lang="en-US" dirty="0"/>
              <a:t>Third level</a:t>
            </a:r>
          </a:p>
        </p:txBody>
      </p:sp>
      <p:sp>
        <p:nvSpPr>
          <p:cNvPr id="18" name="Picture Placeholder 4"/>
          <p:cNvSpPr>
            <a:spLocks noGrp="1"/>
          </p:cNvSpPr>
          <p:nvPr>
            <p:ph type="pic" sz="quarter" idx="14" hasCustomPrompt="1"/>
          </p:nvPr>
        </p:nvSpPr>
        <p:spPr bwMode="gray">
          <a:xfrm>
            <a:off x="9274877" y="1620000"/>
            <a:ext cx="2415600" cy="1728000"/>
          </a:xfrm>
          <a:solidFill>
            <a:schemeClr val="tx2">
              <a:alpha val="70000"/>
            </a:schemeClr>
          </a:solidFill>
        </p:spPr>
        <p:txBody>
          <a:bodyPr vert="horz" lIns="0" tIns="180000" rIns="0" bIns="0" rtlCol="0" anchor="t" anchorCtr="0">
            <a:noAutofit/>
          </a:bodyPr>
          <a:lstStyle>
            <a:lvl1pPr marL="0" indent="0" algn="ctr" defTabSz="1088558" rtl="0" eaLnBrk="1" latinLnBrk="0" hangingPunct="1">
              <a:spcBef>
                <a:spcPts val="1929"/>
              </a:spcBef>
              <a:buClr>
                <a:schemeClr val="accent1"/>
              </a:buClr>
              <a:buSzPct val="80000"/>
              <a:buFontTx/>
              <a:buNone/>
              <a:defRPr lang="de-DE" sz="1600" b="0" kern="1200" dirty="0">
                <a:solidFill>
                  <a:schemeClr val="tx1"/>
                </a:solidFill>
                <a:latin typeface="+mn-lt"/>
                <a:ea typeface="+mn-ea"/>
                <a:cs typeface="+mn-cs"/>
              </a:defRPr>
            </a:lvl1pPr>
          </a:lstStyle>
          <a:p>
            <a:r>
              <a:rPr lang="en-US" dirty="0"/>
              <a:t>Click icon to add image</a:t>
            </a:r>
          </a:p>
        </p:txBody>
      </p:sp>
      <p:sp>
        <p:nvSpPr>
          <p:cNvPr id="9" name="Text placeholder - column 2"/>
          <p:cNvSpPr>
            <a:spLocks noGrp="1"/>
          </p:cNvSpPr>
          <p:nvPr>
            <p:ph type="body" sz="quarter" idx="15" hasCustomPrompt="1"/>
          </p:nvPr>
        </p:nvSpPr>
        <p:spPr>
          <a:xfrm>
            <a:off x="3427626" y="3878221"/>
            <a:ext cx="2415600" cy="1971780"/>
          </a:xfrm>
        </p:spPr>
        <p:txBody>
          <a:bodyPr/>
          <a:lstStyle>
            <a:lvl1pPr>
              <a:spcBef>
                <a:spcPts val="600"/>
              </a:spcBef>
              <a:defRPr sz="1800"/>
            </a:lvl1pPr>
            <a:lvl2pPr>
              <a:defRPr sz="1600"/>
            </a:lvl2pPr>
            <a:lvl3pPr>
              <a:defRPr sz="1400"/>
            </a:lvl3pPr>
          </a:lstStyle>
          <a:p>
            <a:pPr lvl="0"/>
            <a:r>
              <a:rPr lang="en-US" noProof="0" dirty="0"/>
              <a:t>First level</a:t>
            </a:r>
          </a:p>
          <a:p>
            <a:pPr lvl="1"/>
            <a:r>
              <a:rPr lang="en-US" dirty="0"/>
              <a:t>Second level</a:t>
            </a:r>
          </a:p>
          <a:p>
            <a:pPr lvl="2"/>
            <a:r>
              <a:rPr lang="en-US" dirty="0"/>
              <a:t>Third level</a:t>
            </a:r>
          </a:p>
        </p:txBody>
      </p:sp>
      <p:sp>
        <p:nvSpPr>
          <p:cNvPr id="10" name="Picture Placeholder 4"/>
          <p:cNvSpPr>
            <a:spLocks noGrp="1"/>
          </p:cNvSpPr>
          <p:nvPr>
            <p:ph type="pic" sz="quarter" idx="16" hasCustomPrompt="1"/>
          </p:nvPr>
        </p:nvSpPr>
        <p:spPr bwMode="gray">
          <a:xfrm>
            <a:off x="3427626" y="1620000"/>
            <a:ext cx="2415600" cy="1728000"/>
          </a:xfrm>
          <a:solidFill>
            <a:schemeClr val="tx2">
              <a:alpha val="70000"/>
            </a:schemeClr>
          </a:solidFill>
        </p:spPr>
        <p:txBody>
          <a:bodyPr vert="horz" lIns="0" tIns="180000" rIns="0" bIns="0" rtlCol="0" anchor="t" anchorCtr="0">
            <a:noAutofit/>
          </a:bodyPr>
          <a:lstStyle>
            <a:lvl1pPr marL="0" indent="0" algn="ctr" defTabSz="1088558" rtl="0" eaLnBrk="1" latinLnBrk="0" hangingPunct="1">
              <a:spcBef>
                <a:spcPts val="1929"/>
              </a:spcBef>
              <a:buClr>
                <a:schemeClr val="accent1"/>
              </a:buClr>
              <a:buSzPct val="80000"/>
              <a:buFontTx/>
              <a:buNone/>
              <a:defRPr lang="de-DE" sz="1600" b="0" kern="1200" dirty="0">
                <a:solidFill>
                  <a:schemeClr val="tx1"/>
                </a:solidFill>
                <a:latin typeface="+mn-lt"/>
                <a:ea typeface="+mn-ea"/>
                <a:cs typeface="+mn-cs"/>
              </a:defRPr>
            </a:lvl1pPr>
          </a:lstStyle>
          <a:p>
            <a:r>
              <a:rPr lang="en-US" dirty="0"/>
              <a:t>Click icon to add image</a:t>
            </a:r>
          </a:p>
        </p:txBody>
      </p:sp>
      <p:sp>
        <p:nvSpPr>
          <p:cNvPr id="13" name="Text placeholder - column 2"/>
          <p:cNvSpPr>
            <a:spLocks noGrp="1"/>
          </p:cNvSpPr>
          <p:nvPr>
            <p:ph type="body" sz="quarter" idx="17" hasCustomPrompt="1"/>
          </p:nvPr>
        </p:nvSpPr>
        <p:spPr>
          <a:xfrm>
            <a:off x="6351252" y="3878221"/>
            <a:ext cx="2415600" cy="1971780"/>
          </a:xfrm>
        </p:spPr>
        <p:txBody>
          <a:bodyPr/>
          <a:lstStyle>
            <a:lvl1pPr>
              <a:spcBef>
                <a:spcPts val="600"/>
              </a:spcBef>
              <a:defRPr sz="1800"/>
            </a:lvl1pPr>
            <a:lvl2pPr>
              <a:defRPr sz="1600"/>
            </a:lvl2pPr>
            <a:lvl3pPr>
              <a:defRPr sz="1400"/>
            </a:lvl3pPr>
          </a:lstStyle>
          <a:p>
            <a:pPr lvl="0"/>
            <a:r>
              <a:rPr lang="en-US" noProof="0" dirty="0"/>
              <a:t>First level</a:t>
            </a:r>
          </a:p>
          <a:p>
            <a:pPr lvl="1"/>
            <a:r>
              <a:rPr lang="en-US" dirty="0"/>
              <a:t>Second level</a:t>
            </a:r>
          </a:p>
          <a:p>
            <a:pPr lvl="2"/>
            <a:r>
              <a:rPr lang="en-US" dirty="0"/>
              <a:t>Third level</a:t>
            </a:r>
          </a:p>
        </p:txBody>
      </p:sp>
      <p:sp>
        <p:nvSpPr>
          <p:cNvPr id="14" name="Picture Placeholder 4"/>
          <p:cNvSpPr>
            <a:spLocks noGrp="1"/>
          </p:cNvSpPr>
          <p:nvPr>
            <p:ph type="pic" sz="quarter" idx="18" hasCustomPrompt="1"/>
          </p:nvPr>
        </p:nvSpPr>
        <p:spPr bwMode="gray">
          <a:xfrm>
            <a:off x="6351252" y="1620000"/>
            <a:ext cx="2415600" cy="1728000"/>
          </a:xfrm>
          <a:solidFill>
            <a:schemeClr val="tx2">
              <a:alpha val="70000"/>
            </a:schemeClr>
          </a:solidFill>
        </p:spPr>
        <p:txBody>
          <a:bodyPr vert="horz" lIns="0" tIns="180000" rIns="0" bIns="0" rtlCol="0" anchor="t" anchorCtr="0">
            <a:noAutofit/>
          </a:bodyPr>
          <a:lstStyle>
            <a:lvl1pPr marL="0" indent="0" algn="ctr" defTabSz="1088558" rtl="0" eaLnBrk="1" latinLnBrk="0" hangingPunct="1">
              <a:spcBef>
                <a:spcPts val="1929"/>
              </a:spcBef>
              <a:buClr>
                <a:schemeClr val="accent1"/>
              </a:buClr>
              <a:buSzPct val="80000"/>
              <a:buFontTx/>
              <a:buNone/>
              <a:defRPr lang="de-DE" sz="1600" b="0" kern="1200" dirty="0">
                <a:solidFill>
                  <a:schemeClr val="tx1"/>
                </a:solidFill>
                <a:latin typeface="+mn-lt"/>
                <a:ea typeface="+mn-ea"/>
                <a:cs typeface="+mn-cs"/>
              </a:defRPr>
            </a:lvl1pPr>
          </a:lstStyle>
          <a:p>
            <a:r>
              <a:rPr lang="en-US" dirty="0"/>
              <a:t>Click icon to add image</a:t>
            </a:r>
          </a:p>
        </p:txBody>
      </p:sp>
    </p:spTree>
    <p:extLst>
      <p:ext uri="{BB962C8B-B14F-4D97-AF65-F5344CB8AC3E}">
        <p14:creationId xmlns:p14="http://schemas.microsoft.com/office/powerpoint/2010/main" val="2680594478"/>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Quote">
    <p:spTree>
      <p:nvGrpSpPr>
        <p:cNvPr id="1" name=""/>
        <p:cNvGrpSpPr/>
        <p:nvPr/>
      </p:nvGrpSpPr>
      <p:grpSpPr>
        <a:xfrm>
          <a:off x="0" y="0"/>
          <a:ext cx="0" cy="0"/>
          <a:chOff x="0" y="0"/>
          <a:chExt cx="0" cy="0"/>
        </a:xfrm>
      </p:grpSpPr>
      <p:sp>
        <p:nvSpPr>
          <p:cNvPr id="5" name="Quote placeholder"/>
          <p:cNvSpPr>
            <a:spLocks noGrp="1"/>
          </p:cNvSpPr>
          <p:nvPr>
            <p:ph type="body" sz="quarter" idx="10" hasCustomPrompt="1"/>
          </p:nvPr>
        </p:nvSpPr>
        <p:spPr>
          <a:xfrm>
            <a:off x="504000" y="1800000"/>
            <a:ext cx="11185200" cy="3285032"/>
          </a:xfrm>
        </p:spPr>
        <p:txBody>
          <a:bodyPr/>
          <a:lstStyle>
            <a:lvl1pPr marL="395921" indent="-395921">
              <a:lnSpc>
                <a:spcPct val="90000"/>
              </a:lnSpc>
              <a:spcBef>
                <a:spcPts val="600"/>
              </a:spcBef>
              <a:defRPr sz="5999" b="1"/>
            </a:lvl1pPr>
            <a:lvl2pPr marL="395921" indent="0">
              <a:buNone/>
              <a:defRPr sz="1200"/>
            </a:lvl2pPr>
          </a:lstStyle>
          <a:p>
            <a:pPr lvl="0"/>
            <a:r>
              <a:rPr lang="en-US" noProof="0" dirty="0"/>
              <a:t>“Quote goes here </a:t>
            </a:r>
            <a:br>
              <a:rPr lang="en-US" noProof="0" dirty="0"/>
            </a:br>
            <a:r>
              <a:rPr lang="en-US" noProof="0" dirty="0"/>
              <a:t>and here.”</a:t>
            </a:r>
          </a:p>
          <a:p>
            <a:pPr lvl="1"/>
            <a:r>
              <a:rPr lang="en-US" noProof="0" dirty="0"/>
              <a:t>Source</a:t>
            </a:r>
          </a:p>
        </p:txBody>
      </p:sp>
      <p:sp>
        <p:nvSpPr>
          <p:cNvPr id="2" name="Title 1"/>
          <p:cNvSpPr>
            <a:spLocks noGrp="1"/>
          </p:cNvSpPr>
          <p:nvPr>
            <p:ph type="title" hasCustomPrompt="1"/>
          </p:nvPr>
        </p:nvSpPr>
        <p:spPr/>
        <p:txBody>
          <a:bodyPr/>
          <a:lstStyle/>
          <a:p>
            <a:r>
              <a:rPr lang="en-US" noProof="0" dirty="0"/>
              <a:t>Insert page title (sentence case)</a:t>
            </a:r>
            <a:endParaRPr lang="en-US" dirty="0"/>
          </a:p>
        </p:txBody>
      </p:sp>
      <p:grpSp>
        <p:nvGrpSpPr>
          <p:cNvPr id="3" name="Group 2"/>
          <p:cNvGrpSpPr/>
          <p:nvPr userDrawn="1"/>
        </p:nvGrpSpPr>
        <p:grpSpPr>
          <a:xfrm>
            <a:off x="0" y="0"/>
            <a:ext cx="12195175" cy="251942"/>
            <a:chOff x="0" y="0"/>
            <a:chExt cx="12195175" cy="251942"/>
          </a:xfrm>
        </p:grpSpPr>
        <p:sp>
          <p:nvSpPr>
            <p:cNvPr id="9" name="Rectangle 8"/>
            <p:cNvSpPr/>
            <p:nvPr userDrawn="1"/>
          </p:nvSpPr>
          <p:spPr bwMode="gray">
            <a:xfrm>
              <a:off x="0" y="0"/>
              <a:ext cx="12195175" cy="251942"/>
            </a:xfrm>
            <a:prstGeom prst="rect">
              <a:avLst/>
            </a:prstGeom>
            <a:solidFill>
              <a:schemeClr val="bg1"/>
            </a:solidFill>
            <a:ln w="6350" algn="ctr">
              <a:noFill/>
              <a:miter lim="800000"/>
              <a:headEnd/>
              <a:tailEnd/>
            </a:ln>
          </p:spPr>
          <p:txBody>
            <a:bodyPr lIns="90000" tIns="72000" rIns="90000" bIns="72000" rtlCol="0" anchor="ctr"/>
            <a:lstStyle/>
            <a:p>
              <a:pPr marR="0" lvl="0" algn="ctr" defTabSz="914217" fontAlgn="base">
                <a:lnSpc>
                  <a:spcPct val="100000"/>
                </a:lnSpc>
                <a:spcBef>
                  <a:spcPct val="50000"/>
                </a:spcBef>
                <a:spcAft>
                  <a:spcPct val="0"/>
                </a:spcAft>
                <a:buClr>
                  <a:srgbClr val="F0AB00"/>
                </a:buClr>
                <a:buSzPct val="80000"/>
                <a:tabLst/>
              </a:pPr>
              <a:endParaRPr kumimoji="0" lang="en-US" sz="2000" b="0" i="0" u="none" strike="noStrike" kern="0" cap="none" spc="0" normalizeH="0" baseline="0" noProof="0" dirty="0" err="1">
                <a:ln>
                  <a:noFill/>
                </a:ln>
                <a:effectLst/>
                <a:uLnTx/>
                <a:uFillTx/>
                <a:ea typeface="Arial Unicode MS" pitchFamily="34" charset="-128"/>
                <a:cs typeface="Arial Unicode MS" pitchFamily="34" charset="-128"/>
              </a:endParaRPr>
            </a:p>
          </p:txBody>
        </p:sp>
        <p:grpSp>
          <p:nvGrpSpPr>
            <p:cNvPr id="4" name="Secondary Motion Band"/>
            <p:cNvGrpSpPr/>
            <p:nvPr userDrawn="1"/>
          </p:nvGrpSpPr>
          <p:grpSpPr>
            <a:xfrm>
              <a:off x="10682127" y="0"/>
              <a:ext cx="1513048" cy="251942"/>
              <a:chOff x="10682127" y="0"/>
              <a:chExt cx="1513048" cy="252000"/>
            </a:xfrm>
          </p:grpSpPr>
          <p:sp>
            <p:nvSpPr>
              <p:cNvPr id="6" name="Rectangle 5"/>
              <p:cNvSpPr/>
              <p:nvPr userDrawn="1"/>
            </p:nvSpPr>
            <p:spPr bwMode="gray">
              <a:xfrm>
                <a:off x="11691175" y="0"/>
                <a:ext cx="504000" cy="252000"/>
              </a:xfrm>
              <a:prstGeom prst="rect">
                <a:avLst/>
              </a:prstGeom>
              <a:solidFill>
                <a:schemeClr val="accent1"/>
              </a:solidFill>
              <a:ln w="6350" algn="ctr">
                <a:noFill/>
                <a:miter lim="800000"/>
                <a:headEnd/>
                <a:tailEnd/>
              </a:ln>
            </p:spPr>
            <p:txBody>
              <a:bodyPr lIns="90000" tIns="72000" rIns="90000" bIns="72000" rtlCol="0" anchor="ctr"/>
              <a:lstStyle/>
              <a:p>
                <a:pPr marR="0" lvl="0" algn="ctr" defTabSz="914217" fontAlgn="base">
                  <a:lnSpc>
                    <a:spcPct val="100000"/>
                  </a:lnSpc>
                  <a:spcBef>
                    <a:spcPct val="50000"/>
                  </a:spcBef>
                  <a:spcAft>
                    <a:spcPct val="0"/>
                  </a:spcAft>
                  <a:buClr>
                    <a:srgbClr val="F0AB00"/>
                  </a:buClr>
                  <a:buSzPct val="80000"/>
                  <a:tabLst/>
                </a:pPr>
                <a:endParaRPr kumimoji="0" lang="en-US" sz="2000" b="0" i="0" u="none" strike="noStrike" kern="0" cap="none" spc="0" normalizeH="0" baseline="0" noProof="0" dirty="0" err="1">
                  <a:ln>
                    <a:noFill/>
                  </a:ln>
                  <a:effectLst/>
                  <a:uLnTx/>
                  <a:uFillTx/>
                  <a:ea typeface="Arial Unicode MS" pitchFamily="34" charset="-128"/>
                  <a:cs typeface="Arial Unicode MS" pitchFamily="34" charset="-128"/>
                </a:endParaRPr>
              </a:p>
            </p:txBody>
          </p:sp>
          <p:sp>
            <p:nvSpPr>
              <p:cNvPr id="7" name="Rectangle 6"/>
              <p:cNvSpPr/>
              <p:nvPr userDrawn="1"/>
            </p:nvSpPr>
            <p:spPr bwMode="gray">
              <a:xfrm>
                <a:off x="11186476" y="0"/>
                <a:ext cx="504000" cy="252000"/>
              </a:xfrm>
              <a:prstGeom prst="rect">
                <a:avLst/>
              </a:prstGeom>
              <a:solidFill>
                <a:schemeClr val="accent1">
                  <a:alpha val="70000"/>
                </a:schemeClr>
              </a:solidFill>
              <a:ln w="6350" algn="ctr">
                <a:noFill/>
                <a:miter lim="800000"/>
                <a:headEnd/>
                <a:tailEnd/>
              </a:ln>
            </p:spPr>
            <p:txBody>
              <a:bodyPr lIns="90000" tIns="72000" rIns="90000" bIns="72000" rtlCol="0" anchor="ctr"/>
              <a:lstStyle/>
              <a:p>
                <a:pPr marR="0" lvl="0" algn="ctr" defTabSz="914217" fontAlgn="base">
                  <a:lnSpc>
                    <a:spcPct val="100000"/>
                  </a:lnSpc>
                  <a:spcBef>
                    <a:spcPct val="50000"/>
                  </a:spcBef>
                  <a:spcAft>
                    <a:spcPct val="0"/>
                  </a:spcAft>
                  <a:buClr>
                    <a:srgbClr val="F0AB00"/>
                  </a:buClr>
                  <a:buSzPct val="80000"/>
                  <a:tabLst/>
                </a:pPr>
                <a:endParaRPr kumimoji="0" lang="en-US" sz="2000" b="0" i="0" u="none" strike="noStrike" kern="0" cap="none" spc="0" normalizeH="0" baseline="0" noProof="0" dirty="0" err="1">
                  <a:ln>
                    <a:noFill/>
                  </a:ln>
                  <a:effectLst/>
                  <a:uLnTx/>
                  <a:uFillTx/>
                  <a:ea typeface="Arial Unicode MS" pitchFamily="34" charset="-128"/>
                  <a:cs typeface="Arial Unicode MS" pitchFamily="34" charset="-128"/>
                </a:endParaRPr>
              </a:p>
            </p:txBody>
          </p:sp>
          <p:sp>
            <p:nvSpPr>
              <p:cNvPr id="8" name="Rectangle 7"/>
              <p:cNvSpPr/>
              <p:nvPr userDrawn="1"/>
            </p:nvSpPr>
            <p:spPr bwMode="gray">
              <a:xfrm>
                <a:off x="10682127" y="0"/>
                <a:ext cx="504000" cy="252000"/>
              </a:xfrm>
              <a:prstGeom prst="rect">
                <a:avLst/>
              </a:prstGeom>
              <a:solidFill>
                <a:schemeClr val="accent1">
                  <a:alpha val="40000"/>
                </a:schemeClr>
              </a:solidFill>
              <a:ln w="6350" algn="ctr">
                <a:noFill/>
                <a:miter lim="800000"/>
                <a:headEnd/>
                <a:tailEnd/>
              </a:ln>
            </p:spPr>
            <p:txBody>
              <a:bodyPr lIns="90000" tIns="72000" rIns="90000" bIns="72000" rtlCol="0" anchor="ctr"/>
              <a:lstStyle/>
              <a:p>
                <a:pPr marR="0" lvl="0" algn="ctr" defTabSz="914217" fontAlgn="base">
                  <a:lnSpc>
                    <a:spcPct val="100000"/>
                  </a:lnSpc>
                  <a:spcBef>
                    <a:spcPct val="50000"/>
                  </a:spcBef>
                  <a:spcAft>
                    <a:spcPct val="0"/>
                  </a:spcAft>
                  <a:buClr>
                    <a:srgbClr val="F0AB00"/>
                  </a:buClr>
                  <a:buSzPct val="80000"/>
                  <a:tabLst/>
                </a:pPr>
                <a:endParaRPr kumimoji="0" lang="en-US" sz="2000" b="0" i="0" u="none" strike="noStrike" kern="0" cap="none" spc="0" normalizeH="0" baseline="0" noProof="0" dirty="0" err="1">
                  <a:ln>
                    <a:noFill/>
                  </a:ln>
                  <a:effectLst/>
                  <a:uLnTx/>
                  <a:uFillTx/>
                  <a:ea typeface="Arial Unicode MS" pitchFamily="34" charset="-128"/>
                  <a:cs typeface="Arial Unicode MS" pitchFamily="34" charset="-128"/>
                </a:endParaRPr>
              </a:p>
            </p:txBody>
          </p:sp>
        </p:grpSp>
      </p:grpSp>
    </p:spTree>
    <p:extLst>
      <p:ext uri="{BB962C8B-B14F-4D97-AF65-F5344CB8AC3E}">
        <p14:creationId xmlns:p14="http://schemas.microsoft.com/office/powerpoint/2010/main" val="932785900"/>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Title and text with image 1">
    <p:spTree>
      <p:nvGrpSpPr>
        <p:cNvPr id="1" name=""/>
        <p:cNvGrpSpPr/>
        <p:nvPr/>
      </p:nvGrpSpPr>
      <p:grpSpPr>
        <a:xfrm>
          <a:off x="0" y="0"/>
          <a:ext cx="0" cy="0"/>
          <a:chOff x="0" y="0"/>
          <a:chExt cx="0" cy="0"/>
        </a:xfrm>
      </p:grpSpPr>
      <p:sp>
        <p:nvSpPr>
          <p:cNvPr id="5" name="Picture Placeholder 4"/>
          <p:cNvSpPr>
            <a:spLocks noGrp="1"/>
          </p:cNvSpPr>
          <p:nvPr>
            <p:ph type="pic" sz="quarter" idx="10" hasCustomPrompt="1"/>
          </p:nvPr>
        </p:nvSpPr>
        <p:spPr bwMode="gray">
          <a:xfrm>
            <a:off x="8127175" y="252000"/>
            <a:ext cx="4068000" cy="6606000"/>
          </a:xfrm>
          <a:solidFill>
            <a:schemeClr val="tx2">
              <a:alpha val="70000"/>
            </a:schemeClr>
          </a:solidFill>
        </p:spPr>
        <p:txBody>
          <a:bodyPr vert="horz" lIns="0" tIns="2448000" rIns="0" bIns="0" rtlCol="0" anchor="t" anchorCtr="0">
            <a:noAutofit/>
          </a:bodyPr>
          <a:lstStyle>
            <a:lvl1pPr marL="0" indent="0" algn="ctr" defTabSz="1088558" rtl="0" eaLnBrk="1" latinLnBrk="0" hangingPunct="1">
              <a:spcBef>
                <a:spcPts val="1929"/>
              </a:spcBef>
              <a:buClr>
                <a:schemeClr val="accent1"/>
              </a:buClr>
              <a:buSzPct val="80000"/>
              <a:buFontTx/>
              <a:buNone/>
              <a:defRPr lang="de-DE" sz="1600" b="0" kern="1200" dirty="0">
                <a:solidFill>
                  <a:schemeClr val="tx1"/>
                </a:solidFill>
                <a:latin typeface="+mn-lt"/>
                <a:ea typeface="+mn-ea"/>
                <a:cs typeface="+mn-cs"/>
              </a:defRPr>
            </a:lvl1pPr>
          </a:lstStyle>
          <a:p>
            <a:r>
              <a:rPr lang="en-US" dirty="0"/>
              <a:t>Click icon to add image</a:t>
            </a:r>
          </a:p>
        </p:txBody>
      </p:sp>
      <p:sp>
        <p:nvSpPr>
          <p:cNvPr id="7" name="Text Placeholder 6"/>
          <p:cNvSpPr>
            <a:spLocks noGrp="1"/>
          </p:cNvSpPr>
          <p:nvPr>
            <p:ph type="body" sz="quarter" idx="11" hasCustomPrompt="1"/>
          </p:nvPr>
        </p:nvSpPr>
        <p:spPr bwMode="gray">
          <a:xfrm>
            <a:off x="503999" y="1620000"/>
            <a:ext cx="7092000" cy="4230000"/>
          </a:xfrm>
        </p:spPr>
        <p:txBody>
          <a:bodyPr/>
          <a:lstStyle>
            <a:lvl1pPr>
              <a:defRPr/>
            </a:lvl1pPr>
          </a:lstStyle>
          <a:p>
            <a:pPr lvl="0"/>
            <a:r>
              <a:rPr lang="en-US" noProof="0" dirty="0"/>
              <a:t>First level</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3" name="Title 2"/>
          <p:cNvSpPr>
            <a:spLocks noGrp="1"/>
          </p:cNvSpPr>
          <p:nvPr>
            <p:ph type="title" hasCustomPrompt="1"/>
          </p:nvPr>
        </p:nvSpPr>
        <p:spPr>
          <a:xfrm>
            <a:off x="504001" y="504000"/>
            <a:ext cx="7092000" cy="369332"/>
          </a:xfrm>
        </p:spPr>
        <p:txBody>
          <a:bodyPr/>
          <a:lstStyle/>
          <a:p>
            <a:r>
              <a:rPr lang="en-US" noProof="0" dirty="0"/>
              <a:t>Insert page title (sentence case)</a:t>
            </a:r>
            <a:endParaRPr lang="en-US" dirty="0"/>
          </a:p>
        </p:txBody>
      </p:sp>
    </p:spTree>
    <p:extLst>
      <p:ext uri="{BB962C8B-B14F-4D97-AF65-F5344CB8AC3E}">
        <p14:creationId xmlns:p14="http://schemas.microsoft.com/office/powerpoint/2010/main" val="3425020262"/>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Title and text with image 2">
    <p:spTree>
      <p:nvGrpSpPr>
        <p:cNvPr id="1" name=""/>
        <p:cNvGrpSpPr/>
        <p:nvPr/>
      </p:nvGrpSpPr>
      <p:grpSpPr>
        <a:xfrm>
          <a:off x="0" y="0"/>
          <a:ext cx="0" cy="0"/>
          <a:chOff x="0" y="0"/>
          <a:chExt cx="0" cy="0"/>
        </a:xfrm>
      </p:grpSpPr>
      <p:sp>
        <p:nvSpPr>
          <p:cNvPr id="5" name="Picture Placeholder 4"/>
          <p:cNvSpPr>
            <a:spLocks noGrp="1"/>
          </p:cNvSpPr>
          <p:nvPr>
            <p:ph type="pic" sz="quarter" idx="10" hasCustomPrompt="1"/>
          </p:nvPr>
        </p:nvSpPr>
        <p:spPr bwMode="gray">
          <a:xfrm>
            <a:off x="6111175" y="252000"/>
            <a:ext cx="6084000" cy="6606000"/>
          </a:xfrm>
          <a:solidFill>
            <a:schemeClr val="tx2">
              <a:alpha val="70000"/>
            </a:schemeClr>
          </a:solidFill>
        </p:spPr>
        <p:txBody>
          <a:bodyPr vert="horz" lIns="0" tIns="2448000" rIns="0" bIns="0" rtlCol="0" anchor="t" anchorCtr="0">
            <a:noAutofit/>
          </a:bodyPr>
          <a:lstStyle>
            <a:lvl1pPr marL="0" indent="0" algn="ctr" defTabSz="1088558" rtl="0" eaLnBrk="1" latinLnBrk="0" hangingPunct="1">
              <a:spcBef>
                <a:spcPts val="1929"/>
              </a:spcBef>
              <a:buClr>
                <a:schemeClr val="accent1"/>
              </a:buClr>
              <a:buSzPct val="80000"/>
              <a:buFontTx/>
              <a:buNone/>
              <a:defRPr lang="de-DE" sz="1600" b="0" kern="1200" dirty="0">
                <a:solidFill>
                  <a:schemeClr val="tx1"/>
                </a:solidFill>
                <a:latin typeface="+mn-lt"/>
                <a:ea typeface="+mn-ea"/>
                <a:cs typeface="+mn-cs"/>
              </a:defRPr>
            </a:lvl1pPr>
          </a:lstStyle>
          <a:p>
            <a:r>
              <a:rPr lang="en-US" dirty="0"/>
              <a:t>Click icon to add image</a:t>
            </a:r>
          </a:p>
        </p:txBody>
      </p:sp>
      <p:sp>
        <p:nvSpPr>
          <p:cNvPr id="7" name="Text Placeholder 6"/>
          <p:cNvSpPr>
            <a:spLocks noGrp="1"/>
          </p:cNvSpPr>
          <p:nvPr>
            <p:ph type="body" sz="quarter" idx="11" hasCustomPrompt="1"/>
          </p:nvPr>
        </p:nvSpPr>
        <p:spPr bwMode="gray">
          <a:xfrm>
            <a:off x="503999" y="1620000"/>
            <a:ext cx="5112000" cy="4230000"/>
          </a:xfrm>
        </p:spPr>
        <p:txBody>
          <a:bodyPr/>
          <a:lstStyle>
            <a:lvl1pPr>
              <a:defRPr/>
            </a:lvl1pPr>
          </a:lstStyle>
          <a:p>
            <a:pPr lvl="0"/>
            <a:r>
              <a:rPr lang="en-US" noProof="0" dirty="0"/>
              <a:t>First level</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2" name="Title 1"/>
          <p:cNvSpPr>
            <a:spLocks noGrp="1"/>
          </p:cNvSpPr>
          <p:nvPr>
            <p:ph type="title" hasCustomPrompt="1"/>
          </p:nvPr>
        </p:nvSpPr>
        <p:spPr>
          <a:xfrm>
            <a:off x="504001" y="504000"/>
            <a:ext cx="5112000" cy="369332"/>
          </a:xfrm>
        </p:spPr>
        <p:txBody>
          <a:bodyPr/>
          <a:lstStyle/>
          <a:p>
            <a:r>
              <a:rPr lang="en-US" noProof="0" dirty="0"/>
              <a:t>Insert page title (sentence case)</a:t>
            </a:r>
            <a:endParaRPr lang="en-US" dirty="0"/>
          </a:p>
        </p:txBody>
      </p:sp>
    </p:spTree>
    <p:extLst>
      <p:ext uri="{BB962C8B-B14F-4D97-AF65-F5344CB8AC3E}">
        <p14:creationId xmlns:p14="http://schemas.microsoft.com/office/powerpoint/2010/main" val="552787710"/>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Image with motion band">
    <p:spTree>
      <p:nvGrpSpPr>
        <p:cNvPr id="1" name=""/>
        <p:cNvGrpSpPr/>
        <p:nvPr/>
      </p:nvGrpSpPr>
      <p:grpSpPr>
        <a:xfrm>
          <a:off x="0" y="0"/>
          <a:ext cx="0" cy="0"/>
          <a:chOff x="0" y="0"/>
          <a:chExt cx="0" cy="0"/>
        </a:xfrm>
      </p:grpSpPr>
      <p:sp>
        <p:nvSpPr>
          <p:cNvPr id="5" name="Picture Placeholder 4"/>
          <p:cNvSpPr>
            <a:spLocks noGrp="1"/>
          </p:cNvSpPr>
          <p:nvPr>
            <p:ph type="pic" sz="quarter" idx="10" hasCustomPrompt="1"/>
          </p:nvPr>
        </p:nvSpPr>
        <p:spPr bwMode="gray">
          <a:xfrm>
            <a:off x="1" y="252000"/>
            <a:ext cx="12195175" cy="6606000"/>
          </a:xfrm>
          <a:solidFill>
            <a:schemeClr val="tx2">
              <a:alpha val="70000"/>
            </a:schemeClr>
          </a:solidFill>
        </p:spPr>
        <p:txBody>
          <a:bodyPr vert="horz" lIns="0" tIns="2448000" rIns="0" bIns="0" rtlCol="0" anchor="t" anchorCtr="0">
            <a:noAutofit/>
          </a:bodyPr>
          <a:lstStyle>
            <a:lvl1pPr marL="0" indent="0" algn="ctr" defTabSz="1088558" rtl="0" eaLnBrk="1" latinLnBrk="0" hangingPunct="1">
              <a:spcBef>
                <a:spcPts val="1929"/>
              </a:spcBef>
              <a:buClr>
                <a:schemeClr val="accent1"/>
              </a:buClr>
              <a:buSzPct val="80000"/>
              <a:buFontTx/>
              <a:buNone/>
              <a:defRPr lang="de-DE" sz="1600" b="0" kern="1200" dirty="0">
                <a:solidFill>
                  <a:schemeClr val="tx1"/>
                </a:solidFill>
                <a:latin typeface="+mn-lt"/>
                <a:ea typeface="+mn-ea"/>
                <a:cs typeface="+mn-cs"/>
              </a:defRPr>
            </a:lvl1pPr>
          </a:lstStyle>
          <a:p>
            <a:r>
              <a:rPr lang="en-US" dirty="0"/>
              <a:t>Click icon to add image</a:t>
            </a:r>
          </a:p>
        </p:txBody>
      </p:sp>
    </p:spTree>
    <p:extLst>
      <p:ext uri="{BB962C8B-B14F-4D97-AF65-F5344CB8AC3E}">
        <p14:creationId xmlns:p14="http://schemas.microsoft.com/office/powerpoint/2010/main" val="1901049876"/>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showMasterSp="0" preserve="1" userDrawn="1">
  <p:cSld name="Full bleed image ">
    <p:spTree>
      <p:nvGrpSpPr>
        <p:cNvPr id="1" name=""/>
        <p:cNvGrpSpPr/>
        <p:nvPr/>
      </p:nvGrpSpPr>
      <p:grpSpPr>
        <a:xfrm>
          <a:off x="0" y="0"/>
          <a:ext cx="0" cy="0"/>
          <a:chOff x="0" y="0"/>
          <a:chExt cx="0" cy="0"/>
        </a:xfrm>
      </p:grpSpPr>
      <p:sp>
        <p:nvSpPr>
          <p:cNvPr id="5" name="Picture Placeholder 4"/>
          <p:cNvSpPr>
            <a:spLocks noGrp="1"/>
          </p:cNvSpPr>
          <p:nvPr>
            <p:ph type="pic" sz="quarter" idx="10" hasCustomPrompt="1"/>
          </p:nvPr>
        </p:nvSpPr>
        <p:spPr bwMode="gray">
          <a:xfrm>
            <a:off x="1" y="0"/>
            <a:ext cx="12195175" cy="6858000"/>
          </a:xfrm>
          <a:solidFill>
            <a:schemeClr val="tx2">
              <a:alpha val="70000"/>
            </a:schemeClr>
          </a:solidFill>
        </p:spPr>
        <p:txBody>
          <a:bodyPr vert="horz" lIns="0" tIns="2448000" rIns="0" bIns="0" rtlCol="0" anchor="t" anchorCtr="0">
            <a:noAutofit/>
          </a:bodyPr>
          <a:lstStyle>
            <a:lvl1pPr marL="0" indent="0" algn="ctr" defTabSz="1088558" rtl="0" eaLnBrk="1" latinLnBrk="0" hangingPunct="1">
              <a:spcBef>
                <a:spcPts val="1929"/>
              </a:spcBef>
              <a:buClr>
                <a:schemeClr val="accent1"/>
              </a:buClr>
              <a:buSzPct val="80000"/>
              <a:buFontTx/>
              <a:buNone/>
              <a:defRPr lang="de-DE" sz="1600" b="0" kern="1200" dirty="0">
                <a:solidFill>
                  <a:schemeClr val="tx1"/>
                </a:solidFill>
                <a:latin typeface="+mn-lt"/>
                <a:ea typeface="+mn-ea"/>
                <a:cs typeface="+mn-cs"/>
              </a:defRPr>
            </a:lvl1pPr>
          </a:lstStyle>
          <a:p>
            <a:r>
              <a:rPr lang="en-US" dirty="0"/>
              <a:t>Click icon to add image</a:t>
            </a:r>
          </a:p>
        </p:txBody>
      </p:sp>
    </p:spTree>
    <p:extLst>
      <p:ext uri="{BB962C8B-B14F-4D97-AF65-F5344CB8AC3E}">
        <p14:creationId xmlns:p14="http://schemas.microsoft.com/office/powerpoint/2010/main" val="4139791144"/>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Text and screenshot">
    <p:spTree>
      <p:nvGrpSpPr>
        <p:cNvPr id="1" name=""/>
        <p:cNvGrpSpPr/>
        <p:nvPr/>
      </p:nvGrpSpPr>
      <p:grpSpPr>
        <a:xfrm>
          <a:off x="0" y="0"/>
          <a:ext cx="0" cy="0"/>
          <a:chOff x="0" y="0"/>
          <a:chExt cx="0" cy="0"/>
        </a:xfrm>
      </p:grpSpPr>
      <p:sp>
        <p:nvSpPr>
          <p:cNvPr id="5" name="Picture Placeholder 4"/>
          <p:cNvSpPr>
            <a:spLocks noGrp="1"/>
          </p:cNvSpPr>
          <p:nvPr>
            <p:ph type="pic" sz="quarter" idx="13" hasCustomPrompt="1"/>
          </p:nvPr>
        </p:nvSpPr>
        <p:spPr bwMode="gray">
          <a:xfrm>
            <a:off x="6362477" y="1601628"/>
            <a:ext cx="5328000" cy="4230000"/>
          </a:xfrm>
          <a:solidFill>
            <a:schemeClr val="tx2">
              <a:alpha val="70000"/>
            </a:schemeClr>
          </a:solidFill>
        </p:spPr>
        <p:txBody>
          <a:bodyPr vert="horz" lIns="0" tIns="1512000" rIns="0" bIns="0" rtlCol="0" anchor="t" anchorCtr="0">
            <a:noAutofit/>
          </a:bodyPr>
          <a:lstStyle>
            <a:lvl1pPr marL="0" indent="0" algn="ctr" defTabSz="1088558" rtl="0" eaLnBrk="1" latinLnBrk="0" hangingPunct="1">
              <a:spcBef>
                <a:spcPts val="1929"/>
              </a:spcBef>
              <a:buClr>
                <a:schemeClr val="accent1"/>
              </a:buClr>
              <a:buSzPct val="80000"/>
              <a:buFontTx/>
              <a:buNone/>
              <a:defRPr lang="de-DE" sz="1600" b="0" kern="1200" dirty="0">
                <a:solidFill>
                  <a:schemeClr val="tx1"/>
                </a:solidFill>
                <a:latin typeface="+mn-lt"/>
                <a:ea typeface="+mn-ea"/>
                <a:cs typeface="+mn-cs"/>
              </a:defRPr>
            </a:lvl1pPr>
          </a:lstStyle>
          <a:p>
            <a:r>
              <a:rPr lang="en-US" dirty="0"/>
              <a:t>Click icon to add screenshot</a:t>
            </a:r>
          </a:p>
        </p:txBody>
      </p:sp>
      <p:sp>
        <p:nvSpPr>
          <p:cNvPr id="4" name="Text Placeholder 3"/>
          <p:cNvSpPr>
            <a:spLocks noGrp="1"/>
          </p:cNvSpPr>
          <p:nvPr>
            <p:ph type="body" sz="quarter" idx="10" hasCustomPrompt="1"/>
          </p:nvPr>
        </p:nvSpPr>
        <p:spPr>
          <a:xfrm>
            <a:off x="504000" y="1620000"/>
            <a:ext cx="5328000" cy="4230000"/>
          </a:xfrm>
        </p:spPr>
        <p:txBody>
          <a:bodyPr/>
          <a:lstStyle>
            <a:lvl1pPr>
              <a:defRPr/>
            </a:lvl1pPr>
          </a:lstStyle>
          <a:p>
            <a:pPr lvl="0"/>
            <a:r>
              <a:rPr lang="en-US" noProof="0" dirty="0"/>
              <a:t>First level</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3" name="Title 2"/>
          <p:cNvSpPr>
            <a:spLocks noGrp="1"/>
          </p:cNvSpPr>
          <p:nvPr>
            <p:ph type="title" hasCustomPrompt="1"/>
          </p:nvPr>
        </p:nvSpPr>
        <p:spPr>
          <a:xfrm>
            <a:off x="504001" y="504000"/>
            <a:ext cx="11186476" cy="369332"/>
          </a:xfrm>
        </p:spPr>
        <p:txBody>
          <a:bodyPr/>
          <a:lstStyle/>
          <a:p>
            <a:r>
              <a:rPr lang="en-US" noProof="0" dirty="0"/>
              <a:t>Insert page title (sentence case)</a:t>
            </a:r>
            <a:endParaRPr lang="en-US" dirty="0"/>
          </a:p>
        </p:txBody>
      </p:sp>
    </p:spTree>
    <p:extLst>
      <p:ext uri="{BB962C8B-B14F-4D97-AF65-F5344CB8AC3E}">
        <p14:creationId xmlns:p14="http://schemas.microsoft.com/office/powerpoint/2010/main" val="1287227243"/>
      </p:ext>
    </p:extLst>
  </p:cSld>
  <p:clrMapOvr>
    <a:masterClrMapping/>
  </p:clrMapOvr>
  <p:extLst>
    <p:ext uri="{DCECCB84-F9BA-43D5-87BE-67443E8EF086}">
      <p15:sldGuideLst xmlns:p15="http://schemas.microsoft.com/office/powerpoint/2012/main"/>
    </p:ext>
  </p:extLst>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Title and content">
    <p:spTree>
      <p:nvGrpSpPr>
        <p:cNvPr id="1" name=""/>
        <p:cNvGrpSpPr/>
        <p:nvPr/>
      </p:nvGrpSpPr>
      <p:grpSpPr>
        <a:xfrm>
          <a:off x="0" y="0"/>
          <a:ext cx="0" cy="0"/>
          <a:chOff x="0" y="0"/>
          <a:chExt cx="0" cy="0"/>
        </a:xfrm>
      </p:grpSpPr>
      <p:sp>
        <p:nvSpPr>
          <p:cNvPr id="7" name="Content Placeholder 2"/>
          <p:cNvSpPr>
            <a:spLocks noGrp="1"/>
          </p:cNvSpPr>
          <p:nvPr>
            <p:ph idx="1" hasCustomPrompt="1"/>
          </p:nvPr>
        </p:nvSpPr>
        <p:spPr>
          <a:xfrm>
            <a:off x="504000" y="1620000"/>
            <a:ext cx="11185200" cy="4230000"/>
          </a:xfrm>
          <a:solidFill>
            <a:schemeClr val="tx2">
              <a:alpha val="70000"/>
            </a:schemeClr>
          </a:solidFill>
        </p:spPr>
        <p:txBody>
          <a:bodyPr tIns="1368000"/>
          <a:lstStyle>
            <a:lvl1pPr algn="ctr">
              <a:defRPr sz="1400" b="0"/>
            </a:lvl1pPr>
          </a:lstStyle>
          <a:p>
            <a:pPr lvl="0"/>
            <a:r>
              <a:rPr lang="en-US" dirty="0"/>
              <a:t>Click to add content</a:t>
            </a:r>
          </a:p>
        </p:txBody>
      </p:sp>
      <p:sp>
        <p:nvSpPr>
          <p:cNvPr id="2" name="Title 1"/>
          <p:cNvSpPr>
            <a:spLocks noGrp="1"/>
          </p:cNvSpPr>
          <p:nvPr>
            <p:ph type="title" hasCustomPrompt="1"/>
          </p:nvPr>
        </p:nvSpPr>
        <p:spPr/>
        <p:txBody>
          <a:bodyPr/>
          <a:lstStyle/>
          <a:p>
            <a:r>
              <a:rPr lang="en-US" noProof="0" dirty="0"/>
              <a:t>Insert page title (sentence case)</a:t>
            </a:r>
            <a:endParaRPr lang="en-US" dirty="0"/>
          </a:p>
        </p:txBody>
      </p:sp>
    </p:spTree>
    <p:extLst>
      <p:ext uri="{BB962C8B-B14F-4D97-AF65-F5344CB8AC3E}">
        <p14:creationId xmlns:p14="http://schemas.microsoft.com/office/powerpoint/2010/main" val="4186098743"/>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p:cSld name="Blank with motion band">
    <p:spTree>
      <p:nvGrpSpPr>
        <p:cNvPr id="1" name=""/>
        <p:cNvGrpSpPr/>
        <p:nvPr/>
      </p:nvGrpSpPr>
      <p:grpSpPr>
        <a:xfrm>
          <a:off x="0" y="0"/>
          <a:ext cx="0" cy="0"/>
          <a:chOff x="0" y="0"/>
          <a:chExt cx="0" cy="0"/>
        </a:xfrm>
      </p:grpSpPr>
      <p:sp>
        <p:nvSpPr>
          <p:cNvPr id="7" name="Rectangle 6"/>
          <p:cNvSpPr/>
          <p:nvPr userDrawn="1"/>
        </p:nvSpPr>
        <p:spPr bwMode="gray">
          <a:xfrm>
            <a:off x="236220" y="1142735"/>
            <a:ext cx="11795760" cy="220929"/>
          </a:xfrm>
          <a:prstGeom prst="rect">
            <a:avLst/>
          </a:prstGeom>
          <a:solidFill>
            <a:schemeClr val="bg1"/>
          </a:solidFill>
          <a:ln w="6350" algn="ctr">
            <a:noFill/>
            <a:miter lim="800000"/>
            <a:headEnd/>
            <a:tailEnd/>
          </a:ln>
        </p:spPr>
        <p:txBody>
          <a:bodyPr lIns="89979" tIns="71983" rIns="89979" bIns="71983" rtlCol="0" anchor="ctr"/>
          <a:lstStyle/>
          <a:p>
            <a:pPr marR="0" algn="ctr" defTabSz="914217" eaLnBrk="1" fontAlgn="base" latinLnBrk="0" hangingPunct="1">
              <a:lnSpc>
                <a:spcPct val="100000"/>
              </a:lnSpc>
              <a:spcBef>
                <a:spcPct val="50000"/>
              </a:spcBef>
              <a:spcAft>
                <a:spcPct val="0"/>
              </a:spcAft>
              <a:buClr>
                <a:srgbClr val="F0AB00"/>
              </a:buClr>
              <a:buSzPct val="80000"/>
              <a:tabLst/>
            </a:pPr>
            <a:endParaRPr kumimoji="0" lang="en-US" sz="2000" b="0" i="0" u="none" strike="noStrike" kern="0" cap="none" spc="0" normalizeH="0" baseline="0" noProof="0" dirty="0" err="1">
              <a:ln>
                <a:noFill/>
              </a:ln>
              <a:effectLst/>
              <a:uLnTx/>
              <a:uFillTx/>
              <a:ea typeface="Arial Unicode MS" pitchFamily="34" charset="-128"/>
              <a:cs typeface="Arial Unicode MS" pitchFamily="34" charset="-128"/>
            </a:endParaRPr>
          </a:p>
        </p:txBody>
      </p:sp>
    </p:spTree>
    <p:extLst>
      <p:ext uri="{BB962C8B-B14F-4D97-AF65-F5344CB8AC3E}">
        <p14:creationId xmlns:p14="http://schemas.microsoft.com/office/powerpoint/2010/main" val="3379248371"/>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showMasterSp="0" preserve="1">
  <p:cSld name="blank">
    <p:spTree>
      <p:nvGrpSpPr>
        <p:cNvPr id="1" name=""/>
        <p:cNvGrpSpPr/>
        <p:nvPr/>
      </p:nvGrpSpPr>
      <p:grpSpPr>
        <a:xfrm>
          <a:off x="0" y="0"/>
          <a:ext cx="0" cy="0"/>
          <a:chOff x="0" y="0"/>
          <a:chExt cx="0" cy="0"/>
        </a:xfrm>
      </p:grpSpPr>
    </p:spTree>
    <p:extLst>
      <p:ext uri="{BB962C8B-B14F-4D97-AF65-F5344CB8AC3E}">
        <p14:creationId xmlns:p14="http://schemas.microsoft.com/office/powerpoint/2010/main" val="434218196"/>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showMasterSp="0" preserve="1">
  <p:cSld name="Thank you and contact information">
    <p:spTree>
      <p:nvGrpSpPr>
        <p:cNvPr id="1" name=""/>
        <p:cNvGrpSpPr/>
        <p:nvPr/>
      </p:nvGrpSpPr>
      <p:grpSpPr>
        <a:xfrm>
          <a:off x="0" y="0"/>
          <a:ext cx="0" cy="0"/>
          <a:chOff x="0" y="0"/>
          <a:chExt cx="0" cy="0"/>
        </a:xfrm>
      </p:grpSpPr>
      <p:sp>
        <p:nvSpPr>
          <p:cNvPr id="93" name="Contact information"/>
          <p:cNvSpPr>
            <a:spLocks noGrp="1"/>
          </p:cNvSpPr>
          <p:nvPr>
            <p:ph type="body" sz="quarter" idx="10" hasCustomPrompt="1"/>
          </p:nvPr>
        </p:nvSpPr>
        <p:spPr>
          <a:xfrm>
            <a:off x="504000" y="2905487"/>
            <a:ext cx="5328000" cy="2501010"/>
          </a:xfrm>
        </p:spPr>
        <p:txBody>
          <a:bodyPr anchor="t" anchorCtr="0">
            <a:noAutofit/>
          </a:bodyPr>
          <a:lstStyle>
            <a:lvl1pPr>
              <a:spcBef>
                <a:spcPts val="0"/>
              </a:spcBef>
              <a:spcAft>
                <a:spcPts val="1200"/>
              </a:spcAft>
              <a:defRPr sz="1600" b="0"/>
            </a:lvl1pPr>
            <a:lvl2pPr marL="0" indent="0">
              <a:spcBef>
                <a:spcPts val="0"/>
              </a:spcBef>
              <a:buNone/>
              <a:defRPr sz="1600" b="0"/>
            </a:lvl2pPr>
          </a:lstStyle>
          <a:p>
            <a:r>
              <a:rPr lang="en-US" dirty="0"/>
              <a:t>Contact information:</a:t>
            </a:r>
          </a:p>
          <a:p>
            <a:pPr lvl="1"/>
            <a:r>
              <a:rPr lang="en-US" dirty="0"/>
              <a:t>F name L name</a:t>
            </a:r>
          </a:p>
          <a:p>
            <a:pPr lvl="1"/>
            <a:r>
              <a:rPr lang="en-US" dirty="0"/>
              <a:t>Title</a:t>
            </a:r>
          </a:p>
          <a:p>
            <a:pPr lvl="1"/>
            <a:r>
              <a:rPr lang="en-US" dirty="0"/>
              <a:t>Address</a:t>
            </a:r>
          </a:p>
          <a:p>
            <a:pPr lvl="1"/>
            <a:r>
              <a:rPr lang="en-US" dirty="0"/>
              <a:t>Phone number</a:t>
            </a:r>
          </a:p>
        </p:txBody>
      </p:sp>
      <p:sp>
        <p:nvSpPr>
          <p:cNvPr id="2" name="Thank you"/>
          <p:cNvSpPr>
            <a:spLocks noGrp="1"/>
          </p:cNvSpPr>
          <p:nvPr>
            <p:ph type="ctrTitle" hasCustomPrompt="1"/>
          </p:nvPr>
        </p:nvSpPr>
        <p:spPr bwMode="gray">
          <a:xfrm>
            <a:off x="504000" y="1467009"/>
            <a:ext cx="5328000" cy="923116"/>
          </a:xfrm>
        </p:spPr>
        <p:txBody>
          <a:bodyPr anchor="t" anchorCtr="0">
            <a:noAutofit/>
          </a:bodyPr>
          <a:lstStyle>
            <a:lvl1pPr>
              <a:defRPr sz="5500">
                <a:solidFill>
                  <a:schemeClr val="accent1"/>
                </a:solidFill>
                <a:latin typeface="+mj-lt"/>
              </a:defRPr>
            </a:lvl1pPr>
          </a:lstStyle>
          <a:p>
            <a:r>
              <a:rPr lang="en-US" dirty="0"/>
              <a:t>Thank you.</a:t>
            </a:r>
          </a:p>
        </p:txBody>
      </p:sp>
      <p:pic>
        <p:nvPicPr>
          <p:cNvPr id="10" name="SAP logo"/>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504000" y="5994000"/>
            <a:ext cx="1578462" cy="360000"/>
          </a:xfrm>
          <a:prstGeom prst="rect">
            <a:avLst/>
          </a:prstGeom>
        </p:spPr>
      </p:pic>
    </p:spTree>
    <p:extLst>
      <p:ext uri="{BB962C8B-B14F-4D97-AF65-F5344CB8AC3E}">
        <p14:creationId xmlns:p14="http://schemas.microsoft.com/office/powerpoint/2010/main" val="781090314"/>
      </p:ext>
    </p:extLst>
  </p:cSld>
  <p:clrMapOvr>
    <a:masterClrMapping/>
  </p:clrMapOvr>
  <p:hf sldNum="0" hdr="0" ftr="0" dt="0"/>
</p:sldLayout>
</file>

<file path=ppt/slideLayouts/slideLayout25.xml><?xml version="1.0" encoding="utf-8"?>
<p:sldLayout xmlns:a="http://schemas.openxmlformats.org/drawingml/2006/main" xmlns:r="http://schemas.openxmlformats.org/officeDocument/2006/relationships" xmlns:p="http://schemas.openxmlformats.org/presentationml/2006/main" showMasterSp="0" preserve="1" userDrawn="1">
  <p:cSld name="Copyright">
    <p:spTree>
      <p:nvGrpSpPr>
        <p:cNvPr id="1" name=""/>
        <p:cNvGrpSpPr/>
        <p:nvPr/>
      </p:nvGrpSpPr>
      <p:grpSpPr>
        <a:xfrm>
          <a:off x="0" y="0"/>
          <a:ext cx="0" cy="0"/>
          <a:chOff x="0" y="0"/>
          <a:chExt cx="0" cy="0"/>
        </a:xfrm>
      </p:grpSpPr>
      <p:sp>
        <p:nvSpPr>
          <p:cNvPr id="4" name="TextBox 3"/>
          <p:cNvSpPr txBox="1"/>
          <p:nvPr/>
        </p:nvSpPr>
        <p:spPr bwMode="gray">
          <a:xfrm>
            <a:off x="503999" y="1620000"/>
            <a:ext cx="11185200" cy="3153980"/>
          </a:xfrm>
          <a:prstGeom prst="rect">
            <a:avLst/>
          </a:prstGeom>
          <a:noFill/>
        </p:spPr>
        <p:txBody>
          <a:bodyPr wrap="square" lIns="0" tIns="0" rIns="0" bIns="0" rtlCol="0">
            <a:spAutoFit/>
          </a:bodyPr>
          <a:lstStyle/>
          <a:p>
            <a:pPr>
              <a:spcBef>
                <a:spcPts val="1200"/>
              </a:spcBef>
            </a:pPr>
            <a:r>
              <a:rPr lang="en-US" sz="1100" kern="1200" dirty="0">
                <a:solidFill>
                  <a:schemeClr val="tx1"/>
                </a:solidFill>
                <a:latin typeface="Arial"/>
                <a:ea typeface="Arial Unicode MS" panose="020B0604020202020204" pitchFamily="34" charset="-128"/>
                <a:cs typeface="+mn-cs"/>
              </a:rPr>
              <a:t>No part of this publication may be reproduced or transmitted in any form or for any purpose without the express permission of SAP SE or an SAP affiliate company.</a:t>
            </a:r>
          </a:p>
          <a:p>
            <a:pPr>
              <a:spcBef>
                <a:spcPts val="1200"/>
              </a:spcBef>
            </a:pPr>
            <a:r>
              <a:rPr lang="en-US" sz="1100" kern="1200" dirty="0">
                <a:solidFill>
                  <a:schemeClr val="tx1"/>
                </a:solidFill>
                <a:latin typeface="Arial"/>
                <a:ea typeface="Arial Unicode MS" panose="020B0604020202020204" pitchFamily="34" charset="-128"/>
                <a:cs typeface="+mn-cs"/>
              </a:rPr>
              <a:t>The information contained herein may be changed without prior notice. Some software products marketed by SAP SE and its distributors contain proprietary software components </a:t>
            </a:r>
            <a:br>
              <a:rPr lang="en-US" sz="1100" kern="1200" dirty="0">
                <a:solidFill>
                  <a:schemeClr val="tx1"/>
                </a:solidFill>
                <a:latin typeface="Arial"/>
                <a:ea typeface="Arial Unicode MS" panose="020B0604020202020204" pitchFamily="34" charset="-128"/>
                <a:cs typeface="+mn-cs"/>
              </a:rPr>
            </a:br>
            <a:r>
              <a:rPr lang="en-US" sz="1100" kern="1200" dirty="0">
                <a:solidFill>
                  <a:schemeClr val="tx1"/>
                </a:solidFill>
                <a:latin typeface="Arial"/>
                <a:ea typeface="Arial Unicode MS" panose="020B0604020202020204" pitchFamily="34" charset="-128"/>
                <a:cs typeface="+mn-cs"/>
              </a:rPr>
              <a:t>of other software vendors. National product specifications may vary.</a:t>
            </a:r>
          </a:p>
          <a:p>
            <a:pPr>
              <a:spcBef>
                <a:spcPts val="1200"/>
              </a:spcBef>
            </a:pPr>
            <a:r>
              <a:rPr lang="en-US" sz="1100" kern="1200" dirty="0">
                <a:solidFill>
                  <a:schemeClr val="tx1"/>
                </a:solidFill>
                <a:latin typeface="Arial"/>
                <a:ea typeface="Arial Unicode MS" panose="020B0604020202020204" pitchFamily="34" charset="-128"/>
                <a:cs typeface="+mn-cs"/>
              </a:rPr>
              <a:t>These materials are provided by SAP SE or an SAP affiliate company for informational purposes only, without representation or warranty of any kind, and SAP or its affiliated companies shall not be liable for errors or omissions with respect to the materials. The only warranties for SAP or SAP affiliate company products and services are those that are </a:t>
            </a:r>
            <a:br>
              <a:rPr lang="en-US" sz="1100" kern="1200" dirty="0">
                <a:solidFill>
                  <a:schemeClr val="tx1"/>
                </a:solidFill>
                <a:latin typeface="Arial"/>
                <a:ea typeface="Arial Unicode MS" panose="020B0604020202020204" pitchFamily="34" charset="-128"/>
                <a:cs typeface="+mn-cs"/>
              </a:rPr>
            </a:br>
            <a:r>
              <a:rPr lang="en-US" sz="1100" kern="1200" dirty="0">
                <a:solidFill>
                  <a:schemeClr val="tx1"/>
                </a:solidFill>
                <a:latin typeface="Arial"/>
                <a:ea typeface="Arial Unicode MS" panose="020B0604020202020204" pitchFamily="34" charset="-128"/>
                <a:cs typeface="+mn-cs"/>
              </a:rPr>
              <a:t>set forth in the express warranty statements accompanying such products and services, if any. Nothing herein should be construed as constituting an additional warranty. </a:t>
            </a:r>
          </a:p>
          <a:p>
            <a:pPr>
              <a:spcBef>
                <a:spcPts val="1200"/>
              </a:spcBef>
            </a:pPr>
            <a:r>
              <a:rPr lang="en-US" sz="1100" kern="1200" dirty="0">
                <a:solidFill>
                  <a:schemeClr val="tx1"/>
                </a:solidFill>
                <a:latin typeface="Arial"/>
                <a:ea typeface="Arial Unicode MS" panose="020B0604020202020204" pitchFamily="34" charset="-128"/>
                <a:cs typeface="+mn-cs"/>
              </a:rPr>
              <a:t>In particular, SAP SE or its affiliated companies have no obligation to pursue any course of business outlined in this document or any related presentation, or to develop or release any functionality mentioned therein. This document, or any related presentation, and SAP SE’s or its affiliated companies’ strategy and possible future developments, products, and/or platform directions and functionality are all subject to change and may be changed by SAP SE or its affiliated companies at any time for any reason without notice. The information in this document is not a commitment, promise, or legal obligation to deliver any material, code, or functionality. All forward-looking statements are subject to various </a:t>
            </a:r>
            <a:br>
              <a:rPr lang="en-US" sz="1100" kern="1200" dirty="0">
                <a:solidFill>
                  <a:schemeClr val="tx1"/>
                </a:solidFill>
                <a:latin typeface="Arial"/>
                <a:ea typeface="Arial Unicode MS" panose="020B0604020202020204" pitchFamily="34" charset="-128"/>
                <a:cs typeface="+mn-cs"/>
              </a:rPr>
            </a:br>
            <a:r>
              <a:rPr lang="en-US" sz="1100" kern="1200" dirty="0">
                <a:solidFill>
                  <a:schemeClr val="tx1"/>
                </a:solidFill>
                <a:latin typeface="Arial"/>
                <a:ea typeface="Arial Unicode MS" panose="020B0604020202020204" pitchFamily="34" charset="-128"/>
                <a:cs typeface="+mn-cs"/>
              </a:rPr>
              <a:t>risks and uncertainties that could cause actual results to differ materially from expectations. Readers are cautioned not to place undue reliance on these forward-looking statements, and they should not be relied upon in making purchasing decisions.</a:t>
            </a:r>
          </a:p>
          <a:p>
            <a:pPr>
              <a:spcBef>
                <a:spcPts val="1200"/>
              </a:spcBef>
            </a:pPr>
            <a:r>
              <a:rPr lang="en-US" sz="1100" kern="1200" dirty="0">
                <a:solidFill>
                  <a:schemeClr val="tx1"/>
                </a:solidFill>
                <a:latin typeface="Arial"/>
                <a:ea typeface="Arial Unicode MS" panose="020B0604020202020204" pitchFamily="34" charset="-128"/>
                <a:cs typeface="+mn-cs"/>
              </a:rPr>
              <a:t>SAP and other SAP products and services mentioned herein as well as their respective logos are trademarks or registered trademarks of SAP SE (or an SAP affiliate company) </a:t>
            </a:r>
            <a:br>
              <a:rPr lang="en-US" sz="1100" kern="1200" dirty="0">
                <a:solidFill>
                  <a:schemeClr val="tx1"/>
                </a:solidFill>
                <a:latin typeface="Arial"/>
                <a:ea typeface="Arial Unicode MS" panose="020B0604020202020204" pitchFamily="34" charset="-128"/>
                <a:cs typeface="+mn-cs"/>
              </a:rPr>
            </a:br>
            <a:r>
              <a:rPr lang="en-US" sz="1100" kern="1200" dirty="0">
                <a:solidFill>
                  <a:schemeClr val="tx1"/>
                </a:solidFill>
                <a:latin typeface="Arial"/>
                <a:ea typeface="Arial Unicode MS" panose="020B0604020202020204" pitchFamily="34" charset="-128"/>
                <a:cs typeface="+mn-cs"/>
              </a:rPr>
              <a:t>in Germany and other countries. All other product and service names mentioned are the trademarks of their respective companies. </a:t>
            </a:r>
            <a:br>
              <a:rPr lang="en-US" sz="1100" kern="1200" dirty="0">
                <a:solidFill>
                  <a:schemeClr val="tx1"/>
                </a:solidFill>
                <a:latin typeface="Arial"/>
                <a:ea typeface="Arial Unicode MS" panose="020B0604020202020204" pitchFamily="34" charset="-128"/>
                <a:cs typeface="+mn-cs"/>
              </a:rPr>
            </a:br>
            <a:r>
              <a:rPr lang="en-US" sz="1100" kern="1200" dirty="0">
                <a:solidFill>
                  <a:schemeClr val="tx1"/>
                </a:solidFill>
                <a:latin typeface="Arial"/>
                <a:ea typeface="Arial Unicode MS" panose="020B0604020202020204" pitchFamily="34" charset="-128"/>
                <a:cs typeface="+mn-cs"/>
              </a:rPr>
              <a:t>See </a:t>
            </a:r>
            <a:r>
              <a:rPr lang="en-US" sz="1100" kern="1200" dirty="0">
                <a:solidFill>
                  <a:schemeClr val="tx2"/>
                </a:solidFill>
                <a:latin typeface="Arial"/>
                <a:ea typeface="Arial Unicode MS" panose="020B0604020202020204" pitchFamily="34" charset="-128"/>
                <a:cs typeface="+mn-cs"/>
                <a:hlinkClick r:id="rId2"/>
              </a:rPr>
              <a:t>http://global.sap.com/corporate-en/legal/copyright/index.epx</a:t>
            </a:r>
            <a:r>
              <a:rPr lang="en-US" sz="1100" kern="1200" dirty="0">
                <a:solidFill>
                  <a:schemeClr val="tx2"/>
                </a:solidFill>
                <a:latin typeface="Arial"/>
                <a:ea typeface="Arial Unicode MS" panose="020B0604020202020204" pitchFamily="34" charset="-128"/>
                <a:cs typeface="+mn-cs"/>
              </a:rPr>
              <a:t> </a:t>
            </a:r>
            <a:r>
              <a:rPr lang="en-US" sz="1100" kern="1200" dirty="0">
                <a:solidFill>
                  <a:schemeClr val="tx1"/>
                </a:solidFill>
                <a:latin typeface="Arial"/>
                <a:ea typeface="Arial Unicode MS" panose="020B0604020202020204" pitchFamily="34" charset="-128"/>
                <a:cs typeface="+mn-cs"/>
              </a:rPr>
              <a:t>for additional trademark information and notices.</a:t>
            </a:r>
          </a:p>
        </p:txBody>
      </p:sp>
      <p:sp>
        <p:nvSpPr>
          <p:cNvPr id="5" name="TextBox 4"/>
          <p:cNvSpPr txBox="1"/>
          <p:nvPr userDrawn="1"/>
        </p:nvSpPr>
        <p:spPr bwMode="gray">
          <a:xfrm>
            <a:off x="504000" y="719834"/>
            <a:ext cx="9540674" cy="369246"/>
          </a:xfrm>
          <a:prstGeom prst="rect">
            <a:avLst/>
          </a:prstGeom>
        </p:spPr>
        <p:txBody>
          <a:bodyPr vert="horz" wrap="square" lIns="0" tIns="0" rIns="0" bIns="0" rtlCol="0" anchor="t" anchorCtr="0">
            <a:spAutoFit/>
          </a:bodyPr>
          <a:lstStyle>
            <a:lvl1pPr>
              <a:spcBef>
                <a:spcPct val="0"/>
              </a:spcBef>
              <a:buNone/>
              <a:defRPr sz="2400" b="1" baseline="0">
                <a:latin typeface="+mj-lt"/>
                <a:ea typeface="+mj-ea"/>
                <a:cs typeface="+mj-cs"/>
              </a:defRPr>
            </a:lvl1pPr>
          </a:lstStyle>
          <a:p>
            <a:pPr lvl="0"/>
            <a:r>
              <a:rPr lang="en-US" sz="2400" b="0" noProof="0" dirty="0"/>
              <a:t>© 2017 SAP SE or an SAP affiliate company. All rights reserved.</a:t>
            </a:r>
          </a:p>
        </p:txBody>
      </p:sp>
      <p:grpSp>
        <p:nvGrpSpPr>
          <p:cNvPr id="6" name="Secondary Motion Band"/>
          <p:cNvGrpSpPr/>
          <p:nvPr userDrawn="1"/>
        </p:nvGrpSpPr>
        <p:grpSpPr>
          <a:xfrm>
            <a:off x="10682127" y="0"/>
            <a:ext cx="1513048" cy="251942"/>
            <a:chOff x="10682127" y="0"/>
            <a:chExt cx="1513048" cy="252000"/>
          </a:xfrm>
        </p:grpSpPr>
        <p:sp>
          <p:nvSpPr>
            <p:cNvPr id="7" name="Rectangle 6"/>
            <p:cNvSpPr/>
            <p:nvPr userDrawn="1"/>
          </p:nvSpPr>
          <p:spPr bwMode="gray">
            <a:xfrm>
              <a:off x="11691175" y="0"/>
              <a:ext cx="504000" cy="252000"/>
            </a:xfrm>
            <a:prstGeom prst="rect">
              <a:avLst/>
            </a:prstGeom>
            <a:solidFill>
              <a:schemeClr val="accent1"/>
            </a:solidFill>
            <a:ln w="6350" algn="ctr">
              <a:noFill/>
              <a:miter lim="800000"/>
              <a:headEnd/>
              <a:tailEnd/>
            </a:ln>
          </p:spPr>
          <p:txBody>
            <a:bodyPr lIns="90000" tIns="72000" rIns="90000" bIns="72000" rtlCol="0" anchor="ctr"/>
            <a:lstStyle/>
            <a:p>
              <a:pPr marR="0" lvl="0" algn="ctr" defTabSz="914217" fontAlgn="base">
                <a:lnSpc>
                  <a:spcPct val="100000"/>
                </a:lnSpc>
                <a:spcBef>
                  <a:spcPct val="50000"/>
                </a:spcBef>
                <a:spcAft>
                  <a:spcPct val="0"/>
                </a:spcAft>
                <a:buClr>
                  <a:srgbClr val="F0AB00"/>
                </a:buClr>
                <a:buSzPct val="80000"/>
                <a:tabLst/>
              </a:pPr>
              <a:endParaRPr kumimoji="0" lang="en-US" sz="2000" b="0" i="0" u="none" strike="noStrike" kern="0" cap="none" spc="0" normalizeH="0" baseline="0" noProof="0" dirty="0" err="1">
                <a:ln>
                  <a:noFill/>
                </a:ln>
                <a:effectLst/>
                <a:uLnTx/>
                <a:uFillTx/>
                <a:ea typeface="Arial Unicode MS" pitchFamily="34" charset="-128"/>
                <a:cs typeface="Arial Unicode MS" pitchFamily="34" charset="-128"/>
              </a:endParaRPr>
            </a:p>
          </p:txBody>
        </p:sp>
        <p:sp>
          <p:nvSpPr>
            <p:cNvPr id="8" name="Rectangle 7"/>
            <p:cNvSpPr/>
            <p:nvPr userDrawn="1"/>
          </p:nvSpPr>
          <p:spPr bwMode="gray">
            <a:xfrm>
              <a:off x="11186476" y="0"/>
              <a:ext cx="504000" cy="252000"/>
            </a:xfrm>
            <a:prstGeom prst="rect">
              <a:avLst/>
            </a:prstGeom>
            <a:solidFill>
              <a:schemeClr val="accent1">
                <a:alpha val="70000"/>
              </a:schemeClr>
            </a:solidFill>
            <a:ln w="6350" algn="ctr">
              <a:noFill/>
              <a:miter lim="800000"/>
              <a:headEnd/>
              <a:tailEnd/>
            </a:ln>
          </p:spPr>
          <p:txBody>
            <a:bodyPr lIns="90000" tIns="72000" rIns="90000" bIns="72000" rtlCol="0" anchor="ctr"/>
            <a:lstStyle/>
            <a:p>
              <a:pPr marR="0" lvl="0" algn="ctr" defTabSz="914217" fontAlgn="base">
                <a:lnSpc>
                  <a:spcPct val="100000"/>
                </a:lnSpc>
                <a:spcBef>
                  <a:spcPct val="50000"/>
                </a:spcBef>
                <a:spcAft>
                  <a:spcPct val="0"/>
                </a:spcAft>
                <a:buClr>
                  <a:srgbClr val="F0AB00"/>
                </a:buClr>
                <a:buSzPct val="80000"/>
                <a:tabLst/>
              </a:pPr>
              <a:endParaRPr kumimoji="0" lang="en-US" sz="2000" b="0" i="0" u="none" strike="noStrike" kern="0" cap="none" spc="0" normalizeH="0" baseline="0" noProof="0" dirty="0" err="1">
                <a:ln>
                  <a:noFill/>
                </a:ln>
                <a:effectLst/>
                <a:uLnTx/>
                <a:uFillTx/>
                <a:ea typeface="Arial Unicode MS" pitchFamily="34" charset="-128"/>
                <a:cs typeface="Arial Unicode MS" pitchFamily="34" charset="-128"/>
              </a:endParaRPr>
            </a:p>
          </p:txBody>
        </p:sp>
        <p:sp>
          <p:nvSpPr>
            <p:cNvPr id="9" name="Rectangle 8"/>
            <p:cNvSpPr/>
            <p:nvPr userDrawn="1"/>
          </p:nvSpPr>
          <p:spPr bwMode="gray">
            <a:xfrm>
              <a:off x="10682127" y="0"/>
              <a:ext cx="504000" cy="252000"/>
            </a:xfrm>
            <a:prstGeom prst="rect">
              <a:avLst/>
            </a:prstGeom>
            <a:solidFill>
              <a:schemeClr val="accent1">
                <a:alpha val="40000"/>
              </a:schemeClr>
            </a:solidFill>
            <a:ln w="6350" algn="ctr">
              <a:noFill/>
              <a:miter lim="800000"/>
              <a:headEnd/>
              <a:tailEnd/>
            </a:ln>
          </p:spPr>
          <p:txBody>
            <a:bodyPr lIns="90000" tIns="72000" rIns="90000" bIns="72000" rtlCol="0" anchor="ctr"/>
            <a:lstStyle/>
            <a:p>
              <a:pPr marR="0" lvl="0" algn="ctr" defTabSz="914217" fontAlgn="base">
                <a:lnSpc>
                  <a:spcPct val="100000"/>
                </a:lnSpc>
                <a:spcBef>
                  <a:spcPct val="50000"/>
                </a:spcBef>
                <a:spcAft>
                  <a:spcPct val="0"/>
                </a:spcAft>
                <a:buClr>
                  <a:srgbClr val="F0AB00"/>
                </a:buClr>
                <a:buSzPct val="80000"/>
                <a:tabLst/>
              </a:pPr>
              <a:endParaRPr kumimoji="0" lang="en-US" sz="2000" b="0" i="0" u="none" strike="noStrike" kern="0" cap="none" spc="0" normalizeH="0" baseline="0" noProof="0" dirty="0" err="1">
                <a:ln>
                  <a:noFill/>
                </a:ln>
                <a:effectLst/>
                <a:uLnTx/>
                <a:uFillTx/>
                <a:ea typeface="Arial Unicode MS" pitchFamily="34" charset="-128"/>
                <a:cs typeface="Arial Unicode MS" pitchFamily="34" charset="-128"/>
              </a:endParaRPr>
            </a:p>
          </p:txBody>
        </p:sp>
      </p:grpSp>
    </p:spTree>
    <p:extLst>
      <p:ext uri="{BB962C8B-B14F-4D97-AF65-F5344CB8AC3E}">
        <p14:creationId xmlns:p14="http://schemas.microsoft.com/office/powerpoint/2010/main" val="451925193"/>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showMasterSp="0" preserve="1">
  <p:cSld name="Copyright german">
    <p:spTree>
      <p:nvGrpSpPr>
        <p:cNvPr id="1" name=""/>
        <p:cNvGrpSpPr/>
        <p:nvPr/>
      </p:nvGrpSpPr>
      <p:grpSpPr>
        <a:xfrm>
          <a:off x="0" y="0"/>
          <a:ext cx="0" cy="0"/>
          <a:chOff x="0" y="0"/>
          <a:chExt cx="0" cy="0"/>
        </a:xfrm>
      </p:grpSpPr>
      <p:sp>
        <p:nvSpPr>
          <p:cNvPr id="4" name="TextBox 3"/>
          <p:cNvSpPr txBox="1"/>
          <p:nvPr userDrawn="1"/>
        </p:nvSpPr>
        <p:spPr bwMode="gray">
          <a:xfrm>
            <a:off x="504000" y="1620000"/>
            <a:ext cx="11185200" cy="3830931"/>
          </a:xfrm>
          <a:prstGeom prst="rect">
            <a:avLst/>
          </a:prstGeom>
          <a:noFill/>
        </p:spPr>
        <p:txBody>
          <a:bodyPr wrap="square" lIns="0" tIns="0" rIns="0" bIns="0" rtlCol="0">
            <a:spAutoFit/>
          </a:bodyPr>
          <a:lstStyle/>
          <a:p>
            <a:pPr>
              <a:spcBef>
                <a:spcPts val="1200"/>
              </a:spcBef>
            </a:pPr>
            <a:r>
              <a:rPr lang="en-US" sz="1100" kern="1200" noProof="0" dirty="0" err="1">
                <a:solidFill>
                  <a:schemeClr val="tx1"/>
                </a:solidFill>
                <a:effectLst/>
                <a:latin typeface="Arial"/>
                <a:ea typeface="+mn-ea"/>
                <a:cs typeface="+mn-cs"/>
              </a:rPr>
              <a:t>Weitergabe</a:t>
            </a:r>
            <a:r>
              <a:rPr lang="en-US" sz="1100" kern="1200" noProof="0" dirty="0">
                <a:solidFill>
                  <a:schemeClr val="tx1"/>
                </a:solidFill>
                <a:effectLst/>
                <a:latin typeface="Arial"/>
                <a:ea typeface="+mn-ea"/>
                <a:cs typeface="+mn-cs"/>
              </a:rPr>
              <a:t> und </a:t>
            </a:r>
            <a:r>
              <a:rPr lang="en-US" sz="1100" kern="1200" noProof="0" dirty="0" err="1">
                <a:solidFill>
                  <a:schemeClr val="tx1"/>
                </a:solidFill>
                <a:effectLst/>
                <a:latin typeface="Arial"/>
                <a:ea typeface="+mn-ea"/>
                <a:cs typeface="+mn-cs"/>
              </a:rPr>
              <a:t>Vervielfältigung</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dieser</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Publikation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oder</a:t>
            </a:r>
            <a:r>
              <a:rPr lang="en-US" sz="1100" kern="1200" noProof="0" dirty="0">
                <a:solidFill>
                  <a:schemeClr val="tx1"/>
                </a:solidFill>
                <a:effectLst/>
                <a:latin typeface="Arial"/>
                <a:ea typeface="+mn-ea"/>
                <a:cs typeface="+mn-cs"/>
              </a:rPr>
              <a:t> von </a:t>
            </a:r>
            <a:r>
              <a:rPr lang="en-US" sz="1100" kern="1200" noProof="0" dirty="0" err="1">
                <a:solidFill>
                  <a:schemeClr val="tx1"/>
                </a:solidFill>
                <a:effectLst/>
                <a:latin typeface="Arial"/>
                <a:ea typeface="+mn-ea"/>
                <a:cs typeface="+mn-cs"/>
              </a:rPr>
              <a:t>Teilen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daraus</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sind</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zu</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welchem</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Zweck</a:t>
            </a:r>
            <a:r>
              <a:rPr lang="en-US" sz="1100" kern="1200" noProof="0" dirty="0">
                <a:solidFill>
                  <a:schemeClr val="tx1"/>
                </a:solidFill>
                <a:effectLst/>
                <a:latin typeface="Arial"/>
                <a:ea typeface="+mn-ea"/>
                <a:cs typeface="+mn-cs"/>
              </a:rPr>
              <a:t> und in </a:t>
            </a:r>
            <a:r>
              <a:rPr lang="en-US" sz="1100" kern="1200" noProof="0" dirty="0" err="1">
                <a:solidFill>
                  <a:schemeClr val="tx1"/>
                </a:solidFill>
                <a:effectLst/>
                <a:latin typeface="Arial"/>
                <a:ea typeface="+mn-ea"/>
                <a:cs typeface="+mn-cs"/>
              </a:rPr>
              <a:t>welcher</a:t>
            </a:r>
            <a:r>
              <a:rPr lang="en-US" sz="1100" kern="1200" noProof="0" dirty="0">
                <a:solidFill>
                  <a:schemeClr val="tx1"/>
                </a:solidFill>
                <a:effectLst/>
                <a:latin typeface="Arial"/>
                <a:ea typeface="+mn-ea"/>
                <a:cs typeface="+mn-cs"/>
              </a:rPr>
              <a:t> Form </a:t>
            </a:r>
            <a:r>
              <a:rPr lang="en-US" sz="1100" kern="1200" noProof="0" dirty="0" err="1">
                <a:solidFill>
                  <a:schemeClr val="tx1"/>
                </a:solidFill>
                <a:effectLst/>
                <a:latin typeface="Arial"/>
                <a:ea typeface="+mn-ea"/>
                <a:cs typeface="+mn-cs"/>
              </a:rPr>
              <a:t>auch</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immer</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ohne</a:t>
            </a:r>
            <a:r>
              <a:rPr lang="en-US" sz="1100" kern="1200" noProof="0" dirty="0">
                <a:solidFill>
                  <a:schemeClr val="tx1"/>
                </a:solidFill>
                <a:effectLst/>
                <a:latin typeface="Arial"/>
                <a:ea typeface="+mn-ea"/>
                <a:cs typeface="+mn-cs"/>
              </a:rPr>
              <a:t> die </a:t>
            </a:r>
            <a:r>
              <a:rPr lang="en-US" sz="1100" kern="1200" noProof="0" dirty="0" err="1">
                <a:solidFill>
                  <a:schemeClr val="tx1"/>
                </a:solidFill>
                <a:effectLst/>
                <a:latin typeface="Arial"/>
                <a:ea typeface="+mn-ea"/>
                <a:cs typeface="+mn-cs"/>
              </a:rPr>
              <a:t>ausdrückliche</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schriftliche</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Genehmigung</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durch</a:t>
            </a:r>
            <a:r>
              <a:rPr lang="en-US" sz="1100" kern="1200" noProof="0" dirty="0">
                <a:solidFill>
                  <a:schemeClr val="tx1"/>
                </a:solidFill>
                <a:effectLst/>
                <a:latin typeface="Arial"/>
                <a:ea typeface="+mn-ea"/>
                <a:cs typeface="+mn-cs"/>
              </a:rPr>
              <a:t> SAP SE </a:t>
            </a:r>
            <a:r>
              <a:rPr lang="en-US" sz="1100" kern="1200" noProof="0" dirty="0" err="1">
                <a:solidFill>
                  <a:schemeClr val="tx1"/>
                </a:solidFill>
                <a:effectLst/>
                <a:latin typeface="Arial"/>
                <a:ea typeface="+mn-ea"/>
                <a:cs typeface="+mn-cs"/>
              </a:rPr>
              <a:t>oder</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ein</a:t>
            </a:r>
            <a:r>
              <a:rPr lang="en-US" sz="1100" kern="1200" noProof="0" dirty="0">
                <a:solidFill>
                  <a:schemeClr val="tx1"/>
                </a:solidFill>
                <a:effectLst/>
                <a:latin typeface="Arial"/>
                <a:ea typeface="+mn-ea"/>
                <a:cs typeface="+mn-cs"/>
              </a:rPr>
              <a:t> SAP-</a:t>
            </a:r>
            <a:r>
              <a:rPr lang="en-US" sz="1100" kern="1200" noProof="0" dirty="0" err="1">
                <a:solidFill>
                  <a:schemeClr val="tx1"/>
                </a:solidFill>
                <a:effectLst/>
                <a:latin typeface="Arial"/>
                <a:ea typeface="+mn-ea"/>
                <a:cs typeface="+mn-cs"/>
              </a:rPr>
              <a:t>Konzernunternehmen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nicht</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gestattet</a:t>
            </a:r>
            <a:r>
              <a:rPr lang="en-US" sz="1100" kern="1200" noProof="0" dirty="0">
                <a:solidFill>
                  <a:schemeClr val="tx1"/>
                </a:solidFill>
                <a:effectLst/>
                <a:latin typeface="Arial"/>
                <a:ea typeface="+mn-ea"/>
                <a:cs typeface="+mn-cs"/>
              </a:rPr>
              <a:t>.</a:t>
            </a:r>
          </a:p>
          <a:p>
            <a:pPr>
              <a:spcBef>
                <a:spcPts val="1200"/>
              </a:spcBef>
            </a:pPr>
            <a:r>
              <a:rPr lang="en-US" sz="1100" kern="1200" noProof="0" dirty="0">
                <a:solidFill>
                  <a:schemeClr val="tx1"/>
                </a:solidFill>
                <a:effectLst/>
                <a:latin typeface="Arial"/>
                <a:ea typeface="+mn-ea"/>
                <a:cs typeface="+mn-cs"/>
              </a:rPr>
              <a:t>In </a:t>
            </a:r>
            <a:r>
              <a:rPr lang="en-US" sz="1100" kern="1200" noProof="0" dirty="0" err="1">
                <a:solidFill>
                  <a:schemeClr val="tx1"/>
                </a:solidFill>
                <a:effectLst/>
                <a:latin typeface="Arial"/>
                <a:ea typeface="+mn-ea"/>
                <a:cs typeface="+mn-cs"/>
              </a:rPr>
              <a:t>dieser</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Publikation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enthaltene</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Informationen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können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ohne</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vorherige</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Ankündigung</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geändert</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werden</a:t>
            </a:r>
            <a:r>
              <a:rPr lang="en-US" sz="1100" kern="1200" noProof="0" dirty="0">
                <a:solidFill>
                  <a:schemeClr val="tx1"/>
                </a:solidFill>
                <a:effectLst/>
                <a:latin typeface="Arial"/>
                <a:ea typeface="+mn-ea"/>
                <a:cs typeface="+mn-cs"/>
              </a:rPr>
              <a:t>. Die von SAP SE </a:t>
            </a:r>
            <a:r>
              <a:rPr lang="en-US" sz="1100" kern="1200" noProof="0" dirty="0" err="1">
                <a:solidFill>
                  <a:schemeClr val="tx1"/>
                </a:solidFill>
                <a:effectLst/>
                <a:latin typeface="Arial"/>
                <a:ea typeface="+mn-ea"/>
                <a:cs typeface="+mn-cs"/>
              </a:rPr>
              <a:t>oder</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deren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Vertriebsfirmen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angebotenen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Softwareprodukte</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können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Softwarekomponenten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auch</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anderer</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Softwarehersteller</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enthalten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Produkte</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können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länderspezifische</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Unterschiede</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aufweisen</a:t>
            </a:r>
            <a:r>
              <a:rPr lang="en-US" sz="1100" kern="1200" noProof="0" dirty="0">
                <a:solidFill>
                  <a:schemeClr val="tx1"/>
                </a:solidFill>
                <a:effectLst/>
                <a:latin typeface="Arial"/>
                <a:ea typeface="+mn-ea"/>
                <a:cs typeface="+mn-cs"/>
              </a:rPr>
              <a:t>.</a:t>
            </a:r>
          </a:p>
          <a:p>
            <a:pPr>
              <a:spcBef>
                <a:spcPts val="1200"/>
              </a:spcBef>
            </a:pPr>
            <a:r>
              <a:rPr lang="en-US" sz="1100" kern="1200" noProof="0" dirty="0">
                <a:solidFill>
                  <a:schemeClr val="tx1"/>
                </a:solidFill>
                <a:effectLst/>
                <a:latin typeface="Arial"/>
                <a:ea typeface="+mn-ea"/>
                <a:cs typeface="+mn-cs"/>
              </a:rPr>
              <a:t>Die </a:t>
            </a:r>
            <a:r>
              <a:rPr lang="en-US" sz="1100" kern="1200" noProof="0" dirty="0" err="1">
                <a:solidFill>
                  <a:schemeClr val="tx1"/>
                </a:solidFill>
                <a:effectLst/>
                <a:latin typeface="Arial"/>
                <a:ea typeface="+mn-ea"/>
                <a:cs typeface="+mn-cs"/>
              </a:rPr>
              <a:t>vorliegenden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Unterlagen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werden</a:t>
            </a:r>
            <a:r>
              <a:rPr lang="en-US" sz="1100" kern="1200" noProof="0" dirty="0">
                <a:solidFill>
                  <a:schemeClr val="tx1"/>
                </a:solidFill>
                <a:effectLst/>
                <a:latin typeface="Arial"/>
                <a:ea typeface="+mn-ea"/>
                <a:cs typeface="+mn-cs"/>
              </a:rPr>
              <a:t> von der SAP SE </a:t>
            </a:r>
            <a:r>
              <a:rPr lang="en-US" sz="1100" kern="1200" noProof="0" dirty="0" err="1">
                <a:solidFill>
                  <a:schemeClr val="tx1"/>
                </a:solidFill>
                <a:effectLst/>
                <a:latin typeface="Arial"/>
                <a:ea typeface="+mn-ea"/>
                <a:cs typeface="+mn-cs"/>
              </a:rPr>
              <a:t>oder</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einem</a:t>
            </a:r>
            <a:r>
              <a:rPr lang="en-US" sz="1100" kern="1200" noProof="0" dirty="0">
                <a:solidFill>
                  <a:schemeClr val="tx1"/>
                </a:solidFill>
                <a:effectLst/>
                <a:latin typeface="Arial"/>
                <a:ea typeface="+mn-ea"/>
                <a:cs typeface="+mn-cs"/>
              </a:rPr>
              <a:t> SAP-</a:t>
            </a:r>
            <a:r>
              <a:rPr lang="en-US" sz="1100" kern="1200" noProof="0" dirty="0" err="1">
                <a:solidFill>
                  <a:schemeClr val="tx1"/>
                </a:solidFill>
                <a:effectLst/>
                <a:latin typeface="Arial"/>
                <a:ea typeface="+mn-ea"/>
                <a:cs typeface="+mn-cs"/>
              </a:rPr>
              <a:t>Konzernunternehmen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bereitgestellt</a:t>
            </a:r>
            <a:r>
              <a:rPr lang="en-US" sz="1100" kern="1200" noProof="0" dirty="0">
                <a:solidFill>
                  <a:schemeClr val="tx1"/>
                </a:solidFill>
                <a:effectLst/>
                <a:latin typeface="Arial"/>
                <a:ea typeface="+mn-ea"/>
                <a:cs typeface="+mn-cs"/>
              </a:rPr>
              <a:t> und </a:t>
            </a:r>
            <a:r>
              <a:rPr lang="en-US" sz="1100" kern="1200" noProof="0" dirty="0" err="1">
                <a:solidFill>
                  <a:schemeClr val="tx1"/>
                </a:solidFill>
                <a:effectLst/>
                <a:latin typeface="Arial"/>
                <a:ea typeface="+mn-ea"/>
                <a:cs typeface="+mn-cs"/>
              </a:rPr>
              <a:t>dienen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ausschließlich</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zu</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Informationszwecken</a:t>
            </a:r>
            <a:r>
              <a:rPr lang="en-US" sz="1100" kern="1200" noProof="0" dirty="0">
                <a:solidFill>
                  <a:schemeClr val="tx1"/>
                </a:solidFill>
                <a:effectLst/>
                <a:latin typeface="Arial"/>
                <a:ea typeface="+mn-ea"/>
                <a:cs typeface="+mn-cs"/>
              </a:rPr>
              <a:t>. </a:t>
            </a:r>
            <a:br>
              <a:rPr lang="en-US" sz="1100" kern="1200" noProof="0" dirty="0">
                <a:solidFill>
                  <a:schemeClr val="tx1"/>
                </a:solidFill>
                <a:effectLst/>
                <a:latin typeface="Arial"/>
                <a:ea typeface="+mn-ea"/>
                <a:cs typeface="+mn-cs"/>
              </a:rPr>
            </a:br>
            <a:r>
              <a:rPr lang="en-US" sz="1100" kern="1200" noProof="0" dirty="0">
                <a:solidFill>
                  <a:schemeClr val="tx1"/>
                </a:solidFill>
                <a:effectLst/>
                <a:latin typeface="Arial"/>
                <a:ea typeface="+mn-ea"/>
                <a:cs typeface="+mn-cs"/>
              </a:rPr>
              <a:t>Die SAP SE </a:t>
            </a:r>
            <a:r>
              <a:rPr lang="en-US" sz="1100" kern="1200" noProof="0" dirty="0" err="1">
                <a:solidFill>
                  <a:schemeClr val="tx1"/>
                </a:solidFill>
                <a:effectLst/>
                <a:latin typeface="Arial"/>
                <a:ea typeface="+mn-ea"/>
                <a:cs typeface="+mn-cs"/>
              </a:rPr>
              <a:t>oder</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ihre</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Konzernunternehmen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übernehmen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keinerlei</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Haftung</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oder</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Gewährleistung</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für</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Fehler</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oder</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Unvollständigkeiten</a:t>
            </a:r>
            <a:r>
              <a:rPr lang="en-US" sz="1100" kern="1200" noProof="0" dirty="0">
                <a:solidFill>
                  <a:schemeClr val="tx1"/>
                </a:solidFill>
                <a:effectLst/>
                <a:latin typeface="Arial"/>
                <a:ea typeface="+mn-ea"/>
                <a:cs typeface="+mn-cs"/>
              </a:rPr>
              <a:t> in </a:t>
            </a:r>
            <a:r>
              <a:rPr lang="en-US" sz="1100" kern="1200" noProof="0" dirty="0" err="1">
                <a:solidFill>
                  <a:schemeClr val="tx1"/>
                </a:solidFill>
                <a:effectLst/>
                <a:latin typeface="Arial"/>
                <a:ea typeface="+mn-ea"/>
                <a:cs typeface="+mn-cs"/>
              </a:rPr>
              <a:t>dieser</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Publikation</a:t>
            </a:r>
            <a:r>
              <a:rPr lang="en-US" sz="1100" kern="1200" noProof="0" dirty="0">
                <a:solidFill>
                  <a:schemeClr val="tx1"/>
                </a:solidFill>
                <a:effectLst/>
                <a:latin typeface="Arial"/>
                <a:ea typeface="+mn-ea"/>
                <a:cs typeface="+mn-cs"/>
              </a:rPr>
              <a:t>. </a:t>
            </a:r>
            <a:br>
              <a:rPr lang="en-US" sz="1100" kern="1200" noProof="0" dirty="0">
                <a:solidFill>
                  <a:schemeClr val="tx1"/>
                </a:solidFill>
                <a:effectLst/>
                <a:latin typeface="Arial"/>
                <a:ea typeface="+mn-ea"/>
                <a:cs typeface="+mn-cs"/>
              </a:rPr>
            </a:br>
            <a:r>
              <a:rPr lang="en-US" sz="1100" kern="1200" noProof="0" dirty="0">
                <a:solidFill>
                  <a:schemeClr val="tx1"/>
                </a:solidFill>
                <a:effectLst/>
                <a:latin typeface="Arial"/>
                <a:ea typeface="+mn-ea"/>
                <a:cs typeface="+mn-cs"/>
              </a:rPr>
              <a:t>Die SAP SE </a:t>
            </a:r>
            <a:r>
              <a:rPr lang="en-US" sz="1100" kern="1200" noProof="0" dirty="0" err="1">
                <a:solidFill>
                  <a:schemeClr val="tx1"/>
                </a:solidFill>
                <a:effectLst/>
                <a:latin typeface="Arial"/>
                <a:ea typeface="+mn-ea"/>
                <a:cs typeface="+mn-cs"/>
              </a:rPr>
              <a:t>oder</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ein</a:t>
            </a:r>
            <a:r>
              <a:rPr lang="en-US" sz="1100" kern="1200" noProof="0" dirty="0">
                <a:solidFill>
                  <a:schemeClr val="tx1"/>
                </a:solidFill>
                <a:effectLst/>
                <a:latin typeface="Arial"/>
                <a:ea typeface="+mn-ea"/>
                <a:cs typeface="+mn-cs"/>
              </a:rPr>
              <a:t> SAP-</a:t>
            </a:r>
            <a:r>
              <a:rPr lang="en-US" sz="1100" kern="1200" noProof="0" dirty="0" err="1">
                <a:solidFill>
                  <a:schemeClr val="tx1"/>
                </a:solidFill>
                <a:effectLst/>
                <a:latin typeface="Arial"/>
                <a:ea typeface="+mn-ea"/>
                <a:cs typeface="+mn-cs"/>
              </a:rPr>
              <a:t>Konzernunternehmen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steht</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lediglich</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für</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Produkte</a:t>
            </a:r>
            <a:r>
              <a:rPr lang="en-US" sz="1100" kern="1200" noProof="0" dirty="0">
                <a:solidFill>
                  <a:schemeClr val="tx1"/>
                </a:solidFill>
                <a:effectLst/>
                <a:latin typeface="Arial"/>
                <a:ea typeface="+mn-ea"/>
                <a:cs typeface="+mn-cs"/>
              </a:rPr>
              <a:t> und </a:t>
            </a:r>
            <a:r>
              <a:rPr lang="en-US" sz="1100" kern="1200" noProof="0" dirty="0" err="1">
                <a:solidFill>
                  <a:schemeClr val="tx1"/>
                </a:solidFill>
                <a:effectLst/>
                <a:latin typeface="Arial"/>
                <a:ea typeface="+mn-ea"/>
                <a:cs typeface="+mn-cs"/>
              </a:rPr>
              <a:t>Dienstleistungen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nach</a:t>
            </a:r>
            <a:r>
              <a:rPr lang="en-US" sz="1100" kern="1200" noProof="0" dirty="0">
                <a:solidFill>
                  <a:schemeClr val="tx1"/>
                </a:solidFill>
                <a:effectLst/>
                <a:latin typeface="Arial"/>
                <a:ea typeface="+mn-ea"/>
                <a:cs typeface="+mn-cs"/>
              </a:rPr>
              <a:t> der </a:t>
            </a:r>
            <a:r>
              <a:rPr lang="en-US" sz="1100" kern="1200" noProof="0" dirty="0" err="1">
                <a:solidFill>
                  <a:schemeClr val="tx1"/>
                </a:solidFill>
                <a:effectLst/>
                <a:latin typeface="Arial"/>
                <a:ea typeface="+mn-ea"/>
                <a:cs typeface="+mn-cs"/>
              </a:rPr>
              <a:t>Maßgabe</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ein</a:t>
            </a:r>
            <a:r>
              <a:rPr lang="en-US" sz="1100" kern="1200" noProof="0" dirty="0">
                <a:solidFill>
                  <a:schemeClr val="tx1"/>
                </a:solidFill>
                <a:effectLst/>
                <a:latin typeface="Arial"/>
                <a:ea typeface="+mn-ea"/>
                <a:cs typeface="+mn-cs"/>
              </a:rPr>
              <a:t>, die in der </a:t>
            </a:r>
            <a:r>
              <a:rPr lang="en-US" sz="1100" kern="1200" noProof="0" dirty="0" err="1">
                <a:solidFill>
                  <a:schemeClr val="tx1"/>
                </a:solidFill>
                <a:effectLst/>
                <a:latin typeface="Arial"/>
                <a:ea typeface="+mn-ea"/>
                <a:cs typeface="+mn-cs"/>
              </a:rPr>
              <a:t>Vereinbarung</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über</a:t>
            </a:r>
            <a:r>
              <a:rPr lang="en-US" sz="1100" kern="1200" noProof="0" dirty="0">
                <a:solidFill>
                  <a:schemeClr val="tx1"/>
                </a:solidFill>
                <a:effectLst/>
                <a:latin typeface="Arial"/>
                <a:ea typeface="+mn-ea"/>
                <a:cs typeface="+mn-cs"/>
              </a:rPr>
              <a:t> die </a:t>
            </a:r>
            <a:r>
              <a:rPr lang="en-US" sz="1100" kern="1200" noProof="0" dirty="0" err="1">
                <a:solidFill>
                  <a:schemeClr val="tx1"/>
                </a:solidFill>
                <a:effectLst/>
                <a:latin typeface="Arial"/>
                <a:ea typeface="+mn-ea"/>
                <a:cs typeface="+mn-cs"/>
              </a:rPr>
              <a:t>jeweiligen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Produkte</a:t>
            </a:r>
            <a:r>
              <a:rPr lang="en-US" sz="1100" kern="1200" noProof="0" dirty="0">
                <a:solidFill>
                  <a:schemeClr val="tx1"/>
                </a:solidFill>
                <a:effectLst/>
                <a:latin typeface="Arial"/>
                <a:ea typeface="+mn-ea"/>
                <a:cs typeface="+mn-cs"/>
              </a:rPr>
              <a:t> und </a:t>
            </a:r>
            <a:r>
              <a:rPr lang="en-US" sz="1100" kern="1200" noProof="0" dirty="0" err="1">
                <a:solidFill>
                  <a:schemeClr val="tx1"/>
                </a:solidFill>
                <a:effectLst/>
                <a:latin typeface="Arial"/>
                <a:ea typeface="+mn-ea"/>
                <a:cs typeface="+mn-cs"/>
              </a:rPr>
              <a:t>Dienstleistungen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ausdrücklich</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geregelt</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ist</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Keine</a:t>
            </a:r>
            <a:r>
              <a:rPr lang="en-US" sz="1100" kern="1200" noProof="0" dirty="0">
                <a:solidFill>
                  <a:schemeClr val="tx1"/>
                </a:solidFill>
                <a:effectLst/>
                <a:latin typeface="Arial"/>
                <a:ea typeface="+mn-ea"/>
                <a:cs typeface="+mn-cs"/>
              </a:rPr>
              <a:t> der </a:t>
            </a:r>
            <a:r>
              <a:rPr lang="en-US" sz="1100" kern="1200" noProof="0" dirty="0" err="1">
                <a:solidFill>
                  <a:schemeClr val="tx1"/>
                </a:solidFill>
                <a:effectLst/>
                <a:latin typeface="Arial"/>
                <a:ea typeface="+mn-ea"/>
                <a:cs typeface="+mn-cs"/>
              </a:rPr>
              <a:t>hierin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enthaltenen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Informationen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ist</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als</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zusätzliche</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Garantie</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zu</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interpretieren</a:t>
            </a:r>
            <a:r>
              <a:rPr lang="en-US" sz="1100" kern="1200" noProof="0" dirty="0">
                <a:solidFill>
                  <a:schemeClr val="tx1"/>
                </a:solidFill>
                <a:effectLst/>
                <a:latin typeface="Arial"/>
                <a:ea typeface="+mn-ea"/>
                <a:cs typeface="+mn-cs"/>
              </a:rPr>
              <a:t>. </a:t>
            </a:r>
          </a:p>
          <a:p>
            <a:pPr>
              <a:spcBef>
                <a:spcPts val="1200"/>
              </a:spcBef>
            </a:pPr>
            <a:r>
              <a:rPr lang="en-US" sz="1100" kern="1200" noProof="0" dirty="0" err="1">
                <a:solidFill>
                  <a:schemeClr val="tx1"/>
                </a:solidFill>
                <a:effectLst/>
                <a:latin typeface="Arial"/>
                <a:ea typeface="+mn-ea"/>
                <a:cs typeface="+mn-cs"/>
              </a:rPr>
              <a:t>Insbesondere</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sind</a:t>
            </a:r>
            <a:r>
              <a:rPr lang="en-US" sz="1100" kern="1200" noProof="0" dirty="0">
                <a:solidFill>
                  <a:schemeClr val="tx1"/>
                </a:solidFill>
                <a:effectLst/>
                <a:latin typeface="Arial"/>
                <a:ea typeface="+mn-ea"/>
                <a:cs typeface="+mn-cs"/>
              </a:rPr>
              <a:t> die SAP SE </a:t>
            </a:r>
            <a:r>
              <a:rPr lang="en-US" sz="1100" kern="1200" noProof="0" dirty="0" err="1">
                <a:solidFill>
                  <a:schemeClr val="tx1"/>
                </a:solidFill>
                <a:effectLst/>
                <a:latin typeface="Arial"/>
                <a:ea typeface="+mn-ea"/>
                <a:cs typeface="+mn-cs"/>
              </a:rPr>
              <a:t>oder</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ihre</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Konzernunternehmen</a:t>
            </a:r>
            <a:r>
              <a:rPr lang="en-US" sz="1100" kern="1200" noProof="0" dirty="0">
                <a:solidFill>
                  <a:schemeClr val="tx1"/>
                </a:solidFill>
                <a:effectLst/>
                <a:latin typeface="Arial"/>
                <a:ea typeface="+mn-ea"/>
                <a:cs typeface="+mn-cs"/>
              </a:rPr>
              <a:t> in </a:t>
            </a:r>
            <a:r>
              <a:rPr lang="en-US" sz="1100" kern="1200" noProof="0" dirty="0" err="1">
                <a:solidFill>
                  <a:schemeClr val="tx1"/>
                </a:solidFill>
                <a:effectLst/>
                <a:latin typeface="Arial"/>
                <a:ea typeface="+mn-ea"/>
                <a:cs typeface="+mn-cs"/>
              </a:rPr>
              <a:t>keiner</a:t>
            </a:r>
            <a:r>
              <a:rPr lang="en-US" sz="1100" kern="1200" noProof="0" dirty="0">
                <a:solidFill>
                  <a:schemeClr val="tx1"/>
                </a:solidFill>
                <a:effectLst/>
                <a:latin typeface="Arial"/>
                <a:ea typeface="+mn-ea"/>
                <a:cs typeface="+mn-cs"/>
              </a:rPr>
              <a:t> Weise </a:t>
            </a:r>
            <a:r>
              <a:rPr lang="en-US" sz="1100" kern="1200" noProof="0" dirty="0" err="1">
                <a:solidFill>
                  <a:schemeClr val="tx1"/>
                </a:solidFill>
                <a:effectLst/>
                <a:latin typeface="Arial"/>
                <a:ea typeface="+mn-ea"/>
                <a:cs typeface="+mn-cs"/>
              </a:rPr>
              <a:t>verpflichtet</a:t>
            </a:r>
            <a:r>
              <a:rPr lang="en-US" sz="1100" kern="1200" noProof="0" dirty="0">
                <a:solidFill>
                  <a:schemeClr val="tx1"/>
                </a:solidFill>
                <a:effectLst/>
                <a:latin typeface="Arial"/>
                <a:ea typeface="+mn-ea"/>
                <a:cs typeface="+mn-cs"/>
              </a:rPr>
              <a:t>, in </a:t>
            </a:r>
            <a:r>
              <a:rPr lang="en-US" sz="1100" kern="1200" noProof="0" dirty="0" err="1">
                <a:solidFill>
                  <a:schemeClr val="tx1"/>
                </a:solidFill>
                <a:effectLst/>
                <a:latin typeface="Arial"/>
                <a:ea typeface="+mn-ea"/>
                <a:cs typeface="+mn-cs"/>
              </a:rPr>
              <a:t>dieser</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Publikation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oder</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einer</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zugehörigen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Präsentation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dargestellte</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Geschäftsabläufe</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zu</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verfolgen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oder</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hierin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wiedergegebene</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Funktionen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zu</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entwickeln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oder</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zu</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veröffentlichen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Diese</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Publikation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oder</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eine</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zugehörige</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Präsentation</a:t>
            </a:r>
            <a:r>
              <a:rPr lang="en-US" sz="1100" kern="1200" noProof="0" dirty="0">
                <a:solidFill>
                  <a:schemeClr val="tx1"/>
                </a:solidFill>
                <a:effectLst/>
                <a:latin typeface="Arial"/>
                <a:ea typeface="+mn-ea"/>
                <a:cs typeface="+mn-cs"/>
              </a:rPr>
              <a:t>, die </a:t>
            </a:r>
            <a:r>
              <a:rPr lang="en-US" sz="1100" kern="1200" noProof="0" dirty="0" err="1">
                <a:solidFill>
                  <a:schemeClr val="tx1"/>
                </a:solidFill>
                <a:effectLst/>
                <a:latin typeface="Arial"/>
                <a:ea typeface="+mn-ea"/>
                <a:cs typeface="+mn-cs"/>
              </a:rPr>
              <a:t>Strategie</a:t>
            </a:r>
            <a:r>
              <a:rPr lang="en-US" sz="1100" kern="1200" noProof="0" dirty="0">
                <a:solidFill>
                  <a:schemeClr val="tx1"/>
                </a:solidFill>
                <a:effectLst/>
                <a:latin typeface="Arial"/>
                <a:ea typeface="+mn-ea"/>
                <a:cs typeface="+mn-cs"/>
              </a:rPr>
              <a:t> und </a:t>
            </a:r>
            <a:r>
              <a:rPr lang="en-US" sz="1100" kern="1200" noProof="0" dirty="0" err="1">
                <a:solidFill>
                  <a:schemeClr val="tx1"/>
                </a:solidFill>
                <a:effectLst/>
                <a:latin typeface="Arial"/>
                <a:ea typeface="+mn-ea"/>
                <a:cs typeface="+mn-cs"/>
              </a:rPr>
              <a:t>etwaige</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künftige</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Entwicklungen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Produkte</a:t>
            </a:r>
            <a:r>
              <a:rPr lang="en-US" sz="1100" kern="1200" noProof="0" dirty="0">
                <a:solidFill>
                  <a:schemeClr val="tx1"/>
                </a:solidFill>
                <a:effectLst/>
                <a:latin typeface="Arial"/>
                <a:ea typeface="+mn-ea"/>
                <a:cs typeface="+mn-cs"/>
              </a:rPr>
              <a:t> und/</a:t>
            </a:r>
            <a:r>
              <a:rPr lang="en-US" sz="1100" kern="1200" noProof="0" dirty="0" err="1">
                <a:solidFill>
                  <a:schemeClr val="tx1"/>
                </a:solidFill>
                <a:effectLst/>
                <a:latin typeface="Arial"/>
                <a:ea typeface="+mn-ea"/>
                <a:cs typeface="+mn-cs"/>
              </a:rPr>
              <a:t>oder</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Plattformen</a:t>
            </a:r>
            <a:r>
              <a:rPr lang="en-US" sz="1100" kern="1200" noProof="0" dirty="0">
                <a:solidFill>
                  <a:schemeClr val="tx1"/>
                </a:solidFill>
                <a:effectLst/>
                <a:latin typeface="Arial"/>
                <a:ea typeface="+mn-ea"/>
                <a:cs typeface="+mn-cs"/>
              </a:rPr>
              <a:t> der SAP SE </a:t>
            </a:r>
            <a:r>
              <a:rPr lang="en-US" sz="1100" kern="1200" noProof="0" dirty="0" err="1">
                <a:solidFill>
                  <a:schemeClr val="tx1"/>
                </a:solidFill>
                <a:effectLst/>
                <a:latin typeface="Arial"/>
                <a:ea typeface="+mn-ea"/>
                <a:cs typeface="+mn-cs"/>
              </a:rPr>
              <a:t>oder</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ihrer</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Konzernunternehmen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können</a:t>
            </a:r>
            <a:r>
              <a:rPr lang="en-US" sz="1100" kern="1200" noProof="0" dirty="0">
                <a:solidFill>
                  <a:schemeClr val="tx1"/>
                </a:solidFill>
                <a:effectLst/>
                <a:latin typeface="Arial"/>
                <a:ea typeface="+mn-ea"/>
                <a:cs typeface="+mn-cs"/>
              </a:rPr>
              <a:t> von der SAP SE </a:t>
            </a:r>
            <a:r>
              <a:rPr lang="en-US" sz="1100" kern="1200" noProof="0" dirty="0" err="1">
                <a:solidFill>
                  <a:schemeClr val="tx1"/>
                </a:solidFill>
                <a:effectLst/>
                <a:latin typeface="Arial"/>
                <a:ea typeface="+mn-ea"/>
                <a:cs typeface="+mn-cs"/>
              </a:rPr>
              <a:t>oder</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ihren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Konzernunternehmen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jederzeit</a:t>
            </a:r>
            <a:r>
              <a:rPr lang="en-US" sz="1100" kern="1200" noProof="0" dirty="0">
                <a:solidFill>
                  <a:schemeClr val="tx1"/>
                </a:solidFill>
                <a:effectLst/>
                <a:latin typeface="Arial"/>
                <a:ea typeface="+mn-ea"/>
                <a:cs typeface="+mn-cs"/>
              </a:rPr>
              <a:t> und </a:t>
            </a:r>
            <a:r>
              <a:rPr lang="en-US" sz="1100" kern="1200" noProof="0" dirty="0" err="1">
                <a:solidFill>
                  <a:schemeClr val="tx1"/>
                </a:solidFill>
                <a:effectLst/>
                <a:latin typeface="Arial"/>
                <a:ea typeface="+mn-ea"/>
                <a:cs typeface="+mn-cs"/>
              </a:rPr>
              <a:t>ohne</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Angabe</a:t>
            </a:r>
            <a:r>
              <a:rPr lang="en-US" sz="1100" kern="1200" noProof="0" dirty="0">
                <a:solidFill>
                  <a:schemeClr val="tx1"/>
                </a:solidFill>
                <a:effectLst/>
                <a:latin typeface="Arial"/>
                <a:ea typeface="+mn-ea"/>
                <a:cs typeface="+mn-cs"/>
              </a:rPr>
              <a:t> von </a:t>
            </a:r>
            <a:r>
              <a:rPr lang="en-US" sz="1100" kern="1200" noProof="0" dirty="0" err="1">
                <a:solidFill>
                  <a:schemeClr val="tx1"/>
                </a:solidFill>
                <a:effectLst/>
                <a:latin typeface="Arial"/>
                <a:ea typeface="+mn-ea"/>
                <a:cs typeface="+mn-cs"/>
              </a:rPr>
              <a:t>Gründen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unangekündigt</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geändert</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werden</a:t>
            </a:r>
            <a:r>
              <a:rPr lang="en-US" sz="1100" kern="1200" noProof="0" dirty="0">
                <a:solidFill>
                  <a:schemeClr val="tx1"/>
                </a:solidFill>
                <a:effectLst/>
                <a:latin typeface="Arial"/>
                <a:ea typeface="+mn-ea"/>
                <a:cs typeface="+mn-cs"/>
              </a:rPr>
              <a:t>. Die in </a:t>
            </a:r>
            <a:r>
              <a:rPr lang="en-US" sz="1100" kern="1200" noProof="0" dirty="0" err="1">
                <a:solidFill>
                  <a:schemeClr val="tx1"/>
                </a:solidFill>
                <a:effectLst/>
                <a:latin typeface="Arial"/>
                <a:ea typeface="+mn-ea"/>
                <a:cs typeface="+mn-cs"/>
              </a:rPr>
              <a:t>dieser</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Publikation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enthaltenen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Informationen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stellen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keine</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Zusage</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kein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Versprechen</a:t>
            </a:r>
            <a:r>
              <a:rPr lang="en-US" sz="1100" kern="1200" noProof="0" dirty="0">
                <a:solidFill>
                  <a:schemeClr val="tx1"/>
                </a:solidFill>
                <a:effectLst/>
                <a:latin typeface="Arial"/>
                <a:ea typeface="+mn-ea"/>
                <a:cs typeface="+mn-cs"/>
              </a:rPr>
              <a:t> und </a:t>
            </a:r>
            <a:r>
              <a:rPr lang="en-US" sz="1100" kern="1200" noProof="0" dirty="0" err="1">
                <a:solidFill>
                  <a:schemeClr val="tx1"/>
                </a:solidFill>
                <a:effectLst/>
                <a:latin typeface="Arial"/>
                <a:ea typeface="+mn-ea"/>
                <a:cs typeface="+mn-cs"/>
              </a:rPr>
              <a:t>keine</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rechtliche</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Verpflichtung</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zur</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Lieferung</a:t>
            </a:r>
            <a:r>
              <a:rPr lang="en-US" sz="1100" kern="1200" noProof="0" dirty="0">
                <a:solidFill>
                  <a:schemeClr val="tx1"/>
                </a:solidFill>
                <a:effectLst/>
                <a:latin typeface="Arial"/>
                <a:ea typeface="+mn-ea"/>
                <a:cs typeface="+mn-cs"/>
              </a:rPr>
              <a:t> von Material, Code </a:t>
            </a:r>
            <a:r>
              <a:rPr lang="en-US" sz="1100" kern="1200" noProof="0" dirty="0" err="1">
                <a:solidFill>
                  <a:schemeClr val="tx1"/>
                </a:solidFill>
                <a:effectLst/>
                <a:latin typeface="Arial"/>
                <a:ea typeface="+mn-ea"/>
                <a:cs typeface="+mn-cs"/>
              </a:rPr>
              <a:t>oder</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Funktionen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dar</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Sämtliche</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vorausschauenden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Aussagen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unterliegen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unterschiedlichen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Risiken</a:t>
            </a:r>
            <a:r>
              <a:rPr lang="en-US" sz="1100" kern="1200" noProof="0" dirty="0">
                <a:solidFill>
                  <a:schemeClr val="tx1"/>
                </a:solidFill>
                <a:effectLst/>
                <a:latin typeface="Arial"/>
                <a:ea typeface="+mn-ea"/>
                <a:cs typeface="+mn-cs"/>
              </a:rPr>
              <a:t> und </a:t>
            </a:r>
            <a:r>
              <a:rPr lang="en-US" sz="1100" kern="1200" noProof="0" dirty="0" err="1">
                <a:solidFill>
                  <a:schemeClr val="tx1"/>
                </a:solidFill>
                <a:effectLst/>
                <a:latin typeface="Arial"/>
                <a:ea typeface="+mn-ea"/>
                <a:cs typeface="+mn-cs"/>
              </a:rPr>
              <a:t>Unsicherheiten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durch</a:t>
            </a:r>
            <a:r>
              <a:rPr lang="en-US" sz="1100" kern="1200" noProof="0" dirty="0">
                <a:solidFill>
                  <a:schemeClr val="tx1"/>
                </a:solidFill>
                <a:effectLst/>
                <a:latin typeface="Arial"/>
                <a:ea typeface="+mn-ea"/>
                <a:cs typeface="+mn-cs"/>
              </a:rPr>
              <a:t> die </a:t>
            </a:r>
            <a:r>
              <a:rPr lang="en-US" sz="1100" kern="1200" noProof="0" dirty="0" err="1">
                <a:solidFill>
                  <a:schemeClr val="tx1"/>
                </a:solidFill>
                <a:effectLst/>
                <a:latin typeface="Arial"/>
                <a:ea typeface="+mn-ea"/>
                <a:cs typeface="+mn-cs"/>
              </a:rPr>
              <a:t>die</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tatsächlichen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Ergebnisse</a:t>
            </a:r>
            <a:r>
              <a:rPr lang="en-US" sz="1100" kern="1200" noProof="0" dirty="0">
                <a:solidFill>
                  <a:schemeClr val="tx1"/>
                </a:solidFill>
                <a:effectLst/>
                <a:latin typeface="Arial"/>
                <a:ea typeface="+mn-ea"/>
                <a:cs typeface="+mn-cs"/>
              </a:rPr>
              <a:t> von den </a:t>
            </a:r>
            <a:r>
              <a:rPr lang="en-US" sz="1100" kern="1200" noProof="0" dirty="0" err="1">
                <a:solidFill>
                  <a:schemeClr val="tx1"/>
                </a:solidFill>
                <a:effectLst/>
                <a:latin typeface="Arial"/>
                <a:ea typeface="+mn-ea"/>
                <a:cs typeface="+mn-cs"/>
              </a:rPr>
              <a:t>Erwartungen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abweichen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können</a:t>
            </a:r>
            <a:r>
              <a:rPr lang="en-US" sz="1100" kern="1200" noProof="0" dirty="0">
                <a:solidFill>
                  <a:schemeClr val="tx1"/>
                </a:solidFill>
                <a:effectLst/>
                <a:latin typeface="Arial"/>
                <a:ea typeface="+mn-ea"/>
                <a:cs typeface="+mn-cs"/>
              </a:rPr>
              <a:t>. Dem </a:t>
            </a:r>
            <a:r>
              <a:rPr lang="en-US" sz="1100" kern="1200" noProof="0" dirty="0" err="1">
                <a:solidFill>
                  <a:schemeClr val="tx1"/>
                </a:solidFill>
                <a:effectLst/>
                <a:latin typeface="Arial"/>
                <a:ea typeface="+mn-ea"/>
                <a:cs typeface="+mn-cs"/>
              </a:rPr>
              <a:t>Leser</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wird</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empfohlen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diesen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vorausschauenden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Aussagen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kein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übertriebenes</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Vertrauen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zu</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schenken</a:t>
            </a:r>
            <a:r>
              <a:rPr lang="en-US" sz="1100" kern="1200" noProof="0" dirty="0">
                <a:solidFill>
                  <a:schemeClr val="tx1"/>
                </a:solidFill>
                <a:effectLst/>
                <a:latin typeface="Arial"/>
                <a:ea typeface="+mn-ea"/>
                <a:cs typeface="+mn-cs"/>
              </a:rPr>
              <a:t> und </a:t>
            </a:r>
            <a:r>
              <a:rPr lang="en-US" sz="1100" kern="1200" noProof="0" dirty="0" err="1">
                <a:solidFill>
                  <a:schemeClr val="tx1"/>
                </a:solidFill>
                <a:effectLst/>
                <a:latin typeface="Arial"/>
                <a:ea typeface="+mn-ea"/>
                <a:cs typeface="+mn-cs"/>
              </a:rPr>
              <a:t>sich</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bei</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Kaufentscheidungen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nicht</a:t>
            </a:r>
            <a:r>
              <a:rPr lang="en-US" sz="1100" kern="1200" noProof="0" dirty="0">
                <a:solidFill>
                  <a:schemeClr val="tx1"/>
                </a:solidFill>
                <a:effectLst/>
                <a:latin typeface="Arial"/>
                <a:ea typeface="+mn-ea"/>
                <a:cs typeface="+mn-cs"/>
              </a:rPr>
              <a:t> auf </a:t>
            </a:r>
            <a:r>
              <a:rPr lang="en-US" sz="1100" kern="1200" noProof="0" dirty="0" err="1">
                <a:solidFill>
                  <a:schemeClr val="tx1"/>
                </a:solidFill>
                <a:effectLst/>
                <a:latin typeface="Arial"/>
                <a:ea typeface="+mn-ea"/>
                <a:cs typeface="+mn-cs"/>
              </a:rPr>
              <a:t>sie</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zu</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stützen</a:t>
            </a:r>
            <a:r>
              <a:rPr lang="en-US" sz="1100" kern="1200" noProof="0" dirty="0">
                <a:solidFill>
                  <a:schemeClr val="tx1"/>
                </a:solidFill>
                <a:effectLst/>
                <a:latin typeface="Arial"/>
                <a:ea typeface="+mn-ea"/>
                <a:cs typeface="+mn-cs"/>
              </a:rPr>
              <a:t>.</a:t>
            </a:r>
          </a:p>
          <a:p>
            <a:pPr>
              <a:spcBef>
                <a:spcPts val="1200"/>
              </a:spcBef>
            </a:pPr>
            <a:r>
              <a:rPr lang="en-US" sz="1100" kern="1200" noProof="0" dirty="0">
                <a:solidFill>
                  <a:schemeClr val="tx1"/>
                </a:solidFill>
                <a:effectLst/>
                <a:latin typeface="Arial"/>
                <a:ea typeface="+mn-ea"/>
                <a:cs typeface="+mn-cs"/>
              </a:rPr>
              <a:t>SAP und </a:t>
            </a:r>
            <a:r>
              <a:rPr lang="en-US" sz="1100" kern="1200" noProof="0" dirty="0" err="1">
                <a:solidFill>
                  <a:schemeClr val="tx1"/>
                </a:solidFill>
                <a:effectLst/>
                <a:latin typeface="Arial"/>
                <a:ea typeface="+mn-ea"/>
                <a:cs typeface="+mn-cs"/>
              </a:rPr>
              <a:t>andere</a:t>
            </a:r>
            <a:r>
              <a:rPr lang="en-US" sz="1100" kern="1200" noProof="0" dirty="0">
                <a:solidFill>
                  <a:schemeClr val="tx1"/>
                </a:solidFill>
                <a:effectLst/>
                <a:latin typeface="Arial"/>
                <a:ea typeface="+mn-ea"/>
                <a:cs typeface="+mn-cs"/>
              </a:rPr>
              <a:t> in </a:t>
            </a:r>
            <a:r>
              <a:rPr lang="en-US" sz="1100" kern="1200" noProof="0" dirty="0" err="1">
                <a:solidFill>
                  <a:schemeClr val="tx1"/>
                </a:solidFill>
                <a:effectLst/>
                <a:latin typeface="Arial"/>
                <a:ea typeface="+mn-ea"/>
                <a:cs typeface="+mn-cs"/>
              </a:rPr>
              <a:t>diesem</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Dokument</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erwähnte</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Produkte</a:t>
            </a:r>
            <a:r>
              <a:rPr lang="en-US" sz="1100" kern="1200" noProof="0" dirty="0">
                <a:solidFill>
                  <a:schemeClr val="tx1"/>
                </a:solidFill>
                <a:effectLst/>
                <a:latin typeface="Arial"/>
                <a:ea typeface="+mn-ea"/>
                <a:cs typeface="+mn-cs"/>
              </a:rPr>
              <a:t> und </a:t>
            </a:r>
            <a:r>
              <a:rPr lang="en-US" sz="1100" kern="1200" noProof="0" dirty="0" err="1">
                <a:solidFill>
                  <a:schemeClr val="tx1"/>
                </a:solidFill>
                <a:effectLst/>
                <a:latin typeface="Arial"/>
                <a:ea typeface="+mn-ea"/>
                <a:cs typeface="+mn-cs"/>
              </a:rPr>
              <a:t>Dienstleistungen</a:t>
            </a:r>
            <a:r>
              <a:rPr lang="en-US" sz="1100" kern="1200" noProof="0" dirty="0">
                <a:solidFill>
                  <a:schemeClr val="tx1"/>
                </a:solidFill>
                <a:effectLst/>
                <a:latin typeface="Arial"/>
                <a:ea typeface="+mn-ea"/>
                <a:cs typeface="+mn-cs"/>
              </a:rPr>
              <a:t> von SAP </a:t>
            </a:r>
            <a:r>
              <a:rPr lang="en-US" sz="1100" kern="1200" noProof="0" dirty="0" err="1">
                <a:solidFill>
                  <a:schemeClr val="tx1"/>
                </a:solidFill>
                <a:effectLst/>
                <a:latin typeface="Arial"/>
                <a:ea typeface="+mn-ea"/>
                <a:cs typeface="+mn-cs"/>
              </a:rPr>
              <a:t>sowie</a:t>
            </a:r>
            <a:r>
              <a:rPr lang="en-US" sz="1100" kern="1200" noProof="0" dirty="0">
                <a:solidFill>
                  <a:schemeClr val="tx1"/>
                </a:solidFill>
                <a:effectLst/>
                <a:latin typeface="Arial"/>
                <a:ea typeface="+mn-ea"/>
                <a:cs typeface="+mn-cs"/>
              </a:rPr>
              <a:t> die </a:t>
            </a:r>
            <a:r>
              <a:rPr lang="en-US" sz="1100" kern="1200" noProof="0" dirty="0" err="1">
                <a:solidFill>
                  <a:schemeClr val="tx1"/>
                </a:solidFill>
                <a:effectLst/>
                <a:latin typeface="Arial"/>
                <a:ea typeface="+mn-ea"/>
                <a:cs typeface="+mn-cs"/>
              </a:rPr>
              <a:t>dazugehörigen</a:t>
            </a:r>
            <a:r>
              <a:rPr lang="en-US" sz="1100" kern="1200" noProof="0" dirty="0">
                <a:solidFill>
                  <a:schemeClr val="tx1"/>
                </a:solidFill>
                <a:effectLst/>
                <a:latin typeface="Arial"/>
                <a:ea typeface="+mn-ea"/>
                <a:cs typeface="+mn-cs"/>
              </a:rPr>
              <a:t> Logos </a:t>
            </a:r>
            <a:r>
              <a:rPr lang="en-US" sz="1100" kern="1200" noProof="0" dirty="0" err="1">
                <a:solidFill>
                  <a:schemeClr val="tx1"/>
                </a:solidFill>
                <a:effectLst/>
                <a:latin typeface="Arial"/>
                <a:ea typeface="+mn-ea"/>
                <a:cs typeface="+mn-cs"/>
              </a:rPr>
              <a:t>sind</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Marken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oder</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eingetragene</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Marken</a:t>
            </a:r>
            <a:r>
              <a:rPr lang="en-US" sz="1100" kern="1200" noProof="0" dirty="0">
                <a:solidFill>
                  <a:schemeClr val="tx1"/>
                </a:solidFill>
                <a:effectLst/>
                <a:latin typeface="Arial"/>
                <a:ea typeface="+mn-ea"/>
                <a:cs typeface="+mn-cs"/>
              </a:rPr>
              <a:t> der SAP SE </a:t>
            </a:r>
            <a:br>
              <a:rPr lang="en-US" sz="1100" kern="1200" noProof="0" dirty="0">
                <a:solidFill>
                  <a:schemeClr val="tx1"/>
                </a:solidFill>
                <a:effectLst/>
                <a:latin typeface="Arial"/>
                <a:ea typeface="+mn-ea"/>
                <a:cs typeface="+mn-cs"/>
              </a:rPr>
            </a:br>
            <a:r>
              <a:rPr lang="en-US" sz="1100" kern="1200" noProof="0" dirty="0">
                <a:solidFill>
                  <a:schemeClr val="tx1"/>
                </a:solidFill>
                <a:effectLst/>
                <a:latin typeface="Arial"/>
                <a:ea typeface="+mn-ea"/>
                <a:cs typeface="+mn-cs"/>
              </a:rPr>
              <a:t>(</a:t>
            </a:r>
            <a:r>
              <a:rPr lang="en-US" sz="1100" kern="1200" noProof="0" dirty="0" err="1">
                <a:solidFill>
                  <a:schemeClr val="tx1"/>
                </a:solidFill>
                <a:effectLst/>
                <a:latin typeface="Arial"/>
                <a:ea typeface="+mn-ea"/>
                <a:cs typeface="+mn-cs"/>
              </a:rPr>
              <a:t>oder</a:t>
            </a:r>
            <a:r>
              <a:rPr lang="en-US" sz="1100" kern="1200" noProof="0" dirty="0">
                <a:solidFill>
                  <a:schemeClr val="tx1"/>
                </a:solidFill>
                <a:effectLst/>
                <a:latin typeface="Arial"/>
                <a:ea typeface="+mn-ea"/>
                <a:cs typeface="+mn-cs"/>
              </a:rPr>
              <a:t> von </a:t>
            </a:r>
            <a:r>
              <a:rPr lang="en-US" sz="1100" kern="1200" noProof="0" dirty="0" err="1">
                <a:solidFill>
                  <a:schemeClr val="tx1"/>
                </a:solidFill>
                <a:effectLst/>
                <a:latin typeface="Arial"/>
                <a:ea typeface="+mn-ea"/>
                <a:cs typeface="+mn-cs"/>
              </a:rPr>
              <a:t>einem</a:t>
            </a:r>
            <a:r>
              <a:rPr lang="en-US" sz="1100" kern="1200" noProof="0" dirty="0">
                <a:solidFill>
                  <a:schemeClr val="tx1"/>
                </a:solidFill>
                <a:effectLst/>
                <a:latin typeface="Arial"/>
                <a:ea typeface="+mn-ea"/>
                <a:cs typeface="+mn-cs"/>
              </a:rPr>
              <a:t> SAP-</a:t>
            </a:r>
            <a:r>
              <a:rPr lang="en-US" sz="1100" kern="1200" noProof="0" dirty="0" err="1">
                <a:solidFill>
                  <a:schemeClr val="tx1"/>
                </a:solidFill>
                <a:effectLst/>
                <a:latin typeface="Arial"/>
                <a:ea typeface="+mn-ea"/>
                <a:cs typeface="+mn-cs"/>
              </a:rPr>
              <a:t>Konzernunternehmen</a:t>
            </a:r>
            <a:r>
              <a:rPr lang="en-US" sz="1100" kern="1200" noProof="0" dirty="0">
                <a:solidFill>
                  <a:schemeClr val="tx1"/>
                </a:solidFill>
                <a:effectLst/>
                <a:latin typeface="Arial"/>
                <a:ea typeface="+mn-ea"/>
                <a:cs typeface="+mn-cs"/>
              </a:rPr>
              <a:t>) in Deutschland und </a:t>
            </a:r>
            <a:r>
              <a:rPr lang="en-US" sz="1100" kern="1200" noProof="0" dirty="0" err="1">
                <a:solidFill>
                  <a:schemeClr val="tx1"/>
                </a:solidFill>
                <a:effectLst/>
                <a:latin typeface="Arial"/>
                <a:ea typeface="+mn-ea"/>
                <a:cs typeface="+mn-cs"/>
              </a:rPr>
              <a:t>verschiedenen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anderen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Ländern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weltweit</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Alle</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anderen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Namen</a:t>
            </a:r>
            <a:r>
              <a:rPr lang="en-US" sz="1100" kern="1200" noProof="0" dirty="0">
                <a:solidFill>
                  <a:schemeClr val="tx1"/>
                </a:solidFill>
                <a:effectLst/>
                <a:latin typeface="Arial"/>
                <a:ea typeface="+mn-ea"/>
                <a:cs typeface="+mn-cs"/>
              </a:rPr>
              <a:t> von </a:t>
            </a:r>
            <a:r>
              <a:rPr lang="en-US" sz="1100" kern="1200" noProof="0" dirty="0" err="1">
                <a:solidFill>
                  <a:schemeClr val="tx1"/>
                </a:solidFill>
                <a:effectLst/>
                <a:latin typeface="Arial"/>
                <a:ea typeface="+mn-ea"/>
                <a:cs typeface="+mn-cs"/>
              </a:rPr>
              <a:t>Produkten</a:t>
            </a:r>
            <a:r>
              <a:rPr lang="en-US" sz="1100" kern="1200" noProof="0" dirty="0">
                <a:solidFill>
                  <a:schemeClr val="tx1"/>
                </a:solidFill>
                <a:effectLst/>
                <a:latin typeface="Arial"/>
                <a:ea typeface="+mn-ea"/>
                <a:cs typeface="+mn-cs"/>
              </a:rPr>
              <a:t> und </a:t>
            </a:r>
            <a:r>
              <a:rPr lang="en-US" sz="1100" kern="1200" noProof="0" dirty="0" err="1">
                <a:solidFill>
                  <a:schemeClr val="tx1"/>
                </a:solidFill>
                <a:effectLst/>
                <a:latin typeface="Arial"/>
                <a:ea typeface="+mn-ea"/>
                <a:cs typeface="+mn-cs"/>
              </a:rPr>
              <a:t>Dienstleistungen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sind</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Marken</a:t>
            </a:r>
            <a:r>
              <a:rPr lang="en-US" sz="1100" kern="1200" noProof="0" dirty="0">
                <a:solidFill>
                  <a:schemeClr val="tx1"/>
                </a:solidFill>
                <a:effectLst/>
                <a:latin typeface="Arial"/>
                <a:ea typeface="+mn-ea"/>
                <a:cs typeface="+mn-cs"/>
              </a:rPr>
              <a:t> der </a:t>
            </a:r>
            <a:r>
              <a:rPr lang="en-US" sz="1100" kern="1200" noProof="0" dirty="0" err="1">
                <a:solidFill>
                  <a:schemeClr val="tx1"/>
                </a:solidFill>
                <a:effectLst/>
                <a:latin typeface="Arial"/>
                <a:ea typeface="+mn-ea"/>
                <a:cs typeface="+mn-cs"/>
              </a:rPr>
              <a:t>jeweiligen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Firmen</a:t>
            </a:r>
            <a:r>
              <a:rPr lang="en-US" sz="1100" kern="1200" noProof="0" dirty="0">
                <a:solidFill>
                  <a:schemeClr val="tx1"/>
                </a:solidFill>
                <a:effectLst/>
                <a:latin typeface="Arial"/>
                <a:ea typeface="+mn-ea"/>
                <a:cs typeface="+mn-cs"/>
              </a:rPr>
              <a:t>. </a:t>
            </a:r>
            <a:br>
              <a:rPr lang="en-US" sz="1100" kern="1200" noProof="0" dirty="0">
                <a:solidFill>
                  <a:schemeClr val="tx1"/>
                </a:solidFill>
                <a:effectLst/>
                <a:latin typeface="Arial"/>
                <a:ea typeface="+mn-ea"/>
                <a:cs typeface="+mn-cs"/>
              </a:rPr>
            </a:br>
            <a:r>
              <a:rPr lang="en-US" sz="1100" kern="1200" noProof="0" dirty="0" err="1">
                <a:solidFill>
                  <a:schemeClr val="tx1"/>
                </a:solidFill>
                <a:effectLst/>
                <a:latin typeface="Arial"/>
                <a:ea typeface="+mn-ea"/>
                <a:cs typeface="+mn-cs"/>
              </a:rPr>
              <a:t>Zusätzliche</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Informationen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zur</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Marke</a:t>
            </a:r>
            <a:r>
              <a:rPr lang="en-US" sz="1100" kern="1200" noProof="0" dirty="0">
                <a:solidFill>
                  <a:schemeClr val="tx1"/>
                </a:solidFill>
                <a:effectLst/>
                <a:latin typeface="Arial"/>
                <a:ea typeface="+mn-ea"/>
                <a:cs typeface="+mn-cs"/>
              </a:rPr>
              <a:t> und </a:t>
            </a:r>
            <a:r>
              <a:rPr lang="en-US" sz="1100" kern="1200" noProof="0" dirty="0" err="1">
                <a:solidFill>
                  <a:schemeClr val="tx1"/>
                </a:solidFill>
                <a:effectLst/>
                <a:latin typeface="Arial"/>
                <a:ea typeface="+mn-ea"/>
                <a:cs typeface="+mn-cs"/>
              </a:rPr>
              <a:t>Vermerke</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finden</a:t>
            </a:r>
            <a:r>
              <a:rPr lang="en-US" sz="1100" kern="1200" noProof="0" dirty="0">
                <a:solidFill>
                  <a:schemeClr val="tx1"/>
                </a:solidFill>
                <a:effectLst/>
                <a:latin typeface="Arial"/>
                <a:ea typeface="+mn-ea"/>
                <a:cs typeface="+mn-cs"/>
              </a:rPr>
              <a:t> Sie auf der </a:t>
            </a:r>
            <a:r>
              <a:rPr lang="en-US" sz="1100" kern="1200" noProof="0" dirty="0" err="1">
                <a:solidFill>
                  <a:schemeClr val="tx1"/>
                </a:solidFill>
                <a:effectLst/>
                <a:latin typeface="Arial"/>
                <a:ea typeface="+mn-ea"/>
                <a:cs typeface="+mn-cs"/>
              </a:rPr>
              <a:t>Seite</a:t>
            </a:r>
            <a:r>
              <a:rPr lang="en-US" sz="1100" kern="1200" noProof="0" dirty="0">
                <a:solidFill>
                  <a:schemeClr val="tx1"/>
                </a:solidFill>
                <a:effectLst/>
                <a:latin typeface="Arial"/>
                <a:ea typeface="+mn-ea"/>
                <a:cs typeface="+mn-cs"/>
              </a:rPr>
              <a:t> </a:t>
            </a:r>
            <a:r>
              <a:rPr lang="en-US" sz="1100" kern="1200" noProof="0" dirty="0">
                <a:solidFill>
                  <a:schemeClr val="tx1"/>
                </a:solidFill>
                <a:effectLst/>
                <a:latin typeface="Arial"/>
                <a:ea typeface="+mn-ea"/>
                <a:cs typeface="+mn-cs"/>
                <a:hlinkClick r:id="rId2"/>
              </a:rPr>
              <a:t>http://www.sap.com/corporate-de/legal/copyright/index.epx</a:t>
            </a:r>
            <a:endParaRPr lang="en-US" sz="1100" kern="1200" noProof="0" dirty="0">
              <a:solidFill>
                <a:schemeClr val="tx1"/>
              </a:solidFill>
              <a:effectLst/>
              <a:latin typeface="Arial"/>
              <a:ea typeface="+mn-ea"/>
              <a:cs typeface="+mn-cs"/>
            </a:endParaRPr>
          </a:p>
        </p:txBody>
      </p:sp>
      <p:sp>
        <p:nvSpPr>
          <p:cNvPr id="5" name="TextBox 4"/>
          <p:cNvSpPr txBox="1"/>
          <p:nvPr userDrawn="1"/>
        </p:nvSpPr>
        <p:spPr bwMode="gray">
          <a:xfrm>
            <a:off x="504000" y="719834"/>
            <a:ext cx="11185200" cy="369246"/>
          </a:xfrm>
          <a:prstGeom prst="rect">
            <a:avLst/>
          </a:prstGeom>
        </p:spPr>
        <p:txBody>
          <a:bodyPr vert="horz" wrap="square" lIns="0" tIns="0" rIns="0" bIns="0" rtlCol="0" anchor="t" anchorCtr="0">
            <a:spAutoFit/>
          </a:bodyPr>
          <a:lstStyle>
            <a:lvl1pPr>
              <a:spcBef>
                <a:spcPct val="0"/>
              </a:spcBef>
              <a:buNone/>
              <a:defRPr sz="2400" b="1" baseline="0">
                <a:latin typeface="+mj-lt"/>
                <a:ea typeface="+mj-ea"/>
                <a:cs typeface="+mj-cs"/>
              </a:defRPr>
            </a:lvl1pPr>
          </a:lstStyle>
          <a:p>
            <a:pPr lvl="0"/>
            <a:r>
              <a:rPr lang="en-US" sz="2400" b="0" noProof="0" dirty="0"/>
              <a:t>© 2017 SAP SE </a:t>
            </a:r>
            <a:r>
              <a:rPr lang="en-US" sz="2400" b="0" noProof="0" dirty="0" err="1"/>
              <a:t>oder</a:t>
            </a:r>
            <a:r>
              <a:rPr lang="en-US" sz="2400" b="0" noProof="0" dirty="0"/>
              <a:t> </a:t>
            </a:r>
            <a:r>
              <a:rPr lang="en-US" sz="2400" b="0" noProof="0" dirty="0" err="1"/>
              <a:t>ein</a:t>
            </a:r>
            <a:r>
              <a:rPr lang="en-US" sz="2400" b="0" noProof="0" dirty="0"/>
              <a:t> SAP-</a:t>
            </a:r>
            <a:r>
              <a:rPr lang="en-US" sz="2400" b="0" noProof="0" dirty="0" err="1"/>
              <a:t>Konzernunternehmen</a:t>
            </a:r>
            <a:r>
              <a:rPr lang="en-US" sz="2400" b="0" noProof="0" dirty="0"/>
              <a:t>. </a:t>
            </a:r>
            <a:r>
              <a:rPr lang="en-US" sz="2400" b="0" noProof="0" dirty="0" err="1"/>
              <a:t>Alle</a:t>
            </a:r>
            <a:r>
              <a:rPr lang="en-US" sz="2400" b="0" noProof="0" dirty="0"/>
              <a:t> </a:t>
            </a:r>
            <a:r>
              <a:rPr lang="en-US" sz="2400" b="0" noProof="0" dirty="0" err="1"/>
              <a:t>Rechte</a:t>
            </a:r>
            <a:r>
              <a:rPr lang="en-US" sz="2400" b="0" noProof="0" dirty="0"/>
              <a:t> </a:t>
            </a:r>
            <a:r>
              <a:rPr lang="en-US" sz="2400" b="0" noProof="0" dirty="0" err="1"/>
              <a:t>vorbehalten</a:t>
            </a:r>
            <a:r>
              <a:rPr lang="en-US" sz="2400" b="0" noProof="0" dirty="0"/>
              <a:t>.</a:t>
            </a:r>
          </a:p>
        </p:txBody>
      </p:sp>
      <p:grpSp>
        <p:nvGrpSpPr>
          <p:cNvPr id="6" name="Secondary Motion Band"/>
          <p:cNvGrpSpPr/>
          <p:nvPr userDrawn="1"/>
        </p:nvGrpSpPr>
        <p:grpSpPr>
          <a:xfrm>
            <a:off x="10682127" y="0"/>
            <a:ext cx="1513048" cy="251942"/>
            <a:chOff x="10682127" y="0"/>
            <a:chExt cx="1513048" cy="252000"/>
          </a:xfrm>
        </p:grpSpPr>
        <p:sp>
          <p:nvSpPr>
            <p:cNvPr id="7" name="Rectangle 6"/>
            <p:cNvSpPr/>
            <p:nvPr userDrawn="1"/>
          </p:nvSpPr>
          <p:spPr bwMode="gray">
            <a:xfrm>
              <a:off x="11691175" y="0"/>
              <a:ext cx="504000" cy="252000"/>
            </a:xfrm>
            <a:prstGeom prst="rect">
              <a:avLst/>
            </a:prstGeom>
            <a:solidFill>
              <a:schemeClr val="accent1"/>
            </a:solidFill>
            <a:ln w="6350" algn="ctr">
              <a:noFill/>
              <a:miter lim="800000"/>
              <a:headEnd/>
              <a:tailEnd/>
            </a:ln>
          </p:spPr>
          <p:txBody>
            <a:bodyPr lIns="90000" tIns="72000" rIns="90000" bIns="72000" rtlCol="0" anchor="ctr"/>
            <a:lstStyle/>
            <a:p>
              <a:pPr marR="0" lvl="0" algn="ctr" defTabSz="914217" fontAlgn="base">
                <a:lnSpc>
                  <a:spcPct val="100000"/>
                </a:lnSpc>
                <a:spcBef>
                  <a:spcPct val="50000"/>
                </a:spcBef>
                <a:spcAft>
                  <a:spcPct val="0"/>
                </a:spcAft>
                <a:buClr>
                  <a:srgbClr val="F0AB00"/>
                </a:buClr>
                <a:buSzPct val="80000"/>
                <a:tabLst/>
              </a:pPr>
              <a:endParaRPr kumimoji="0" lang="en-US" sz="2000" b="0" i="0" u="none" strike="noStrike" kern="0" cap="none" spc="0" normalizeH="0" baseline="0" noProof="0" dirty="0" err="1">
                <a:ln>
                  <a:noFill/>
                </a:ln>
                <a:effectLst/>
                <a:uLnTx/>
                <a:uFillTx/>
                <a:ea typeface="Arial Unicode MS" pitchFamily="34" charset="-128"/>
                <a:cs typeface="Arial Unicode MS" pitchFamily="34" charset="-128"/>
              </a:endParaRPr>
            </a:p>
          </p:txBody>
        </p:sp>
        <p:sp>
          <p:nvSpPr>
            <p:cNvPr id="8" name="Rectangle 7"/>
            <p:cNvSpPr/>
            <p:nvPr userDrawn="1"/>
          </p:nvSpPr>
          <p:spPr bwMode="gray">
            <a:xfrm>
              <a:off x="11186476" y="0"/>
              <a:ext cx="504000" cy="252000"/>
            </a:xfrm>
            <a:prstGeom prst="rect">
              <a:avLst/>
            </a:prstGeom>
            <a:solidFill>
              <a:schemeClr val="accent1">
                <a:alpha val="70000"/>
              </a:schemeClr>
            </a:solidFill>
            <a:ln w="6350" algn="ctr">
              <a:noFill/>
              <a:miter lim="800000"/>
              <a:headEnd/>
              <a:tailEnd/>
            </a:ln>
          </p:spPr>
          <p:txBody>
            <a:bodyPr lIns="90000" tIns="72000" rIns="90000" bIns="72000" rtlCol="0" anchor="ctr"/>
            <a:lstStyle/>
            <a:p>
              <a:pPr marR="0" lvl="0" algn="ctr" defTabSz="914217" fontAlgn="base">
                <a:lnSpc>
                  <a:spcPct val="100000"/>
                </a:lnSpc>
                <a:spcBef>
                  <a:spcPct val="50000"/>
                </a:spcBef>
                <a:spcAft>
                  <a:spcPct val="0"/>
                </a:spcAft>
                <a:buClr>
                  <a:srgbClr val="F0AB00"/>
                </a:buClr>
                <a:buSzPct val="80000"/>
                <a:tabLst/>
              </a:pPr>
              <a:endParaRPr kumimoji="0" lang="en-US" sz="2000" b="0" i="0" u="none" strike="noStrike" kern="0" cap="none" spc="0" normalizeH="0" baseline="0" noProof="0" dirty="0" err="1">
                <a:ln>
                  <a:noFill/>
                </a:ln>
                <a:effectLst/>
                <a:uLnTx/>
                <a:uFillTx/>
                <a:ea typeface="Arial Unicode MS" pitchFamily="34" charset="-128"/>
                <a:cs typeface="Arial Unicode MS" pitchFamily="34" charset="-128"/>
              </a:endParaRPr>
            </a:p>
          </p:txBody>
        </p:sp>
        <p:sp>
          <p:nvSpPr>
            <p:cNvPr id="9" name="Rectangle 8"/>
            <p:cNvSpPr/>
            <p:nvPr userDrawn="1"/>
          </p:nvSpPr>
          <p:spPr bwMode="gray">
            <a:xfrm>
              <a:off x="10682127" y="0"/>
              <a:ext cx="504000" cy="252000"/>
            </a:xfrm>
            <a:prstGeom prst="rect">
              <a:avLst/>
            </a:prstGeom>
            <a:solidFill>
              <a:schemeClr val="accent1">
                <a:alpha val="40000"/>
              </a:schemeClr>
            </a:solidFill>
            <a:ln w="6350" algn="ctr">
              <a:noFill/>
              <a:miter lim="800000"/>
              <a:headEnd/>
              <a:tailEnd/>
            </a:ln>
          </p:spPr>
          <p:txBody>
            <a:bodyPr lIns="90000" tIns="72000" rIns="90000" bIns="72000" rtlCol="0" anchor="ctr"/>
            <a:lstStyle/>
            <a:p>
              <a:pPr marR="0" lvl="0" algn="ctr" defTabSz="914217" fontAlgn="base">
                <a:lnSpc>
                  <a:spcPct val="100000"/>
                </a:lnSpc>
                <a:spcBef>
                  <a:spcPct val="50000"/>
                </a:spcBef>
                <a:spcAft>
                  <a:spcPct val="0"/>
                </a:spcAft>
                <a:buClr>
                  <a:srgbClr val="F0AB00"/>
                </a:buClr>
                <a:buSzPct val="80000"/>
                <a:tabLst/>
              </a:pPr>
              <a:endParaRPr kumimoji="0" lang="en-US" sz="2000" b="0" i="0" u="none" strike="noStrike" kern="0" cap="none" spc="0" normalizeH="0" baseline="0" noProof="0" dirty="0" err="1">
                <a:ln>
                  <a:noFill/>
                </a:ln>
                <a:effectLst/>
                <a:uLnTx/>
                <a:uFillTx/>
                <a:ea typeface="Arial Unicode MS" pitchFamily="34" charset="-128"/>
                <a:cs typeface="Arial Unicode MS" pitchFamily="34" charset="-128"/>
              </a:endParaRPr>
            </a:p>
          </p:txBody>
        </p:sp>
      </p:grpSp>
    </p:spTree>
    <p:extLst>
      <p:ext uri="{BB962C8B-B14F-4D97-AF65-F5344CB8AC3E}">
        <p14:creationId xmlns:p14="http://schemas.microsoft.com/office/powerpoint/2010/main" val="1911862759"/>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slideLayout" Target="../slideLayouts/slideLayout18.xml"/><Relationship Id="rId26" Type="http://schemas.openxmlformats.org/officeDocument/2006/relationships/slideLayout" Target="../slideLayouts/slideLayout26.xml"/><Relationship Id="rId3" Type="http://schemas.openxmlformats.org/officeDocument/2006/relationships/slideLayout" Target="../slideLayouts/slideLayout3.xml"/><Relationship Id="rId21" Type="http://schemas.openxmlformats.org/officeDocument/2006/relationships/slideLayout" Target="../slideLayouts/slideLayout21.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5" Type="http://schemas.openxmlformats.org/officeDocument/2006/relationships/slideLayout" Target="../slideLayouts/slideLayout25.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slideLayout" Target="../slideLayouts/slideLayout20.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24" Type="http://schemas.openxmlformats.org/officeDocument/2006/relationships/slideLayout" Target="../slideLayouts/slideLayout24.xml"/><Relationship Id="rId5" Type="http://schemas.openxmlformats.org/officeDocument/2006/relationships/slideLayout" Target="../slideLayouts/slideLayout5.xml"/><Relationship Id="rId15" Type="http://schemas.openxmlformats.org/officeDocument/2006/relationships/slideLayout" Target="../slideLayouts/slideLayout15.xml"/><Relationship Id="rId23" Type="http://schemas.openxmlformats.org/officeDocument/2006/relationships/slideLayout" Target="../slideLayouts/slideLayout23.xml"/><Relationship Id="rId10" Type="http://schemas.openxmlformats.org/officeDocument/2006/relationships/slideLayout" Target="../slideLayouts/slideLayout10.xml"/><Relationship Id="rId19" Type="http://schemas.openxmlformats.org/officeDocument/2006/relationships/slideLayout" Target="../slideLayouts/slideLayout19.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slideLayout" Target="../slideLayouts/slideLayout22.xml"/><Relationship Id="rId27"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bwMode="gray">
      <p:bgRef idx="1001">
        <a:schemeClr val="bg1"/>
      </p:bgRef>
    </p:bg>
    <p:spTree>
      <p:nvGrpSpPr>
        <p:cNvPr id="1" name=""/>
        <p:cNvGrpSpPr/>
        <p:nvPr/>
      </p:nvGrpSpPr>
      <p:grpSpPr>
        <a:xfrm>
          <a:off x="0" y="0"/>
          <a:ext cx="0" cy="0"/>
          <a:chOff x="0" y="0"/>
          <a:chExt cx="0" cy="0"/>
        </a:xfrm>
      </p:grpSpPr>
      <p:sp>
        <p:nvSpPr>
          <p:cNvPr id="34" name="Slide number"/>
          <p:cNvSpPr txBox="1"/>
          <p:nvPr userDrawn="1"/>
        </p:nvSpPr>
        <p:spPr bwMode="black">
          <a:xfrm>
            <a:off x="11549413" y="6536751"/>
            <a:ext cx="141064" cy="138499"/>
          </a:xfrm>
          <a:prstGeom prst="rect">
            <a:avLst/>
          </a:prstGeom>
          <a:noFill/>
        </p:spPr>
        <p:txBody>
          <a:bodyPr wrap="none" lIns="0" tIns="0" rIns="0" bIns="0" rtlCol="0">
            <a:spAutoFit/>
          </a:bodyPr>
          <a:lstStyle>
            <a:defPPr>
              <a:defRPr lang="de-DE"/>
            </a:defPPr>
            <a:lvl1pPr marL="84138" indent="-84138">
              <a:buClr>
                <a:schemeClr val="tx1"/>
              </a:buClr>
              <a:buFont typeface="Arial" pitchFamily="34" charset="0"/>
              <a:buChar char="©"/>
              <a:tabLst/>
              <a:defRPr sz="600"/>
            </a:lvl1pPr>
          </a:lstStyle>
          <a:p>
            <a:pPr marL="0" lvl="0" indent="0" algn="r">
              <a:buNone/>
            </a:pPr>
            <a:fld id="{0BDC132A-5C91-4078-9777-31DA19A62E0A}" type="slidenum">
              <a:rPr lang="en-US" sz="900" noProof="0" smtClean="0"/>
              <a:pPr marL="0" lvl="0" indent="0" algn="r">
                <a:buNone/>
              </a:pPr>
              <a:t>‹#›</a:t>
            </a:fld>
            <a:endParaRPr lang="en-US" sz="900" noProof="0" dirty="0"/>
          </a:p>
        </p:txBody>
      </p:sp>
      <p:sp>
        <p:nvSpPr>
          <p:cNvPr id="11" name="Classification"/>
          <p:cNvSpPr txBox="1"/>
          <p:nvPr userDrawn="1"/>
        </p:nvSpPr>
        <p:spPr bwMode="black">
          <a:xfrm>
            <a:off x="2814655" y="6559834"/>
            <a:ext cx="381515" cy="92333"/>
          </a:xfrm>
          <a:prstGeom prst="rect">
            <a:avLst/>
          </a:prstGeom>
          <a:noFill/>
        </p:spPr>
        <p:txBody>
          <a:bodyPr wrap="none" lIns="0" tIns="0" rIns="0" bIns="0" rtlCol="0">
            <a:spAutoFit/>
          </a:bodyPr>
          <a:lstStyle/>
          <a:p>
            <a:pPr marL="0" marR="0" indent="0" algn="l" defTabSz="1088558" rtl="0" eaLnBrk="1" fontAlgn="auto" latinLnBrk="0" hangingPunct="1">
              <a:lnSpc>
                <a:spcPct val="100000"/>
              </a:lnSpc>
              <a:spcBef>
                <a:spcPts val="0"/>
              </a:spcBef>
              <a:spcAft>
                <a:spcPts val="0"/>
              </a:spcAft>
              <a:buClr>
                <a:schemeClr val="tx1"/>
              </a:buClr>
              <a:buSzTx/>
              <a:buFont typeface="Arial" pitchFamily="34" charset="0"/>
              <a:buNone/>
              <a:tabLst/>
              <a:defRPr/>
            </a:pPr>
            <a:r>
              <a:rPr kumimoji="0" lang="en-US" sz="600" b="0" i="0" u="none" kern="0" baseline="0">
                <a:solidFill>
                  <a:schemeClr val="tx1"/>
                </a:solidFill>
                <a:latin typeface="Arial"/>
                <a:ea typeface="Arial Unicode MS"/>
                <a:cs typeface="Arial Unicode MS" pitchFamily="34" charset="-128"/>
                <a:sym typeface="Arial"/>
              </a:rPr>
              <a:t>INTERNAL</a:t>
            </a:r>
            <a:endParaRPr kumimoji="0" lang="en-US" sz="600" b="0" i="0" u="none" kern="0" baseline="0" dirty="0">
              <a:solidFill>
                <a:schemeClr val="tx1"/>
              </a:solidFill>
              <a:latin typeface="Arial"/>
              <a:ea typeface="Arial Unicode MS"/>
              <a:cs typeface="Arial Unicode MS" pitchFamily="34" charset="-128"/>
              <a:sym typeface="Arial"/>
            </a:endParaRPr>
          </a:p>
        </p:txBody>
      </p:sp>
      <p:sp>
        <p:nvSpPr>
          <p:cNvPr id="10" name="Copyright"/>
          <p:cNvSpPr txBox="1"/>
          <p:nvPr userDrawn="1"/>
        </p:nvSpPr>
        <p:spPr bwMode="black">
          <a:xfrm>
            <a:off x="504001" y="6559834"/>
            <a:ext cx="2269679" cy="92333"/>
          </a:xfrm>
          <a:prstGeom prst="rect">
            <a:avLst/>
          </a:prstGeom>
          <a:noFill/>
        </p:spPr>
        <p:txBody>
          <a:bodyPr wrap="square" lIns="0" tIns="0" rIns="0" bIns="0" rtlCol="0">
            <a:spAutoFit/>
          </a:bodyPr>
          <a:lstStyle/>
          <a:p>
            <a:pPr marL="84121" marR="0" indent="-84121" algn="l" defTabSz="1088558" rtl="0" eaLnBrk="1" fontAlgn="auto" latinLnBrk="0" hangingPunct="1">
              <a:lnSpc>
                <a:spcPct val="100000"/>
              </a:lnSpc>
              <a:spcBef>
                <a:spcPts val="0"/>
              </a:spcBef>
              <a:spcAft>
                <a:spcPts val="0"/>
              </a:spcAft>
              <a:buClr>
                <a:schemeClr val="tx1"/>
              </a:buClr>
              <a:buSzTx/>
              <a:buFont typeface="Arial" pitchFamily="34" charset="0"/>
              <a:buChar char="©"/>
              <a:tabLst/>
              <a:defRPr/>
            </a:pPr>
            <a:r>
              <a:rPr lang="en-US" sz="600" noProof="0" dirty="0">
                <a:solidFill>
                  <a:schemeClr val="tx1"/>
                </a:solidFill>
              </a:rPr>
              <a:t>2017 SAP SE or an SAP affiliate company. All rights reserved.  </a:t>
            </a:r>
            <a:r>
              <a:rPr kumimoji="0" lang="en-US" sz="600" b="0" i="0" u="none" kern="0" baseline="0" dirty="0">
                <a:solidFill>
                  <a:schemeClr val="tx1"/>
                </a:solidFill>
                <a:latin typeface="Arial"/>
                <a:ea typeface="Arial Unicode MS"/>
                <a:cs typeface="Arial Unicode MS" pitchFamily="34" charset="-128"/>
                <a:sym typeface="Arial"/>
              </a:rPr>
              <a:t>ǀ</a:t>
            </a:r>
          </a:p>
        </p:txBody>
      </p:sp>
      <p:sp>
        <p:nvSpPr>
          <p:cNvPr id="3" name="Text Placeholder 2"/>
          <p:cNvSpPr>
            <a:spLocks noGrp="1"/>
          </p:cNvSpPr>
          <p:nvPr userDrawn="1">
            <p:ph type="body" idx="1"/>
          </p:nvPr>
        </p:nvSpPr>
        <p:spPr bwMode="gray">
          <a:xfrm>
            <a:off x="504001" y="1620000"/>
            <a:ext cx="11186476" cy="4230235"/>
          </a:xfrm>
          <a:prstGeom prst="rect">
            <a:avLst/>
          </a:prstGeom>
        </p:spPr>
        <p:txBody>
          <a:bodyPr vert="horz" lIns="0" tIns="0" rIns="0" bIns="0" rtlCol="0">
            <a:noAutofit/>
          </a:bodyPr>
          <a:lstStyle/>
          <a:p>
            <a:pPr lvl="0"/>
            <a:r>
              <a:rPr lang="en-US" noProof="0" dirty="0"/>
              <a:t>First level</a:t>
            </a:r>
          </a:p>
          <a:p>
            <a:pPr lvl="1"/>
            <a:r>
              <a:rPr lang="en-US" noProof="0" dirty="0"/>
              <a:t>Second level</a:t>
            </a:r>
          </a:p>
          <a:p>
            <a:pPr lvl="2"/>
            <a:r>
              <a:rPr lang="en-US" noProof="0" dirty="0"/>
              <a:t>Third level</a:t>
            </a:r>
          </a:p>
          <a:p>
            <a:pPr lvl="3"/>
            <a:r>
              <a:rPr lang="en-US" noProof="0" dirty="0"/>
              <a:t>Fourth level</a:t>
            </a:r>
          </a:p>
          <a:p>
            <a:pPr lvl="4"/>
            <a:r>
              <a:rPr lang="en-US" noProof="0" dirty="0"/>
              <a:t>Fifth level</a:t>
            </a:r>
          </a:p>
        </p:txBody>
      </p:sp>
      <p:sp>
        <p:nvSpPr>
          <p:cNvPr id="2" name="Title Placeholder 1"/>
          <p:cNvSpPr>
            <a:spLocks noGrp="1"/>
          </p:cNvSpPr>
          <p:nvPr userDrawn="1">
            <p:ph type="title"/>
          </p:nvPr>
        </p:nvSpPr>
        <p:spPr bwMode="gray">
          <a:xfrm>
            <a:off x="504001" y="504000"/>
            <a:ext cx="11186476" cy="369332"/>
          </a:xfrm>
          <a:prstGeom prst="rect">
            <a:avLst/>
          </a:prstGeom>
        </p:spPr>
        <p:txBody>
          <a:bodyPr vert="horz" wrap="square" lIns="0" tIns="0" rIns="0" bIns="0" rtlCol="0" anchor="t" anchorCtr="0">
            <a:spAutoFit/>
          </a:bodyPr>
          <a:lstStyle/>
          <a:p>
            <a:r>
              <a:rPr lang="en-US" noProof="0" dirty="0"/>
              <a:t>Insert page title (sentence case)</a:t>
            </a:r>
          </a:p>
        </p:txBody>
      </p:sp>
      <p:grpSp>
        <p:nvGrpSpPr>
          <p:cNvPr id="9" name="Secondary Motion Band"/>
          <p:cNvGrpSpPr/>
          <p:nvPr userDrawn="1"/>
        </p:nvGrpSpPr>
        <p:grpSpPr>
          <a:xfrm>
            <a:off x="10682127" y="0"/>
            <a:ext cx="1513048" cy="251942"/>
            <a:chOff x="10682127" y="0"/>
            <a:chExt cx="1513048" cy="252000"/>
          </a:xfrm>
        </p:grpSpPr>
        <p:sp>
          <p:nvSpPr>
            <p:cNvPr id="16" name="Rectangle 15"/>
            <p:cNvSpPr/>
            <p:nvPr userDrawn="1"/>
          </p:nvSpPr>
          <p:spPr bwMode="gray">
            <a:xfrm>
              <a:off x="11691175" y="0"/>
              <a:ext cx="504000" cy="252000"/>
            </a:xfrm>
            <a:prstGeom prst="rect">
              <a:avLst/>
            </a:prstGeom>
            <a:solidFill>
              <a:schemeClr val="accent1"/>
            </a:solidFill>
            <a:ln w="6350" algn="ctr">
              <a:noFill/>
              <a:miter lim="800000"/>
              <a:headEnd/>
              <a:tailEnd/>
            </a:ln>
          </p:spPr>
          <p:txBody>
            <a:bodyPr lIns="90000" tIns="72000" rIns="90000" bIns="72000" rtlCol="0" anchor="ctr"/>
            <a:lstStyle/>
            <a:p>
              <a:pPr marR="0" lvl="0" algn="ctr" defTabSz="914217" fontAlgn="base">
                <a:lnSpc>
                  <a:spcPct val="100000"/>
                </a:lnSpc>
                <a:spcBef>
                  <a:spcPct val="50000"/>
                </a:spcBef>
                <a:spcAft>
                  <a:spcPct val="0"/>
                </a:spcAft>
                <a:buClr>
                  <a:srgbClr val="F0AB00"/>
                </a:buClr>
                <a:buSzPct val="80000"/>
                <a:tabLst/>
              </a:pPr>
              <a:endParaRPr kumimoji="0" lang="en-US" sz="2000" b="0" i="0" u="none" strike="noStrike" kern="0" cap="none" spc="0" normalizeH="0" baseline="0" noProof="0" dirty="0" err="1">
                <a:ln>
                  <a:noFill/>
                </a:ln>
                <a:effectLst/>
                <a:uLnTx/>
                <a:uFillTx/>
                <a:ea typeface="Arial Unicode MS" pitchFamily="34" charset="-128"/>
                <a:cs typeface="Arial Unicode MS" pitchFamily="34" charset="-128"/>
              </a:endParaRPr>
            </a:p>
          </p:txBody>
        </p:sp>
        <p:sp>
          <p:nvSpPr>
            <p:cNvPr id="17" name="Rectangle 16"/>
            <p:cNvSpPr/>
            <p:nvPr userDrawn="1"/>
          </p:nvSpPr>
          <p:spPr bwMode="gray">
            <a:xfrm>
              <a:off x="11186476" y="0"/>
              <a:ext cx="504000" cy="252000"/>
            </a:xfrm>
            <a:prstGeom prst="rect">
              <a:avLst/>
            </a:prstGeom>
            <a:solidFill>
              <a:schemeClr val="accent1">
                <a:alpha val="70000"/>
              </a:schemeClr>
            </a:solidFill>
            <a:ln w="6350" algn="ctr">
              <a:noFill/>
              <a:miter lim="800000"/>
              <a:headEnd/>
              <a:tailEnd/>
            </a:ln>
          </p:spPr>
          <p:txBody>
            <a:bodyPr lIns="90000" tIns="72000" rIns="90000" bIns="72000" rtlCol="0" anchor="ctr"/>
            <a:lstStyle/>
            <a:p>
              <a:pPr marR="0" lvl="0" algn="ctr" defTabSz="914217" fontAlgn="base">
                <a:lnSpc>
                  <a:spcPct val="100000"/>
                </a:lnSpc>
                <a:spcBef>
                  <a:spcPct val="50000"/>
                </a:spcBef>
                <a:spcAft>
                  <a:spcPct val="0"/>
                </a:spcAft>
                <a:buClr>
                  <a:srgbClr val="F0AB00"/>
                </a:buClr>
                <a:buSzPct val="80000"/>
                <a:tabLst/>
              </a:pPr>
              <a:endParaRPr kumimoji="0" lang="en-US" sz="2000" b="0" i="0" u="none" strike="noStrike" kern="0" cap="none" spc="0" normalizeH="0" baseline="0" noProof="0" dirty="0" err="1">
                <a:ln>
                  <a:noFill/>
                </a:ln>
                <a:effectLst/>
                <a:uLnTx/>
                <a:uFillTx/>
                <a:ea typeface="Arial Unicode MS" pitchFamily="34" charset="-128"/>
                <a:cs typeface="Arial Unicode MS" pitchFamily="34" charset="-128"/>
              </a:endParaRPr>
            </a:p>
          </p:txBody>
        </p:sp>
        <p:sp>
          <p:nvSpPr>
            <p:cNvPr id="18" name="Rectangle 17"/>
            <p:cNvSpPr/>
            <p:nvPr userDrawn="1"/>
          </p:nvSpPr>
          <p:spPr bwMode="gray">
            <a:xfrm>
              <a:off x="10682127" y="0"/>
              <a:ext cx="504000" cy="252000"/>
            </a:xfrm>
            <a:prstGeom prst="rect">
              <a:avLst/>
            </a:prstGeom>
            <a:solidFill>
              <a:schemeClr val="accent1">
                <a:alpha val="40000"/>
              </a:schemeClr>
            </a:solidFill>
            <a:ln w="6350" algn="ctr">
              <a:noFill/>
              <a:miter lim="800000"/>
              <a:headEnd/>
              <a:tailEnd/>
            </a:ln>
          </p:spPr>
          <p:txBody>
            <a:bodyPr lIns="90000" tIns="72000" rIns="90000" bIns="72000" rtlCol="0" anchor="ctr"/>
            <a:lstStyle/>
            <a:p>
              <a:pPr marR="0" lvl="0" algn="ctr" defTabSz="914217" fontAlgn="base">
                <a:lnSpc>
                  <a:spcPct val="100000"/>
                </a:lnSpc>
                <a:spcBef>
                  <a:spcPct val="50000"/>
                </a:spcBef>
                <a:spcAft>
                  <a:spcPct val="0"/>
                </a:spcAft>
                <a:buClr>
                  <a:srgbClr val="F0AB00"/>
                </a:buClr>
                <a:buSzPct val="80000"/>
                <a:tabLst/>
              </a:pPr>
              <a:endParaRPr kumimoji="0" lang="en-US" sz="2000" b="0" i="0" u="none" strike="noStrike" kern="0" cap="none" spc="0" normalizeH="0" baseline="0" noProof="0" dirty="0" err="1">
                <a:ln>
                  <a:noFill/>
                </a:ln>
                <a:effectLst/>
                <a:uLnTx/>
                <a:uFillTx/>
                <a:ea typeface="Arial Unicode MS" pitchFamily="34" charset="-128"/>
                <a:cs typeface="Arial Unicode MS" pitchFamily="34" charset="-128"/>
              </a:endParaRPr>
            </a:p>
          </p:txBody>
        </p:sp>
      </p:grpSp>
    </p:spTree>
    <p:extLst>
      <p:ext uri="{BB962C8B-B14F-4D97-AF65-F5344CB8AC3E}">
        <p14:creationId xmlns:p14="http://schemas.microsoft.com/office/powerpoint/2010/main" val="3408294523"/>
      </p:ext>
    </p:extLst>
  </p:cSld>
  <p:clrMap bg1="lt1" tx1="dk1" bg2="lt2" tx2="dk2" accent1="accent1" accent2="accent2" accent3="accent3" accent4="accent4" accent5="accent5" accent6="accent6" hlink="hlink" folHlink="folHlink"/>
  <p:sldLayoutIdLst>
    <p:sldLayoutId id="2147483772" r:id="rId1"/>
    <p:sldLayoutId id="2147483776" r:id="rId2"/>
    <p:sldLayoutId id="2147483773" r:id="rId3"/>
    <p:sldLayoutId id="2147483775" r:id="rId4"/>
    <p:sldLayoutId id="2147483741" r:id="rId5"/>
    <p:sldLayoutId id="2147483765" r:id="rId6"/>
    <p:sldLayoutId id="2147483767" r:id="rId7"/>
    <p:sldLayoutId id="2147483743" r:id="rId8"/>
    <p:sldLayoutId id="2147483774" r:id="rId9"/>
    <p:sldLayoutId id="2147483745" r:id="rId10"/>
    <p:sldLayoutId id="2147483760" r:id="rId11"/>
    <p:sldLayoutId id="2147483768" r:id="rId12"/>
    <p:sldLayoutId id="2147483769" r:id="rId13"/>
    <p:sldLayoutId id="2147483770" r:id="rId14"/>
    <p:sldLayoutId id="2147483744" r:id="rId15"/>
    <p:sldLayoutId id="2147483757" r:id="rId16"/>
    <p:sldLayoutId id="2147483748" r:id="rId17"/>
    <p:sldLayoutId id="2147483762" r:id="rId18"/>
    <p:sldLayoutId id="2147483771" r:id="rId19"/>
    <p:sldLayoutId id="2147483763" r:id="rId20"/>
    <p:sldLayoutId id="2147483751" r:id="rId21"/>
    <p:sldLayoutId id="2147483753" r:id="rId22"/>
    <p:sldLayoutId id="2147483756" r:id="rId23"/>
    <p:sldLayoutId id="2147483740" r:id="rId24"/>
    <p:sldLayoutId id="2147483754" r:id="rId25"/>
    <p:sldLayoutId id="2147483755" r:id="rId26"/>
  </p:sldLayoutIdLst>
  <p:hf hdr="0" ftr="0" dt="0"/>
  <p:txStyles>
    <p:titleStyle>
      <a:lvl1pPr algn="l" defTabSz="1088558" rtl="0" eaLnBrk="1" latinLnBrk="0" hangingPunct="1">
        <a:spcBef>
          <a:spcPct val="0"/>
        </a:spcBef>
        <a:buNone/>
        <a:defRPr sz="2400" b="1" kern="1200" baseline="0">
          <a:solidFill>
            <a:schemeClr val="tx1"/>
          </a:solidFill>
          <a:latin typeface="+mj-lt"/>
          <a:ea typeface="+mj-ea"/>
          <a:cs typeface="+mj-cs"/>
        </a:defRPr>
      </a:lvl1pPr>
    </p:titleStyle>
    <p:bodyStyle>
      <a:lvl1pPr marL="0" indent="0" algn="l" defTabSz="1088558" rtl="0" eaLnBrk="1" latinLnBrk="0" hangingPunct="1">
        <a:spcBef>
          <a:spcPts val="1800"/>
        </a:spcBef>
        <a:buClr>
          <a:schemeClr val="accent1"/>
        </a:buClr>
        <a:buSzPct val="80000"/>
        <a:buFontTx/>
        <a:buNone/>
        <a:defRPr sz="2000" b="0" kern="1200">
          <a:solidFill>
            <a:schemeClr val="tx1"/>
          </a:solidFill>
          <a:latin typeface="+mn-lt"/>
          <a:ea typeface="+mn-ea"/>
          <a:cs typeface="+mn-cs"/>
        </a:defRPr>
      </a:lvl1pPr>
      <a:lvl2pPr marL="179964" indent="-179964" algn="l" defTabSz="1088558" rtl="0" eaLnBrk="1" latinLnBrk="0" hangingPunct="1">
        <a:spcBef>
          <a:spcPts val="600"/>
        </a:spcBef>
        <a:buClr>
          <a:schemeClr val="accent1"/>
        </a:buClr>
        <a:buSzPct val="100000"/>
        <a:buFont typeface="Wingdings" pitchFamily="2" charset="2"/>
        <a:buChar char="§"/>
        <a:defRPr sz="1800" kern="1200">
          <a:solidFill>
            <a:schemeClr val="tx1"/>
          </a:solidFill>
          <a:latin typeface="+mn-lt"/>
          <a:ea typeface="+mn-ea"/>
          <a:cs typeface="+mn-cs"/>
        </a:defRPr>
      </a:lvl2pPr>
      <a:lvl3pPr marL="358775" indent="-179388" algn="l" defTabSz="1088558" rtl="0" eaLnBrk="1" latinLnBrk="0" hangingPunct="1">
        <a:spcBef>
          <a:spcPts val="300"/>
        </a:spcBef>
        <a:buClr>
          <a:schemeClr val="tx1"/>
        </a:buClr>
        <a:buSzPct val="100000"/>
        <a:buFont typeface="Arial" panose="020B0604020202020204" pitchFamily="34" charset="0"/>
        <a:buChar char="–"/>
        <a:defRPr lang="en-US" sz="1800" kern="1200" noProof="0" dirty="0" smtClean="0">
          <a:solidFill>
            <a:schemeClr val="tx1"/>
          </a:solidFill>
          <a:latin typeface="+mn-lt"/>
          <a:ea typeface="+mn-ea"/>
          <a:cs typeface="+mn-cs"/>
        </a:defRPr>
      </a:lvl3pPr>
      <a:lvl4pPr marL="539892" indent="-179964" algn="l" defTabSz="1088558" rtl="0" eaLnBrk="1" latinLnBrk="0" hangingPunct="1">
        <a:spcBef>
          <a:spcPts val="300"/>
        </a:spcBef>
        <a:buClr>
          <a:schemeClr val="tx1"/>
        </a:buClr>
        <a:buSzPct val="120000"/>
        <a:buFont typeface="Arial" pitchFamily="34" charset="0"/>
        <a:buChar char="▫"/>
        <a:defRPr sz="1600" kern="1200">
          <a:solidFill>
            <a:schemeClr val="tx1"/>
          </a:solidFill>
          <a:latin typeface="+mn-lt"/>
          <a:ea typeface="+mn-ea"/>
          <a:cs typeface="+mn-cs"/>
        </a:defRPr>
      </a:lvl4pPr>
      <a:lvl5pPr marL="719856" indent="-179964" algn="l" defTabSz="1088558" rtl="0" eaLnBrk="1" latinLnBrk="0" hangingPunct="1">
        <a:spcBef>
          <a:spcPts val="100"/>
        </a:spcBef>
        <a:buClr>
          <a:schemeClr val="tx1"/>
        </a:buClr>
        <a:buSzPct val="100000"/>
        <a:buFont typeface="Symbol" panose="05050102010706020507" pitchFamily="18" charset="2"/>
        <a:buChar char="-"/>
        <a:defRPr sz="1400" kern="1200" baseline="0">
          <a:solidFill>
            <a:schemeClr val="tx1"/>
          </a:solidFill>
          <a:latin typeface="+mn-lt"/>
          <a:ea typeface="+mn-ea"/>
          <a:cs typeface="+mn-cs"/>
        </a:defRPr>
      </a:lvl5pPr>
      <a:lvl6pPr marL="2993535" indent="-272140" algn="l" defTabSz="1088558" rtl="0" eaLnBrk="1" latinLnBrk="0" hangingPunct="1">
        <a:spcBef>
          <a:spcPct val="20000"/>
        </a:spcBef>
        <a:buFont typeface="Arial" pitchFamily="34" charset="0"/>
        <a:buChar char="•"/>
        <a:defRPr sz="2400" kern="1200">
          <a:solidFill>
            <a:schemeClr val="tx1"/>
          </a:solidFill>
          <a:latin typeface="+mn-lt"/>
          <a:ea typeface="+mn-ea"/>
          <a:cs typeface="+mn-cs"/>
        </a:defRPr>
      </a:lvl6pPr>
      <a:lvl7pPr marL="3537814" indent="-272140" algn="l" defTabSz="1088558" rtl="0" eaLnBrk="1" latinLnBrk="0" hangingPunct="1">
        <a:spcBef>
          <a:spcPct val="20000"/>
        </a:spcBef>
        <a:buFont typeface="Arial" pitchFamily="34" charset="0"/>
        <a:buChar char="•"/>
        <a:defRPr sz="2400" kern="1200">
          <a:solidFill>
            <a:schemeClr val="tx1"/>
          </a:solidFill>
          <a:latin typeface="+mn-lt"/>
          <a:ea typeface="+mn-ea"/>
          <a:cs typeface="+mn-cs"/>
        </a:defRPr>
      </a:lvl7pPr>
      <a:lvl8pPr marL="4082093" indent="-272140" algn="l" defTabSz="1088558" rtl="0" eaLnBrk="1" latinLnBrk="0" hangingPunct="1">
        <a:spcBef>
          <a:spcPct val="20000"/>
        </a:spcBef>
        <a:buFont typeface="Arial" pitchFamily="34" charset="0"/>
        <a:buChar char="•"/>
        <a:defRPr sz="2400" kern="1200">
          <a:solidFill>
            <a:schemeClr val="tx1"/>
          </a:solidFill>
          <a:latin typeface="+mn-lt"/>
          <a:ea typeface="+mn-ea"/>
          <a:cs typeface="+mn-cs"/>
        </a:defRPr>
      </a:lvl8pPr>
      <a:lvl9pPr marL="4626373" indent="-272140" algn="l" defTabSz="1088558" rtl="0" eaLnBrk="1" latinLnBrk="0" hangingPunct="1">
        <a:spcBef>
          <a:spcPct val="20000"/>
        </a:spcBef>
        <a:buFont typeface="Arial" pitchFamily="34" charset="0"/>
        <a:buChar char="•"/>
        <a:defRPr sz="2400" kern="1200">
          <a:solidFill>
            <a:schemeClr val="tx1"/>
          </a:solidFill>
          <a:latin typeface="+mn-lt"/>
          <a:ea typeface="+mn-ea"/>
          <a:cs typeface="+mn-cs"/>
        </a:defRPr>
      </a:lvl9pPr>
    </p:bodyStyle>
    <p:otherStyle>
      <a:defPPr>
        <a:defRPr lang="de-DE"/>
      </a:defPPr>
      <a:lvl1pPr marL="0" algn="l" defTabSz="1088558" rtl="0" eaLnBrk="1" latinLnBrk="0" hangingPunct="1">
        <a:defRPr sz="2100" kern="1200">
          <a:solidFill>
            <a:schemeClr val="tx1"/>
          </a:solidFill>
          <a:latin typeface="+mn-lt"/>
          <a:ea typeface="+mn-ea"/>
          <a:cs typeface="+mn-cs"/>
        </a:defRPr>
      </a:lvl1pPr>
      <a:lvl2pPr marL="544279" algn="l" defTabSz="1088558" rtl="0" eaLnBrk="1" latinLnBrk="0" hangingPunct="1">
        <a:defRPr sz="2100" kern="1200">
          <a:solidFill>
            <a:schemeClr val="tx1"/>
          </a:solidFill>
          <a:latin typeface="+mn-lt"/>
          <a:ea typeface="+mn-ea"/>
          <a:cs typeface="+mn-cs"/>
        </a:defRPr>
      </a:lvl2pPr>
      <a:lvl3pPr marL="1088558" algn="l" defTabSz="1088558" rtl="0" eaLnBrk="1" latinLnBrk="0" hangingPunct="1">
        <a:defRPr sz="2100" kern="1200">
          <a:solidFill>
            <a:schemeClr val="tx1"/>
          </a:solidFill>
          <a:latin typeface="+mn-lt"/>
          <a:ea typeface="+mn-ea"/>
          <a:cs typeface="+mn-cs"/>
        </a:defRPr>
      </a:lvl3pPr>
      <a:lvl4pPr marL="1632837" algn="l" defTabSz="1088558" rtl="0" eaLnBrk="1" latinLnBrk="0" hangingPunct="1">
        <a:defRPr sz="2100" kern="1200">
          <a:solidFill>
            <a:schemeClr val="tx1"/>
          </a:solidFill>
          <a:latin typeface="+mn-lt"/>
          <a:ea typeface="+mn-ea"/>
          <a:cs typeface="+mn-cs"/>
        </a:defRPr>
      </a:lvl4pPr>
      <a:lvl5pPr marL="2177116" algn="l" defTabSz="1088558" rtl="0" eaLnBrk="1" latinLnBrk="0" hangingPunct="1">
        <a:defRPr sz="2100" kern="1200">
          <a:solidFill>
            <a:schemeClr val="tx1"/>
          </a:solidFill>
          <a:latin typeface="+mn-lt"/>
          <a:ea typeface="+mn-ea"/>
          <a:cs typeface="+mn-cs"/>
        </a:defRPr>
      </a:lvl5pPr>
      <a:lvl6pPr marL="2721396" algn="l" defTabSz="1088558" rtl="0" eaLnBrk="1" latinLnBrk="0" hangingPunct="1">
        <a:defRPr sz="2100" kern="1200">
          <a:solidFill>
            <a:schemeClr val="tx1"/>
          </a:solidFill>
          <a:latin typeface="+mn-lt"/>
          <a:ea typeface="+mn-ea"/>
          <a:cs typeface="+mn-cs"/>
        </a:defRPr>
      </a:lvl6pPr>
      <a:lvl7pPr marL="3265675" algn="l" defTabSz="1088558" rtl="0" eaLnBrk="1" latinLnBrk="0" hangingPunct="1">
        <a:defRPr sz="2100" kern="1200">
          <a:solidFill>
            <a:schemeClr val="tx1"/>
          </a:solidFill>
          <a:latin typeface="+mn-lt"/>
          <a:ea typeface="+mn-ea"/>
          <a:cs typeface="+mn-cs"/>
        </a:defRPr>
      </a:lvl7pPr>
      <a:lvl8pPr marL="3809954" algn="l" defTabSz="1088558" rtl="0" eaLnBrk="1" latinLnBrk="0" hangingPunct="1">
        <a:defRPr sz="2100" kern="1200">
          <a:solidFill>
            <a:schemeClr val="tx1"/>
          </a:solidFill>
          <a:latin typeface="+mn-lt"/>
          <a:ea typeface="+mn-ea"/>
          <a:cs typeface="+mn-cs"/>
        </a:defRPr>
      </a:lvl8pPr>
      <a:lvl9pPr marL="4354233" algn="l" defTabSz="1088558" rtl="0" eaLnBrk="1" latinLnBrk="0" hangingPunct="1">
        <a:defRPr sz="2100" kern="1200">
          <a:solidFill>
            <a:schemeClr val="tx1"/>
          </a:solidFill>
          <a:latin typeface="+mn-lt"/>
          <a:ea typeface="+mn-ea"/>
          <a:cs typeface="+mn-cs"/>
        </a:defRPr>
      </a:lvl9pPr>
    </p:otherStyle>
  </p:txStyles>
  <p:extLst>
    <p:ext uri="{27BBF7A9-308A-43DC-89C8-2F10F3537804}">
      <p15:sldGuideLst xmlns:p15="http://schemas.microsoft.com/office/powerpoint/2012/main"/>
    </p:ext>
  </p:extLst>
</p:sldMaster>
</file>

<file path=ppt/slides/_rels/slide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2.xml.rels><?xml version="1.0" encoding="UTF-8" standalone="yes"?>
<Relationships xmlns="http://schemas.openxmlformats.org/package/2006/relationships"><Relationship Id="rId8" Type="http://schemas.openxmlformats.org/officeDocument/2006/relationships/image" Target="../media/image9.svg"/><Relationship Id="rId3" Type="http://schemas.openxmlformats.org/officeDocument/2006/relationships/image" Target="../media/image4.png"/><Relationship Id="rId7" Type="http://schemas.openxmlformats.org/officeDocument/2006/relationships/image" Target="../media/image8.png"/><Relationship Id="rId12" Type="http://schemas.openxmlformats.org/officeDocument/2006/relationships/image" Target="../media/image13.svg"/><Relationship Id="rId2" Type="http://schemas.openxmlformats.org/officeDocument/2006/relationships/notesSlide" Target="../notesSlides/notesSlide2.xml"/><Relationship Id="rId1" Type="http://schemas.openxmlformats.org/officeDocument/2006/relationships/slideLayout" Target="../slideLayouts/slideLayout8.xml"/><Relationship Id="rId6" Type="http://schemas.openxmlformats.org/officeDocument/2006/relationships/image" Target="../media/image7.svg"/><Relationship Id="rId11" Type="http://schemas.openxmlformats.org/officeDocument/2006/relationships/image" Target="../media/image12.png"/><Relationship Id="rId5" Type="http://schemas.openxmlformats.org/officeDocument/2006/relationships/image" Target="../media/image6.png"/><Relationship Id="rId10" Type="http://schemas.openxmlformats.org/officeDocument/2006/relationships/image" Target="../media/image11.svg"/><Relationship Id="rId4" Type="http://schemas.openxmlformats.org/officeDocument/2006/relationships/image" Target="../media/image5.svg"/><Relationship Id="rId9" Type="http://schemas.openxmlformats.org/officeDocument/2006/relationships/image" Target="../media/image10.png"/></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8.xml"/></Relationships>
</file>

<file path=ppt/slides/_rels/slide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4.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5.xml.rels><?xml version="1.0" encoding="UTF-8" standalone="yes"?>
<Relationships xmlns="http://schemas.openxmlformats.org/package/2006/relationships"><Relationship Id="rId8" Type="http://schemas.microsoft.com/office/2007/relationships/hdphoto" Target="../media/hdphoto1.wdp"/><Relationship Id="rId3" Type="http://schemas.openxmlformats.org/officeDocument/2006/relationships/image" Target="../media/image14.png"/><Relationship Id="rId7" Type="http://schemas.openxmlformats.org/officeDocument/2006/relationships/image" Target="../media/image18.png"/><Relationship Id="rId2" Type="http://schemas.openxmlformats.org/officeDocument/2006/relationships/notesSlide" Target="../notesSlides/notesSlide5.xml"/><Relationship Id="rId1" Type="http://schemas.openxmlformats.org/officeDocument/2006/relationships/slideLayout" Target="../slideLayouts/slideLayout5.xml"/><Relationship Id="rId6" Type="http://schemas.openxmlformats.org/officeDocument/2006/relationships/image" Target="../media/image17.svg"/><Relationship Id="rId5" Type="http://schemas.openxmlformats.org/officeDocument/2006/relationships/image" Target="../media/image16.png"/><Relationship Id="rId10" Type="http://schemas.microsoft.com/office/2007/relationships/hdphoto" Target="../media/hdphoto2.wdp"/><Relationship Id="rId4" Type="http://schemas.openxmlformats.org/officeDocument/2006/relationships/image" Target="../media/image15.svg"/><Relationship Id="rId9" Type="http://schemas.openxmlformats.org/officeDocument/2006/relationships/image" Target="../media/image19.png"/></Relationships>
</file>

<file path=ppt/slides/_rels/slide6.xml.rels><?xml version="1.0" encoding="UTF-8" standalone="yes"?>
<Relationships xmlns="http://schemas.openxmlformats.org/package/2006/relationships"><Relationship Id="rId2" Type="http://schemas.openxmlformats.org/officeDocument/2006/relationships/image" Target="../media/image20.png"/><Relationship Id="rId1" Type="http://schemas.openxmlformats.org/officeDocument/2006/relationships/slideLayout" Target="../slideLayouts/slideLayout5.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9.xml"/></Relationships>
</file>

<file path=ppt/slides/_rels/slide8.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7.xml"/><Relationship Id="rId1" Type="http://schemas.openxmlformats.org/officeDocument/2006/relationships/slideLayout" Target="../slideLayouts/slideLayout8.xml"/><Relationship Id="rId5" Type="http://schemas.openxmlformats.org/officeDocument/2006/relationships/hyperlink" Target="https://kubernetes.io/docs/concepts/configuration/pod-priority-preemption/" TargetMode="External"/><Relationship Id="rId4" Type="http://schemas.openxmlformats.org/officeDocument/2006/relationships/image" Target="../media/image22.png"/></Relationships>
</file>

<file path=ppt/slides/_rels/slide9.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8.xml"/><Relationship Id="rId1" Type="http://schemas.openxmlformats.org/officeDocument/2006/relationships/slideLayout" Target="../slideLayouts/slideLayout21.xml"/></Relationships>
</file>

<file path=ppt/slides/_rels/slide10.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9.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11.xml.rels><?xml version="1.0" encoding="UTF-8" standalone="yes"?>
<Relationships xmlns="http://schemas.openxmlformats.org/package/2006/relationships"><Relationship Id="rId3" Type="http://schemas.openxmlformats.org/officeDocument/2006/relationships/diagramData" Target="../diagrams/data1.xml"/><Relationship Id="rId7" Type="http://schemas.microsoft.com/office/2007/relationships/diagramDrawing" Target="../diagrams/drawing1.xml"/><Relationship Id="rId2" Type="http://schemas.openxmlformats.org/officeDocument/2006/relationships/notesSlide" Target="../notesSlides/notesSlide10.xml"/><Relationship Id="rId1" Type="http://schemas.openxmlformats.org/officeDocument/2006/relationships/slideLayout" Target="../slideLayouts/slideLayout9.xml"/><Relationship Id="rId6" Type="http://schemas.openxmlformats.org/officeDocument/2006/relationships/diagramColors" Target="../diagrams/colors1.xml"/><Relationship Id="rId5" Type="http://schemas.openxmlformats.org/officeDocument/2006/relationships/diagramQuickStyle" Target="../diagrams/quickStyle1.xml"/><Relationship Id="rId4" Type="http://schemas.openxmlformats.org/officeDocument/2006/relationships/diagramLayout" Target="../diagrams/layout1.xml"/></Relationships>
</file>

<file path=ppt/slides/_rels/slide12.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image" Target="../media/image24.png"/><Relationship Id="rId1" Type="http://schemas.openxmlformats.org/officeDocument/2006/relationships/slideLayout" Target="../slideLayouts/slideLayout9.xml"/></Relationships>
</file>

<file path=ppt/slides/_rels/slide13.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11.xml"/><Relationship Id="rId1" Type="http://schemas.openxmlformats.org/officeDocument/2006/relationships/slideLayout" Target="../slideLayouts/slideLayout5.xml"/></Relationships>
</file>

<file path=ppt/slides/_rels/slide1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2.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15.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notesSlide" Target="../notesSlides/notesSlide13.xml"/><Relationship Id="rId1" Type="http://schemas.openxmlformats.org/officeDocument/2006/relationships/slideLayout" Target="../slideLayouts/slideLayout5.xml"/><Relationship Id="rId4" Type="http://schemas.openxmlformats.org/officeDocument/2006/relationships/hyperlink" Target="https://xkcd.com/970/" TargetMode="External"/></Relationships>
</file>

<file path=ppt/slides/_rels/slide16.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14.xml"/><Relationship Id="rId1" Type="http://schemas.openxmlformats.org/officeDocument/2006/relationships/slideLayout" Target="../slideLayouts/slideLayout5.xml"/></Relationships>
</file>

<file path=ppt/slides/_rels/slide17.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15.xml"/><Relationship Id="rId1" Type="http://schemas.openxmlformats.org/officeDocument/2006/relationships/slideLayout" Target="../slideLayouts/slideLayout21.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5.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 Placeholder 4"/>
          <p:cNvSpPr>
            <a:spLocks noGrp="1"/>
          </p:cNvSpPr>
          <p:nvPr>
            <p:ph type="body" sz="quarter" idx="14"/>
          </p:nvPr>
        </p:nvSpPr>
        <p:spPr/>
        <p:txBody>
          <a:bodyPr/>
          <a:lstStyle/>
          <a:p>
            <a:r>
              <a:rPr lang="en-US" dirty="0"/>
              <a:t>Kubernetes</a:t>
            </a:r>
            <a:br>
              <a:rPr lang="en-US" dirty="0"/>
            </a:br>
            <a:r>
              <a:rPr lang="en-US" dirty="0" err="1">
                <a:solidFill>
                  <a:schemeClr val="accent1"/>
                </a:solidFill>
              </a:rPr>
              <a:t>DaemonSets</a:t>
            </a:r>
            <a:r>
              <a:rPr lang="en-US" dirty="0">
                <a:solidFill>
                  <a:schemeClr val="accent1"/>
                </a:solidFill>
              </a:rPr>
              <a:t> &amp; Jobs</a:t>
            </a:r>
          </a:p>
        </p:txBody>
      </p:sp>
      <p:pic>
        <p:nvPicPr>
          <p:cNvPr id="4" name="Picture 3" descr="cid:image003.png@01D31CC6.A08B1C50">
            <a:extLst>
              <a:ext uri="{FF2B5EF4-FFF2-40B4-BE49-F238E27FC236}">
                <a16:creationId xmlns:a16="http://schemas.microsoft.com/office/drawing/2014/main" id="{CE860390-F50F-48A8-AA1A-AE0217946FC1}"/>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0780712" y="5721975"/>
            <a:ext cx="1414463" cy="1136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7" name="Illustration" descr="Example of an illustration" title="Illustration for title slide">
            <a:extLst>
              <a:ext uri="{FF2B5EF4-FFF2-40B4-BE49-F238E27FC236}">
                <a16:creationId xmlns:a16="http://schemas.microsoft.com/office/drawing/2014/main" id="{CDBA1D1D-EB82-467B-BE26-980F1DC9F7E9}"/>
              </a:ext>
            </a:extLst>
          </p:cNvPr>
          <p:cNvPicPr>
            <a:picLocks noGrp="1" noChangeAspect="1"/>
          </p:cNvPicPr>
          <p:nvPr>
            <p:ph type="pic" sz="quarter" idx="12"/>
          </p:nvPr>
        </p:nvPicPr>
        <p:blipFill>
          <a:blip r:embed="rId4"/>
          <a:srcRect t="3112" b="3112"/>
          <a:stretch>
            <a:fillRect/>
          </a:stretch>
        </p:blipFill>
        <p:spPr bwMode="gray">
          <a:xfrm>
            <a:off x="0" y="0"/>
            <a:ext cx="12195174" cy="3430006"/>
          </a:xfrm>
        </p:spPr>
      </p:pic>
    </p:spTree>
    <p:extLst>
      <p:ext uri="{BB962C8B-B14F-4D97-AF65-F5344CB8AC3E}">
        <p14:creationId xmlns:p14="http://schemas.microsoft.com/office/powerpoint/2010/main" val="163878110"/>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Rectangle: Rounded Corners 24">
            <a:extLst>
              <a:ext uri="{FF2B5EF4-FFF2-40B4-BE49-F238E27FC236}">
                <a16:creationId xmlns:a16="http://schemas.microsoft.com/office/drawing/2014/main" id="{557E297D-7B46-446E-B019-BAB0A8F143BB}"/>
              </a:ext>
            </a:extLst>
          </p:cNvPr>
          <p:cNvSpPr/>
          <p:nvPr/>
        </p:nvSpPr>
        <p:spPr bwMode="gray">
          <a:xfrm>
            <a:off x="602460" y="1696296"/>
            <a:ext cx="3184843" cy="3948366"/>
          </a:xfrm>
          <a:prstGeom prst="roundRect">
            <a:avLst/>
          </a:prstGeom>
          <a:ln>
            <a:headEnd/>
            <a:tailEnd/>
          </a:ln>
        </p:spPr>
        <p:style>
          <a:lnRef idx="2">
            <a:schemeClr val="accent2"/>
          </a:lnRef>
          <a:fillRef idx="1">
            <a:schemeClr val="lt1"/>
          </a:fillRef>
          <a:effectRef idx="0">
            <a:schemeClr val="accent2"/>
          </a:effectRef>
          <a:fontRef idx="minor">
            <a:schemeClr val="dk1"/>
          </a:fontRef>
        </p:style>
        <p:txBody>
          <a:bodyPr lIns="90000" tIns="72000" rIns="90000" bIns="72000" rtlCol="0" anchor="t"/>
          <a:lstStyle/>
          <a:p>
            <a:pPr marR="0" algn="ctr" defTabSz="914400" eaLnBrk="1" fontAlgn="base" latinLnBrk="0" hangingPunct="1">
              <a:lnSpc>
                <a:spcPct val="100000"/>
              </a:lnSpc>
              <a:spcBef>
                <a:spcPct val="50000"/>
              </a:spcBef>
              <a:spcAft>
                <a:spcPct val="0"/>
              </a:spcAft>
              <a:buClr>
                <a:srgbClr val="F0AB00"/>
              </a:buClr>
              <a:buSzPct val="80000"/>
              <a:tabLst/>
            </a:pPr>
            <a:r>
              <a:rPr kumimoji="0" lang="en-US" sz="2000" b="1" i="0" u="none" strike="noStrike" kern="0" cap="none" spc="0" normalizeH="0" baseline="0" noProof="0" dirty="0" err="1">
                <a:ln>
                  <a:noFill/>
                </a:ln>
                <a:effectLst/>
                <a:uLnTx/>
                <a:uFillTx/>
                <a:ea typeface="Arial Unicode MS" pitchFamily="34" charset="-128"/>
                <a:cs typeface="Arial Unicode MS" pitchFamily="34" charset="-128"/>
              </a:rPr>
              <a:t>CronJob</a:t>
            </a:r>
            <a:endParaRPr kumimoji="0" lang="en-US" sz="2000" b="1" i="0" u="none" strike="noStrike" kern="0" cap="none" spc="0" normalizeH="0" baseline="0" noProof="0" dirty="0">
              <a:ln>
                <a:noFill/>
              </a:ln>
              <a:effectLst/>
              <a:uLnTx/>
              <a:uFillTx/>
              <a:ea typeface="Arial Unicode MS" pitchFamily="34" charset="-128"/>
              <a:cs typeface="Arial Unicode MS" pitchFamily="34" charset="-128"/>
            </a:endParaRPr>
          </a:p>
        </p:txBody>
      </p:sp>
      <p:sp>
        <p:nvSpPr>
          <p:cNvPr id="17" name="Rectangle: Rounded Corners 16">
            <a:extLst>
              <a:ext uri="{FF2B5EF4-FFF2-40B4-BE49-F238E27FC236}">
                <a16:creationId xmlns:a16="http://schemas.microsoft.com/office/drawing/2014/main" id="{7708F0DC-E3E8-41CB-9B4E-C99E440BD9B2}"/>
              </a:ext>
            </a:extLst>
          </p:cNvPr>
          <p:cNvSpPr/>
          <p:nvPr/>
        </p:nvSpPr>
        <p:spPr bwMode="gray">
          <a:xfrm>
            <a:off x="725477" y="2428182"/>
            <a:ext cx="2949776" cy="1978268"/>
          </a:xfrm>
          <a:prstGeom prst="roundRect">
            <a:avLst/>
          </a:prstGeom>
          <a:solidFill>
            <a:schemeClr val="accent1">
              <a:lumMod val="60000"/>
              <a:lumOff val="40000"/>
            </a:schemeClr>
          </a:solidFill>
          <a:ln w="6350" algn="ctr">
            <a:noFill/>
            <a:miter lim="800000"/>
            <a:headEnd/>
            <a:tailEnd/>
          </a:ln>
        </p:spPr>
        <p:txBody>
          <a:bodyPr lIns="90000" tIns="72000" rIns="90000" bIns="72000" rtlCol="0" anchor="t"/>
          <a:lstStyle/>
          <a:p>
            <a:pPr marR="0" algn="ctr" defTabSz="914400" eaLnBrk="1" fontAlgn="base" latinLnBrk="0" hangingPunct="1">
              <a:lnSpc>
                <a:spcPct val="100000"/>
              </a:lnSpc>
              <a:spcBef>
                <a:spcPct val="50000"/>
              </a:spcBef>
              <a:spcAft>
                <a:spcPct val="0"/>
              </a:spcAft>
              <a:buClr>
                <a:srgbClr val="F0AB00"/>
              </a:buClr>
              <a:buSzPct val="80000"/>
              <a:tabLst/>
            </a:pPr>
            <a:r>
              <a:rPr kumimoji="0" lang="en-US" sz="2000" b="1" i="0" u="none" strike="noStrike" kern="0" cap="none" spc="0" normalizeH="0" baseline="0" noProof="0" dirty="0">
                <a:ln>
                  <a:noFill/>
                </a:ln>
                <a:effectLst/>
                <a:uLnTx/>
                <a:uFillTx/>
                <a:ea typeface="Arial Unicode MS" pitchFamily="34" charset="-128"/>
                <a:cs typeface="Arial Unicode MS" pitchFamily="34" charset="-128"/>
              </a:rPr>
              <a:t>Job</a:t>
            </a:r>
          </a:p>
        </p:txBody>
      </p:sp>
      <p:sp>
        <p:nvSpPr>
          <p:cNvPr id="2" name="Title 1">
            <a:extLst>
              <a:ext uri="{FF2B5EF4-FFF2-40B4-BE49-F238E27FC236}">
                <a16:creationId xmlns:a16="http://schemas.microsoft.com/office/drawing/2014/main" id="{79A3867E-5C44-4F73-A818-77DC474E4F16}"/>
              </a:ext>
            </a:extLst>
          </p:cNvPr>
          <p:cNvSpPr>
            <a:spLocks noGrp="1"/>
          </p:cNvSpPr>
          <p:nvPr>
            <p:ph type="title"/>
          </p:nvPr>
        </p:nvSpPr>
        <p:spPr/>
        <p:txBody>
          <a:bodyPr/>
          <a:lstStyle/>
          <a:p>
            <a:r>
              <a:rPr lang="en-US" dirty="0"/>
              <a:t>Job &amp; </a:t>
            </a:r>
            <a:r>
              <a:rPr lang="en-US" dirty="0" err="1"/>
              <a:t>CronJob</a:t>
            </a:r>
            <a:endParaRPr lang="en-US" dirty="0"/>
          </a:p>
        </p:txBody>
      </p:sp>
      <p:pic>
        <p:nvPicPr>
          <p:cNvPr id="5" name="Graphic 4" descr="Alarm Clock">
            <a:extLst>
              <a:ext uri="{FF2B5EF4-FFF2-40B4-BE49-F238E27FC236}">
                <a16:creationId xmlns:a16="http://schemas.microsoft.com/office/drawing/2014/main" id="{044084AF-52CD-4D9B-9537-EAC3C1CB0209}"/>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218973" y="4484562"/>
            <a:ext cx="914400" cy="914400"/>
          </a:xfrm>
          <a:prstGeom prst="rect">
            <a:avLst/>
          </a:prstGeom>
        </p:spPr>
      </p:pic>
      <p:pic>
        <p:nvPicPr>
          <p:cNvPr id="7" name="Graphic 6" descr="Daily Calendar">
            <a:extLst>
              <a:ext uri="{FF2B5EF4-FFF2-40B4-BE49-F238E27FC236}">
                <a16:creationId xmlns:a16="http://schemas.microsoft.com/office/drawing/2014/main" id="{C574A738-D8EF-40D0-8B36-1FE7AC4C50B9}"/>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2194881" y="4484562"/>
            <a:ext cx="914400" cy="914400"/>
          </a:xfrm>
          <a:prstGeom prst="rect">
            <a:avLst/>
          </a:prstGeom>
        </p:spPr>
      </p:pic>
      <p:pic>
        <p:nvPicPr>
          <p:cNvPr id="9" name="Graphic 8" descr="Warning">
            <a:extLst>
              <a:ext uri="{FF2B5EF4-FFF2-40B4-BE49-F238E27FC236}">
                <a16:creationId xmlns:a16="http://schemas.microsoft.com/office/drawing/2014/main" id="{858368F5-DB96-4236-A0FA-F0ADEA234037}"/>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9453034" y="2062035"/>
            <a:ext cx="914400" cy="914400"/>
          </a:xfrm>
          <a:prstGeom prst="rect">
            <a:avLst/>
          </a:prstGeom>
        </p:spPr>
      </p:pic>
      <p:pic>
        <p:nvPicPr>
          <p:cNvPr id="11" name="Graphic 10" descr="Checkmark">
            <a:extLst>
              <a:ext uri="{FF2B5EF4-FFF2-40B4-BE49-F238E27FC236}">
                <a16:creationId xmlns:a16="http://schemas.microsoft.com/office/drawing/2014/main" id="{C313D2C8-090B-44A5-83A8-D9D1E57B73E1}"/>
              </a:ext>
            </a:extLst>
          </p:cNvPr>
          <p:cNvPicPr>
            <a:picLocks noChangeAspect="1"/>
          </p:cNvPicPr>
          <p:nvPr/>
        </p:nvPicPr>
        <p:blipFill>
          <a:blip r:embed="rId9">
            <a:extLst>
              <a:ext uri="{96DAC541-7B7A-43D3-8B79-37D633B846F1}">
                <asvg:svgBlip xmlns:asvg="http://schemas.microsoft.com/office/drawing/2016/SVG/main" r:embed="rId10"/>
              </a:ext>
            </a:extLst>
          </a:blip>
          <a:stretch>
            <a:fillRect/>
          </a:stretch>
        </p:blipFill>
        <p:spPr>
          <a:xfrm>
            <a:off x="9572978" y="4112311"/>
            <a:ext cx="914400" cy="914400"/>
          </a:xfrm>
          <a:prstGeom prst="rect">
            <a:avLst/>
          </a:prstGeom>
        </p:spPr>
      </p:pic>
      <p:pic>
        <p:nvPicPr>
          <p:cNvPr id="15" name="Graphic 14" descr="Arrow: Slight curve">
            <a:extLst>
              <a:ext uri="{FF2B5EF4-FFF2-40B4-BE49-F238E27FC236}">
                <a16:creationId xmlns:a16="http://schemas.microsoft.com/office/drawing/2014/main" id="{312A76A1-D589-4B37-83A2-DE70121C2383}"/>
              </a:ext>
            </a:extLst>
          </p:cNvPr>
          <p:cNvPicPr>
            <a:picLocks noChangeAspect="1"/>
          </p:cNvPicPr>
          <p:nvPr/>
        </p:nvPicPr>
        <p:blipFill>
          <a:blip r:embed="rId11">
            <a:extLst>
              <a:ext uri="{96DAC541-7B7A-43D3-8B79-37D633B846F1}">
                <asvg:svgBlip xmlns:asvg="http://schemas.microsoft.com/office/drawing/2016/SVG/main" r:embed="rId12"/>
              </a:ext>
            </a:extLst>
          </a:blip>
          <a:stretch>
            <a:fillRect/>
          </a:stretch>
        </p:blipFill>
        <p:spPr>
          <a:xfrm>
            <a:off x="3910320" y="2683084"/>
            <a:ext cx="1807237" cy="1807237"/>
          </a:xfrm>
          <a:prstGeom prst="rect">
            <a:avLst/>
          </a:prstGeom>
        </p:spPr>
      </p:pic>
      <p:sp>
        <p:nvSpPr>
          <p:cNvPr id="16" name="Rectangle 15">
            <a:extLst>
              <a:ext uri="{FF2B5EF4-FFF2-40B4-BE49-F238E27FC236}">
                <a16:creationId xmlns:a16="http://schemas.microsoft.com/office/drawing/2014/main" id="{FC7DAD24-7589-4286-BB49-360C4826BF00}"/>
              </a:ext>
            </a:extLst>
          </p:cNvPr>
          <p:cNvSpPr/>
          <p:nvPr/>
        </p:nvSpPr>
        <p:spPr bwMode="gray">
          <a:xfrm>
            <a:off x="5948001" y="3119669"/>
            <a:ext cx="1356852" cy="934065"/>
          </a:xfrm>
          <a:prstGeom prst="rect">
            <a:avLst/>
          </a:prstGeom>
          <a:solidFill>
            <a:schemeClr val="bg2">
              <a:lumMod val="60000"/>
              <a:lumOff val="40000"/>
            </a:schemeClr>
          </a:solidFill>
          <a:ln>
            <a:solidFill>
              <a:schemeClr val="bg1"/>
            </a:solidFill>
            <a:headEnd/>
            <a:tailEnd/>
          </a:ln>
        </p:spPr>
        <p:style>
          <a:lnRef idx="2">
            <a:schemeClr val="accent2">
              <a:shade val="50000"/>
            </a:schemeClr>
          </a:lnRef>
          <a:fillRef idx="1">
            <a:schemeClr val="accent2"/>
          </a:fillRef>
          <a:effectRef idx="0">
            <a:schemeClr val="accent2"/>
          </a:effectRef>
          <a:fontRef idx="minor">
            <a:schemeClr val="lt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kumimoji="0" lang="en-US" sz="1800" b="1" i="0" u="none" strike="noStrike" kern="0" cap="none" spc="0" normalizeH="0" baseline="0" noProof="0" dirty="0">
                <a:ln>
                  <a:noFill/>
                </a:ln>
                <a:solidFill>
                  <a:sysClr val="windowText" lastClr="000000"/>
                </a:solidFill>
                <a:effectLst/>
                <a:uLnTx/>
                <a:uFillTx/>
                <a:ea typeface="Arial Unicode MS" pitchFamily="34" charset="-128"/>
                <a:cs typeface="Arial Unicode MS" pitchFamily="34" charset="-128"/>
              </a:rPr>
              <a:t>Pod</a:t>
            </a:r>
          </a:p>
        </p:txBody>
      </p:sp>
      <p:sp>
        <p:nvSpPr>
          <p:cNvPr id="18" name="Rectangle 17">
            <a:extLst>
              <a:ext uri="{FF2B5EF4-FFF2-40B4-BE49-F238E27FC236}">
                <a16:creationId xmlns:a16="http://schemas.microsoft.com/office/drawing/2014/main" id="{AAC7CD80-8A94-4547-AF14-FCCBD9D8D8AB}"/>
              </a:ext>
            </a:extLst>
          </p:cNvPr>
          <p:cNvSpPr/>
          <p:nvPr/>
        </p:nvSpPr>
        <p:spPr bwMode="gray">
          <a:xfrm>
            <a:off x="837105" y="3591780"/>
            <a:ext cx="2726520" cy="486666"/>
          </a:xfrm>
          <a:prstGeom prst="rect">
            <a:avLst/>
          </a:prstGeom>
          <a:ln>
            <a:headEnd/>
            <a:tailEnd/>
          </a:ln>
        </p:spPr>
        <p:style>
          <a:lnRef idx="2">
            <a:schemeClr val="accent1"/>
          </a:lnRef>
          <a:fillRef idx="1">
            <a:schemeClr val="lt1"/>
          </a:fillRef>
          <a:effectRef idx="0">
            <a:schemeClr val="accent1"/>
          </a:effectRef>
          <a:fontRef idx="minor">
            <a:schemeClr val="dk1"/>
          </a:fontRef>
        </p:style>
        <p:txBody>
          <a:bodyPr lIns="90000" tIns="72000" rIns="90000" bIns="72000" rtlCol="0" anchor="ctr"/>
          <a:lstStyle/>
          <a:p>
            <a:pPr algn="ctr" defTabSz="914400" fontAlgn="base">
              <a:spcBef>
                <a:spcPct val="50000"/>
              </a:spcBef>
              <a:spcAft>
                <a:spcPct val="0"/>
              </a:spcAft>
              <a:buClr>
                <a:srgbClr val="F0AB00"/>
              </a:buClr>
              <a:buSzPct val="80000"/>
            </a:pPr>
            <a:r>
              <a:rPr lang="en-US" sz="1800" kern="0" dirty="0" err="1">
                <a:solidFill>
                  <a:schemeClr val="dk1"/>
                </a:solidFill>
                <a:ea typeface="Arial Unicode MS" pitchFamily="34" charset="-128"/>
              </a:rPr>
              <a:t>PodSpecTemplate</a:t>
            </a:r>
            <a:endParaRPr lang="en-US" sz="1800" kern="0" dirty="0">
              <a:solidFill>
                <a:schemeClr val="dk1"/>
              </a:solidFill>
              <a:ea typeface="Arial Unicode MS" pitchFamily="34" charset="-128"/>
            </a:endParaRPr>
          </a:p>
        </p:txBody>
      </p:sp>
      <p:sp>
        <p:nvSpPr>
          <p:cNvPr id="19" name="Rectangle 18">
            <a:extLst>
              <a:ext uri="{FF2B5EF4-FFF2-40B4-BE49-F238E27FC236}">
                <a16:creationId xmlns:a16="http://schemas.microsoft.com/office/drawing/2014/main" id="{9D660193-0DF1-4A86-B49C-C1B3D70075A6}"/>
              </a:ext>
            </a:extLst>
          </p:cNvPr>
          <p:cNvSpPr/>
          <p:nvPr/>
        </p:nvSpPr>
        <p:spPr bwMode="gray">
          <a:xfrm>
            <a:off x="831622" y="2998120"/>
            <a:ext cx="2726520" cy="486666"/>
          </a:xfrm>
          <a:prstGeom prst="rect">
            <a:avLst/>
          </a:prstGeom>
          <a:ln>
            <a:headEnd/>
            <a:tailEnd/>
          </a:ln>
        </p:spPr>
        <p:style>
          <a:lnRef idx="2">
            <a:schemeClr val="accent1"/>
          </a:lnRef>
          <a:fillRef idx="1">
            <a:schemeClr val="lt1"/>
          </a:fillRef>
          <a:effectRef idx="0">
            <a:schemeClr val="accent1"/>
          </a:effectRef>
          <a:fontRef idx="minor">
            <a:schemeClr val="dk1"/>
          </a:fontRef>
        </p:style>
        <p:txBody>
          <a:bodyPr lIns="90000" tIns="72000" rIns="90000" bIns="72000" rtlCol="0" anchor="ctr"/>
          <a:lstStyle/>
          <a:p>
            <a:pPr algn="ctr" defTabSz="914400" fontAlgn="base">
              <a:spcBef>
                <a:spcPct val="50000"/>
              </a:spcBef>
              <a:spcAft>
                <a:spcPct val="0"/>
              </a:spcAft>
              <a:buClr>
                <a:srgbClr val="F0AB00"/>
              </a:buClr>
              <a:buSzPct val="80000"/>
            </a:pPr>
            <a:r>
              <a:rPr lang="en-US" sz="1800" kern="0" dirty="0" err="1">
                <a:solidFill>
                  <a:schemeClr val="dk1"/>
                </a:solidFill>
                <a:ea typeface="Arial Unicode MS" pitchFamily="34" charset="-128"/>
              </a:rPr>
              <a:t>JobSpec</a:t>
            </a:r>
            <a:endParaRPr lang="en-US" sz="1800" kern="0" dirty="0">
              <a:solidFill>
                <a:schemeClr val="dk1"/>
              </a:solidFill>
              <a:ea typeface="Arial Unicode MS" pitchFamily="34" charset="-128"/>
            </a:endParaRPr>
          </a:p>
        </p:txBody>
      </p:sp>
      <p:pic>
        <p:nvPicPr>
          <p:cNvPr id="20" name="Graphic 19" descr="Arrow: Slight curve">
            <a:extLst>
              <a:ext uri="{FF2B5EF4-FFF2-40B4-BE49-F238E27FC236}">
                <a16:creationId xmlns:a16="http://schemas.microsoft.com/office/drawing/2014/main" id="{C2B1B27F-315E-43CA-B1DD-2AC899C34282}"/>
              </a:ext>
            </a:extLst>
          </p:cNvPr>
          <p:cNvPicPr>
            <a:picLocks noChangeAspect="1"/>
          </p:cNvPicPr>
          <p:nvPr/>
        </p:nvPicPr>
        <p:blipFill>
          <a:blip r:embed="rId11">
            <a:extLst>
              <a:ext uri="{96DAC541-7B7A-43D3-8B79-37D633B846F1}">
                <asvg:svgBlip xmlns:asvg="http://schemas.microsoft.com/office/drawing/2016/SVG/main" r:embed="rId12"/>
              </a:ext>
            </a:extLst>
          </a:blip>
          <a:stretch>
            <a:fillRect/>
          </a:stretch>
        </p:blipFill>
        <p:spPr>
          <a:xfrm>
            <a:off x="7535297" y="2683084"/>
            <a:ext cx="1807237" cy="1807237"/>
          </a:xfrm>
          <a:prstGeom prst="rect">
            <a:avLst/>
          </a:prstGeom>
        </p:spPr>
      </p:pic>
      <p:pic>
        <p:nvPicPr>
          <p:cNvPr id="21" name="Graphic 20" descr="Arrow: Slight curve">
            <a:extLst>
              <a:ext uri="{FF2B5EF4-FFF2-40B4-BE49-F238E27FC236}">
                <a16:creationId xmlns:a16="http://schemas.microsoft.com/office/drawing/2014/main" id="{3773ABA9-DE2B-4082-B40A-F93EFC5321CE}"/>
              </a:ext>
            </a:extLst>
          </p:cNvPr>
          <p:cNvPicPr>
            <a:picLocks noChangeAspect="1"/>
          </p:cNvPicPr>
          <p:nvPr/>
        </p:nvPicPr>
        <p:blipFill>
          <a:blip r:embed="rId11">
            <a:extLst>
              <a:ext uri="{96DAC541-7B7A-43D3-8B79-37D633B846F1}">
                <asvg:svgBlip xmlns:asvg="http://schemas.microsoft.com/office/drawing/2016/SVG/main" r:embed="rId12"/>
              </a:ext>
            </a:extLst>
          </a:blip>
          <a:stretch>
            <a:fillRect/>
          </a:stretch>
        </p:blipFill>
        <p:spPr>
          <a:xfrm rot="10800000">
            <a:off x="7528686" y="1312432"/>
            <a:ext cx="1807237" cy="1807237"/>
          </a:xfrm>
          <a:prstGeom prst="rect">
            <a:avLst/>
          </a:prstGeom>
        </p:spPr>
      </p:pic>
      <p:sp>
        <p:nvSpPr>
          <p:cNvPr id="22" name="Speech Bubble: Rectangle 21">
            <a:extLst>
              <a:ext uri="{FF2B5EF4-FFF2-40B4-BE49-F238E27FC236}">
                <a16:creationId xmlns:a16="http://schemas.microsoft.com/office/drawing/2014/main" id="{4AE32203-9AB4-471C-8B9D-49FACB1A819C}"/>
              </a:ext>
            </a:extLst>
          </p:cNvPr>
          <p:cNvSpPr/>
          <p:nvPr/>
        </p:nvSpPr>
        <p:spPr bwMode="gray">
          <a:xfrm>
            <a:off x="5253984" y="5262395"/>
            <a:ext cx="4101737" cy="725167"/>
          </a:xfrm>
          <a:prstGeom prst="wedgeRectCallout">
            <a:avLst>
              <a:gd name="adj1" fmla="val 49211"/>
              <a:gd name="adj2" fmla="val -160845"/>
            </a:avLst>
          </a:prstGeom>
          <a:ln>
            <a:headEnd/>
            <a:tailEnd/>
          </a:ln>
        </p:spPr>
        <p:style>
          <a:lnRef idx="2">
            <a:schemeClr val="accent5"/>
          </a:lnRef>
          <a:fillRef idx="1">
            <a:schemeClr val="lt1"/>
          </a:fillRef>
          <a:effectRef idx="0">
            <a:schemeClr val="accent5"/>
          </a:effectRef>
          <a:fontRef idx="minor">
            <a:schemeClr val="dk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lang="en-US" sz="1800" kern="0" dirty="0">
                <a:ea typeface="Arial Unicode MS" pitchFamily="34" charset="-128"/>
                <a:cs typeface="Arial Unicode MS" pitchFamily="34" charset="-128"/>
              </a:rPr>
              <a:t>Pod terminates successfully – Job is considered ok / complete</a:t>
            </a:r>
            <a:endParaRPr kumimoji="0" lang="en-US" sz="1800" b="0" i="0" u="none" strike="noStrike" kern="0" cap="none" spc="0" normalizeH="0" baseline="0" noProof="0" dirty="0">
              <a:ln>
                <a:noFill/>
              </a:ln>
              <a:effectLst/>
              <a:uLnTx/>
              <a:uFillTx/>
              <a:ea typeface="Arial Unicode MS" pitchFamily="34" charset="-128"/>
              <a:cs typeface="Arial Unicode MS" pitchFamily="34" charset="-128"/>
            </a:endParaRPr>
          </a:p>
        </p:txBody>
      </p:sp>
      <p:sp>
        <p:nvSpPr>
          <p:cNvPr id="23" name="Title 1">
            <a:extLst>
              <a:ext uri="{FF2B5EF4-FFF2-40B4-BE49-F238E27FC236}">
                <a16:creationId xmlns:a16="http://schemas.microsoft.com/office/drawing/2014/main" id="{08B53A76-3C14-4E6B-A892-CCA5F14A0679}"/>
              </a:ext>
            </a:extLst>
          </p:cNvPr>
          <p:cNvSpPr txBox="1">
            <a:spLocks/>
          </p:cNvSpPr>
          <p:nvPr/>
        </p:nvSpPr>
        <p:spPr bwMode="gray">
          <a:xfrm>
            <a:off x="9523048" y="3402035"/>
            <a:ext cx="1718785" cy="369332"/>
          </a:xfrm>
          <a:prstGeom prst="rect">
            <a:avLst/>
          </a:prstGeom>
        </p:spPr>
        <p:txBody>
          <a:bodyPr vert="horz" wrap="square" lIns="0" tIns="0" rIns="0" bIns="0" rtlCol="0" anchor="t" anchorCtr="0">
            <a:spAutoFit/>
          </a:bodyPr>
          <a:lstStyle>
            <a:lvl1pPr algn="l" defTabSz="1088558" rtl="0" eaLnBrk="1" latinLnBrk="0" hangingPunct="1">
              <a:spcBef>
                <a:spcPct val="0"/>
              </a:spcBef>
              <a:buNone/>
              <a:defRPr sz="2400" b="1" kern="1200" baseline="0">
                <a:solidFill>
                  <a:schemeClr val="tx1"/>
                </a:solidFill>
                <a:latin typeface="+mj-lt"/>
                <a:ea typeface="+mj-ea"/>
                <a:cs typeface="+mj-cs"/>
              </a:defRPr>
            </a:lvl1pPr>
          </a:lstStyle>
          <a:p>
            <a:r>
              <a:rPr lang="en-US" dirty="0"/>
              <a:t>exit(??)</a:t>
            </a:r>
          </a:p>
        </p:txBody>
      </p:sp>
      <p:sp>
        <p:nvSpPr>
          <p:cNvPr id="24" name="Speech Bubble: Rectangle 23">
            <a:extLst>
              <a:ext uri="{FF2B5EF4-FFF2-40B4-BE49-F238E27FC236}">
                <a16:creationId xmlns:a16="http://schemas.microsoft.com/office/drawing/2014/main" id="{B51628FA-1849-4F62-A7A2-DB06358049AA}"/>
              </a:ext>
            </a:extLst>
          </p:cNvPr>
          <p:cNvSpPr/>
          <p:nvPr/>
        </p:nvSpPr>
        <p:spPr bwMode="gray">
          <a:xfrm>
            <a:off x="6097239" y="693565"/>
            <a:ext cx="4101737" cy="725167"/>
          </a:xfrm>
          <a:prstGeom prst="wedgeRectCallout">
            <a:avLst>
              <a:gd name="adj1" fmla="val 41923"/>
              <a:gd name="adj2" fmla="val 131356"/>
            </a:avLst>
          </a:prstGeom>
          <a:ln>
            <a:headEnd/>
            <a:tailEnd/>
          </a:ln>
        </p:spPr>
        <p:style>
          <a:lnRef idx="2">
            <a:schemeClr val="accent5"/>
          </a:lnRef>
          <a:fillRef idx="1">
            <a:schemeClr val="lt1"/>
          </a:fillRef>
          <a:effectRef idx="0">
            <a:schemeClr val="accent5"/>
          </a:effectRef>
          <a:fontRef idx="minor">
            <a:schemeClr val="dk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lang="en-US" sz="1800" kern="0" dirty="0">
                <a:ea typeface="Arial Unicode MS" pitchFamily="34" charset="-128"/>
                <a:cs typeface="Arial Unicode MS" pitchFamily="34" charset="-128"/>
              </a:rPr>
              <a:t>If exit code != 0 </a:t>
            </a:r>
            <a:r>
              <a:rPr lang="en-US" sz="1800" kern="0" dirty="0">
                <a:ea typeface="Arial Unicode MS" pitchFamily="34" charset="-128"/>
                <a:cs typeface="Arial Unicode MS" pitchFamily="34" charset="-128"/>
                <a:sym typeface="Wingdings" panose="05000000000000000000" pitchFamily="2" charset="2"/>
              </a:rPr>
              <a:t> consider pod as failed and restart</a:t>
            </a:r>
            <a:endParaRPr kumimoji="0" lang="en-US" sz="1800" b="0" i="0" u="none" strike="noStrike" kern="0" cap="none" spc="0" normalizeH="0" baseline="0" noProof="0" dirty="0">
              <a:ln>
                <a:noFill/>
              </a:ln>
              <a:effectLst/>
              <a:uLnTx/>
              <a:uFillTx/>
              <a:ea typeface="Arial Unicode MS" pitchFamily="34" charset="-128"/>
              <a:cs typeface="Arial Unicode MS" pitchFamily="34" charset="-128"/>
            </a:endParaRPr>
          </a:p>
        </p:txBody>
      </p:sp>
    </p:spTree>
    <p:extLst>
      <p:ext uri="{BB962C8B-B14F-4D97-AF65-F5344CB8AC3E}">
        <p14:creationId xmlns:p14="http://schemas.microsoft.com/office/powerpoint/2010/main" val="3315375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C85E113C-816E-4160-9494-A5DB0947D1E0}"/>
              </a:ext>
            </a:extLst>
          </p:cNvPr>
          <p:cNvSpPr>
            <a:spLocks noGrp="1"/>
          </p:cNvSpPr>
          <p:nvPr>
            <p:ph type="title"/>
          </p:nvPr>
        </p:nvSpPr>
        <p:spPr>
          <a:xfrm>
            <a:off x="504001" y="504000"/>
            <a:ext cx="11186476" cy="369332"/>
          </a:xfrm>
        </p:spPr>
        <p:txBody>
          <a:bodyPr/>
          <a:lstStyle/>
          <a:p>
            <a:pPr fontAlgn="base">
              <a:spcBef>
                <a:spcPct val="50000"/>
              </a:spcBef>
              <a:spcAft>
                <a:spcPct val="0"/>
              </a:spcAft>
              <a:buClr>
                <a:srgbClr val="F0AB00"/>
              </a:buClr>
              <a:buSzPct val="80000"/>
            </a:pPr>
            <a:r>
              <a:rPr lang="en-US" kern="0" dirty="0">
                <a:ea typeface="Arial Unicode MS" pitchFamily="34" charset="-128"/>
                <a:cs typeface="Arial Unicode MS" pitchFamily="34" charset="-128"/>
              </a:rPr>
              <a:t>Some components require to have a pod on every node!</a:t>
            </a:r>
            <a:endParaRPr lang="en-US" sz="2000" kern="0" dirty="0">
              <a:ea typeface="Arial Unicode MS" pitchFamily="34" charset="-128"/>
              <a:cs typeface="Arial Unicode MS" pitchFamily="34" charset="-128"/>
            </a:endParaRPr>
          </a:p>
        </p:txBody>
      </p:sp>
      <p:sp>
        <p:nvSpPr>
          <p:cNvPr id="16" name="Rectangle 15">
            <a:extLst>
              <a:ext uri="{FF2B5EF4-FFF2-40B4-BE49-F238E27FC236}">
                <a16:creationId xmlns:a16="http://schemas.microsoft.com/office/drawing/2014/main" id="{B26BC8F1-9AB4-4D8E-B93C-C8FE13F7368F}"/>
              </a:ext>
            </a:extLst>
          </p:cNvPr>
          <p:cNvSpPr/>
          <p:nvPr/>
        </p:nvSpPr>
        <p:spPr bwMode="gray">
          <a:xfrm>
            <a:off x="1875212" y="3692770"/>
            <a:ext cx="2259498" cy="2752516"/>
          </a:xfrm>
          <a:prstGeom prst="rect">
            <a:avLst/>
          </a:prstGeom>
          <a:solidFill>
            <a:schemeClr val="bg1">
              <a:lumMod val="85000"/>
            </a:schemeClr>
          </a:solidFill>
          <a:ln>
            <a:headEnd/>
            <a:tailEnd/>
          </a:ln>
        </p:spPr>
        <p:style>
          <a:lnRef idx="1">
            <a:schemeClr val="accent2"/>
          </a:lnRef>
          <a:fillRef idx="2">
            <a:schemeClr val="accent2"/>
          </a:fillRef>
          <a:effectRef idx="1">
            <a:schemeClr val="accent2"/>
          </a:effectRef>
          <a:fontRef idx="minor">
            <a:schemeClr val="dk1"/>
          </a:fontRef>
        </p:style>
        <p:txBody>
          <a:bodyPr lIns="90000" tIns="72000" rIns="90000" bIns="72000" rtlCol="0" anchor="t"/>
          <a:lstStyle/>
          <a:p>
            <a:pPr algn="ctr" defTabSz="914400" fontAlgn="base">
              <a:spcBef>
                <a:spcPct val="50000"/>
              </a:spcBef>
              <a:spcAft>
                <a:spcPct val="0"/>
              </a:spcAft>
              <a:buClr>
                <a:srgbClr val="F0AB00"/>
              </a:buClr>
              <a:buSzPct val="80000"/>
            </a:pPr>
            <a:r>
              <a:rPr lang="de-DE" sz="2400" b="1" kern="0" dirty="0" err="1">
                <a:ea typeface="Arial Unicode MS" pitchFamily="34" charset="-128"/>
                <a:cs typeface="Arial Unicode MS" pitchFamily="34" charset="-128"/>
              </a:rPr>
              <a:t>Node</a:t>
            </a:r>
            <a:r>
              <a:rPr lang="de-DE" sz="2400" b="1" kern="0" dirty="0">
                <a:ea typeface="Arial Unicode MS" pitchFamily="34" charset="-128"/>
                <a:cs typeface="Arial Unicode MS" pitchFamily="34" charset="-128"/>
              </a:rPr>
              <a:t> A</a:t>
            </a:r>
          </a:p>
        </p:txBody>
      </p:sp>
      <p:sp>
        <p:nvSpPr>
          <p:cNvPr id="19" name="Rectangle 18">
            <a:extLst>
              <a:ext uri="{FF2B5EF4-FFF2-40B4-BE49-F238E27FC236}">
                <a16:creationId xmlns:a16="http://schemas.microsoft.com/office/drawing/2014/main" id="{E47909A0-9E36-47F0-9250-3DD040D8A256}"/>
              </a:ext>
            </a:extLst>
          </p:cNvPr>
          <p:cNvSpPr/>
          <p:nvPr/>
        </p:nvSpPr>
        <p:spPr bwMode="gray">
          <a:xfrm>
            <a:off x="4355594" y="3692770"/>
            <a:ext cx="2259498" cy="2752516"/>
          </a:xfrm>
          <a:prstGeom prst="rect">
            <a:avLst/>
          </a:prstGeom>
          <a:solidFill>
            <a:schemeClr val="bg1">
              <a:lumMod val="85000"/>
            </a:schemeClr>
          </a:solidFill>
          <a:ln>
            <a:headEnd/>
            <a:tailEnd/>
          </a:ln>
        </p:spPr>
        <p:style>
          <a:lnRef idx="1">
            <a:schemeClr val="accent2"/>
          </a:lnRef>
          <a:fillRef idx="2">
            <a:schemeClr val="accent2"/>
          </a:fillRef>
          <a:effectRef idx="1">
            <a:schemeClr val="accent2"/>
          </a:effectRef>
          <a:fontRef idx="minor">
            <a:schemeClr val="dk1"/>
          </a:fontRef>
        </p:style>
        <p:txBody>
          <a:bodyPr lIns="90000" tIns="72000" rIns="90000" bIns="72000" rtlCol="0" anchor="t"/>
          <a:lstStyle/>
          <a:p>
            <a:pPr algn="ctr" defTabSz="914400" fontAlgn="base">
              <a:spcBef>
                <a:spcPct val="50000"/>
              </a:spcBef>
              <a:spcAft>
                <a:spcPct val="0"/>
              </a:spcAft>
              <a:buClr>
                <a:srgbClr val="F0AB00"/>
              </a:buClr>
              <a:buSzPct val="80000"/>
            </a:pPr>
            <a:r>
              <a:rPr lang="de-DE" sz="2400" b="1" kern="0" dirty="0" err="1">
                <a:ea typeface="Arial Unicode MS" pitchFamily="34" charset="-128"/>
              </a:rPr>
              <a:t>Node</a:t>
            </a:r>
            <a:r>
              <a:rPr lang="de-DE" sz="2400" b="1" kern="0" dirty="0">
                <a:ea typeface="Arial Unicode MS" pitchFamily="34" charset="-128"/>
              </a:rPr>
              <a:t> B</a:t>
            </a:r>
          </a:p>
        </p:txBody>
      </p:sp>
      <p:sp>
        <p:nvSpPr>
          <p:cNvPr id="20" name="Rectangle 19">
            <a:extLst>
              <a:ext uri="{FF2B5EF4-FFF2-40B4-BE49-F238E27FC236}">
                <a16:creationId xmlns:a16="http://schemas.microsoft.com/office/drawing/2014/main" id="{DF438FDE-397E-4A58-BABA-D5BF0C2C2DF9}"/>
              </a:ext>
            </a:extLst>
          </p:cNvPr>
          <p:cNvSpPr/>
          <p:nvPr/>
        </p:nvSpPr>
        <p:spPr bwMode="gray">
          <a:xfrm>
            <a:off x="6835976" y="3692769"/>
            <a:ext cx="2259498" cy="2752516"/>
          </a:xfrm>
          <a:prstGeom prst="rect">
            <a:avLst/>
          </a:prstGeom>
          <a:solidFill>
            <a:schemeClr val="bg1">
              <a:lumMod val="85000"/>
            </a:schemeClr>
          </a:solidFill>
          <a:ln>
            <a:headEnd/>
            <a:tailEnd/>
          </a:ln>
        </p:spPr>
        <p:style>
          <a:lnRef idx="1">
            <a:schemeClr val="accent2"/>
          </a:lnRef>
          <a:fillRef idx="2">
            <a:schemeClr val="accent2"/>
          </a:fillRef>
          <a:effectRef idx="1">
            <a:schemeClr val="accent2"/>
          </a:effectRef>
          <a:fontRef idx="minor">
            <a:schemeClr val="dk1"/>
          </a:fontRef>
        </p:style>
        <p:txBody>
          <a:bodyPr lIns="90000" tIns="72000" rIns="90000" bIns="72000" rtlCol="0" anchor="t"/>
          <a:lstStyle/>
          <a:p>
            <a:pPr algn="ctr" defTabSz="914400" fontAlgn="base">
              <a:spcBef>
                <a:spcPct val="50000"/>
              </a:spcBef>
              <a:spcAft>
                <a:spcPct val="0"/>
              </a:spcAft>
              <a:buClr>
                <a:srgbClr val="F0AB00"/>
              </a:buClr>
              <a:buSzPct val="80000"/>
            </a:pPr>
            <a:r>
              <a:rPr lang="de-DE" sz="2400" b="1" kern="0" dirty="0" err="1">
                <a:ea typeface="Arial Unicode MS" pitchFamily="34" charset="-128"/>
              </a:rPr>
              <a:t>Node</a:t>
            </a:r>
            <a:r>
              <a:rPr lang="de-DE" sz="2400" b="1" kern="0" dirty="0">
                <a:ea typeface="Arial Unicode MS" pitchFamily="34" charset="-128"/>
              </a:rPr>
              <a:t> C</a:t>
            </a:r>
          </a:p>
        </p:txBody>
      </p:sp>
      <p:sp>
        <p:nvSpPr>
          <p:cNvPr id="21" name="Rectangle 20">
            <a:extLst>
              <a:ext uri="{FF2B5EF4-FFF2-40B4-BE49-F238E27FC236}">
                <a16:creationId xmlns:a16="http://schemas.microsoft.com/office/drawing/2014/main" id="{D61DC354-E114-4370-9964-8F6CEC4F99FF}"/>
              </a:ext>
            </a:extLst>
          </p:cNvPr>
          <p:cNvSpPr/>
          <p:nvPr/>
        </p:nvSpPr>
        <p:spPr bwMode="gray">
          <a:xfrm>
            <a:off x="2326535" y="5351434"/>
            <a:ext cx="1356852" cy="934065"/>
          </a:xfrm>
          <a:prstGeom prst="rect">
            <a:avLst/>
          </a:prstGeom>
          <a:solidFill>
            <a:schemeClr val="bg1">
              <a:lumMod val="65000"/>
            </a:schemeClr>
          </a:solidFill>
          <a:ln>
            <a:solidFill>
              <a:schemeClr val="bg1"/>
            </a:solidFill>
            <a:headEnd/>
            <a:tailEnd/>
          </a:ln>
        </p:spPr>
        <p:style>
          <a:lnRef idx="2">
            <a:schemeClr val="accent2">
              <a:shade val="50000"/>
            </a:schemeClr>
          </a:lnRef>
          <a:fillRef idx="1">
            <a:schemeClr val="accent2"/>
          </a:fillRef>
          <a:effectRef idx="0">
            <a:schemeClr val="accent2"/>
          </a:effectRef>
          <a:fontRef idx="minor">
            <a:schemeClr val="lt1"/>
          </a:fontRef>
        </p:style>
        <p:txBody>
          <a:bodyPr lIns="90000" tIns="72000" rIns="90000" bIns="72000" rtlCol="0" anchor="ctr"/>
          <a:lstStyle/>
          <a:p>
            <a:pPr algn="ctr" defTabSz="914400" fontAlgn="base">
              <a:spcBef>
                <a:spcPct val="50000"/>
              </a:spcBef>
              <a:spcAft>
                <a:spcPct val="0"/>
              </a:spcAft>
              <a:buClr>
                <a:srgbClr val="F0AB00"/>
              </a:buClr>
              <a:buSzPct val="80000"/>
            </a:pPr>
            <a:r>
              <a:rPr lang="en-US" sz="1800" kern="0" dirty="0">
                <a:solidFill>
                  <a:sysClr val="windowText" lastClr="000000"/>
                </a:solidFill>
                <a:ea typeface="Arial Unicode MS" pitchFamily="34" charset="-128"/>
              </a:rPr>
              <a:t>monitoring</a:t>
            </a:r>
          </a:p>
        </p:txBody>
      </p:sp>
      <p:sp>
        <p:nvSpPr>
          <p:cNvPr id="22" name="Rectangle 21">
            <a:extLst>
              <a:ext uri="{FF2B5EF4-FFF2-40B4-BE49-F238E27FC236}">
                <a16:creationId xmlns:a16="http://schemas.microsoft.com/office/drawing/2014/main" id="{505D1E05-53AF-4C14-ADCD-6E48374766AD}"/>
              </a:ext>
            </a:extLst>
          </p:cNvPr>
          <p:cNvSpPr/>
          <p:nvPr/>
        </p:nvSpPr>
        <p:spPr bwMode="gray">
          <a:xfrm>
            <a:off x="4806917" y="5351434"/>
            <a:ext cx="1356852" cy="934065"/>
          </a:xfrm>
          <a:prstGeom prst="rect">
            <a:avLst/>
          </a:prstGeom>
          <a:solidFill>
            <a:schemeClr val="bg1">
              <a:lumMod val="65000"/>
            </a:schemeClr>
          </a:solidFill>
          <a:ln>
            <a:solidFill>
              <a:schemeClr val="bg1"/>
            </a:solidFill>
            <a:headEnd/>
            <a:tailEnd/>
          </a:ln>
        </p:spPr>
        <p:style>
          <a:lnRef idx="2">
            <a:schemeClr val="accent2">
              <a:shade val="50000"/>
            </a:schemeClr>
          </a:lnRef>
          <a:fillRef idx="1">
            <a:schemeClr val="accent2"/>
          </a:fillRef>
          <a:effectRef idx="0">
            <a:schemeClr val="accent2"/>
          </a:effectRef>
          <a:fontRef idx="minor">
            <a:schemeClr val="lt1"/>
          </a:fontRef>
        </p:style>
        <p:txBody>
          <a:bodyPr lIns="90000" tIns="72000" rIns="90000" bIns="72000" rtlCol="0" anchor="ctr"/>
          <a:lstStyle/>
          <a:p>
            <a:pPr algn="ctr" defTabSz="914400" fontAlgn="base">
              <a:spcBef>
                <a:spcPct val="50000"/>
              </a:spcBef>
              <a:spcAft>
                <a:spcPct val="0"/>
              </a:spcAft>
              <a:buClr>
                <a:srgbClr val="F0AB00"/>
              </a:buClr>
              <a:buSzPct val="80000"/>
            </a:pPr>
            <a:r>
              <a:rPr lang="en-US" sz="1800" kern="0">
                <a:solidFill>
                  <a:sysClr val="windowText" lastClr="000000"/>
                </a:solidFill>
                <a:ea typeface="Arial Unicode MS" pitchFamily="34" charset="-128"/>
              </a:rPr>
              <a:t>monitoring</a:t>
            </a:r>
            <a:endParaRPr lang="en-US" sz="1800" kern="0" dirty="0">
              <a:solidFill>
                <a:sysClr val="windowText" lastClr="000000"/>
              </a:solidFill>
              <a:ea typeface="Arial Unicode MS" pitchFamily="34" charset="-128"/>
            </a:endParaRPr>
          </a:p>
        </p:txBody>
      </p:sp>
      <p:sp>
        <p:nvSpPr>
          <p:cNvPr id="23" name="Rectangle 22">
            <a:extLst>
              <a:ext uri="{FF2B5EF4-FFF2-40B4-BE49-F238E27FC236}">
                <a16:creationId xmlns:a16="http://schemas.microsoft.com/office/drawing/2014/main" id="{CB9654BC-A250-4344-954C-721EC7DD8667}"/>
              </a:ext>
            </a:extLst>
          </p:cNvPr>
          <p:cNvSpPr/>
          <p:nvPr/>
        </p:nvSpPr>
        <p:spPr bwMode="gray">
          <a:xfrm>
            <a:off x="7287299" y="5351434"/>
            <a:ext cx="1356852" cy="934065"/>
          </a:xfrm>
          <a:prstGeom prst="rect">
            <a:avLst/>
          </a:prstGeom>
          <a:solidFill>
            <a:schemeClr val="bg1">
              <a:lumMod val="65000"/>
            </a:schemeClr>
          </a:solidFill>
          <a:ln>
            <a:solidFill>
              <a:schemeClr val="bg1"/>
            </a:solidFill>
            <a:headEnd/>
            <a:tailEnd/>
          </a:ln>
        </p:spPr>
        <p:style>
          <a:lnRef idx="2">
            <a:schemeClr val="accent2">
              <a:shade val="50000"/>
            </a:schemeClr>
          </a:lnRef>
          <a:fillRef idx="1">
            <a:schemeClr val="accent2"/>
          </a:fillRef>
          <a:effectRef idx="0">
            <a:schemeClr val="accent2"/>
          </a:effectRef>
          <a:fontRef idx="minor">
            <a:schemeClr val="lt1"/>
          </a:fontRef>
        </p:style>
        <p:txBody>
          <a:bodyPr lIns="90000" tIns="72000" rIns="90000" bIns="72000" rtlCol="0" anchor="ctr"/>
          <a:lstStyle/>
          <a:p>
            <a:pPr algn="ctr" defTabSz="914400" fontAlgn="base">
              <a:spcBef>
                <a:spcPct val="50000"/>
              </a:spcBef>
              <a:spcAft>
                <a:spcPct val="0"/>
              </a:spcAft>
              <a:buClr>
                <a:srgbClr val="F0AB00"/>
              </a:buClr>
              <a:buSzPct val="80000"/>
            </a:pPr>
            <a:r>
              <a:rPr lang="en-US" sz="1800" kern="0">
                <a:solidFill>
                  <a:sysClr val="windowText" lastClr="000000"/>
                </a:solidFill>
                <a:ea typeface="Arial Unicode MS" pitchFamily="34" charset="-128"/>
              </a:rPr>
              <a:t>monitoring</a:t>
            </a:r>
            <a:endParaRPr lang="en-US" sz="1800" kern="0" dirty="0">
              <a:solidFill>
                <a:sysClr val="windowText" lastClr="000000"/>
              </a:solidFill>
              <a:ea typeface="Arial Unicode MS" pitchFamily="34" charset="-128"/>
            </a:endParaRPr>
          </a:p>
        </p:txBody>
      </p:sp>
      <p:sp>
        <p:nvSpPr>
          <p:cNvPr id="11" name="Rectangle 10">
            <a:extLst>
              <a:ext uri="{FF2B5EF4-FFF2-40B4-BE49-F238E27FC236}">
                <a16:creationId xmlns:a16="http://schemas.microsoft.com/office/drawing/2014/main" id="{E40B32F2-3ABD-4F66-9E9A-0676C5D7D734}"/>
              </a:ext>
            </a:extLst>
          </p:cNvPr>
          <p:cNvSpPr/>
          <p:nvPr/>
        </p:nvSpPr>
        <p:spPr bwMode="gray">
          <a:xfrm>
            <a:off x="2326535" y="4239407"/>
            <a:ext cx="1356852" cy="934065"/>
          </a:xfrm>
          <a:prstGeom prst="rect">
            <a:avLst/>
          </a:prstGeom>
          <a:solidFill>
            <a:schemeClr val="bg1">
              <a:lumMod val="65000"/>
            </a:schemeClr>
          </a:solidFill>
          <a:ln>
            <a:solidFill>
              <a:schemeClr val="bg1"/>
            </a:solidFill>
            <a:headEnd/>
            <a:tailEnd/>
          </a:ln>
        </p:spPr>
        <p:style>
          <a:lnRef idx="2">
            <a:schemeClr val="accent2">
              <a:shade val="50000"/>
            </a:schemeClr>
          </a:lnRef>
          <a:fillRef idx="1">
            <a:schemeClr val="accent2"/>
          </a:fillRef>
          <a:effectRef idx="0">
            <a:schemeClr val="accent2"/>
          </a:effectRef>
          <a:fontRef idx="minor">
            <a:schemeClr val="lt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lang="en-US" sz="1800" kern="0" dirty="0">
                <a:solidFill>
                  <a:sysClr val="windowText" lastClr="000000"/>
                </a:solidFill>
                <a:ea typeface="Arial Unicode MS" pitchFamily="34" charset="-128"/>
                <a:cs typeface="Arial Unicode MS" pitchFamily="34" charset="-128"/>
              </a:rPr>
              <a:t>log collection</a:t>
            </a:r>
            <a:endParaRPr kumimoji="0" lang="en-US" sz="1800" b="0" i="0" u="none" strike="noStrike" kern="0" cap="none" spc="0" normalizeH="0" baseline="0" noProof="0" dirty="0">
              <a:ln>
                <a:noFill/>
              </a:ln>
              <a:solidFill>
                <a:sysClr val="windowText" lastClr="000000"/>
              </a:solidFill>
              <a:effectLst/>
              <a:uLnTx/>
              <a:uFillTx/>
              <a:ea typeface="Arial Unicode MS" pitchFamily="34" charset="-128"/>
              <a:cs typeface="Arial Unicode MS" pitchFamily="34" charset="-128"/>
            </a:endParaRPr>
          </a:p>
        </p:txBody>
      </p:sp>
      <p:sp>
        <p:nvSpPr>
          <p:cNvPr id="24" name="Rectangle 23">
            <a:extLst>
              <a:ext uri="{FF2B5EF4-FFF2-40B4-BE49-F238E27FC236}">
                <a16:creationId xmlns:a16="http://schemas.microsoft.com/office/drawing/2014/main" id="{B9BE8822-8ACD-484E-A044-C04B87BEB19D}"/>
              </a:ext>
            </a:extLst>
          </p:cNvPr>
          <p:cNvSpPr/>
          <p:nvPr/>
        </p:nvSpPr>
        <p:spPr bwMode="gray">
          <a:xfrm>
            <a:off x="4806917" y="4239406"/>
            <a:ext cx="1356852" cy="934065"/>
          </a:xfrm>
          <a:prstGeom prst="rect">
            <a:avLst/>
          </a:prstGeom>
          <a:solidFill>
            <a:schemeClr val="bg1">
              <a:lumMod val="65000"/>
            </a:schemeClr>
          </a:solidFill>
          <a:ln>
            <a:solidFill>
              <a:schemeClr val="bg1"/>
            </a:solidFill>
            <a:headEnd/>
            <a:tailEnd/>
          </a:ln>
        </p:spPr>
        <p:style>
          <a:lnRef idx="2">
            <a:schemeClr val="accent2">
              <a:shade val="50000"/>
            </a:schemeClr>
          </a:lnRef>
          <a:fillRef idx="1">
            <a:schemeClr val="accent2"/>
          </a:fillRef>
          <a:effectRef idx="0">
            <a:schemeClr val="accent2"/>
          </a:effectRef>
          <a:fontRef idx="minor">
            <a:schemeClr val="lt1"/>
          </a:fontRef>
        </p:style>
        <p:txBody>
          <a:bodyPr lIns="90000" tIns="72000" rIns="90000" bIns="72000" rtlCol="0" anchor="ctr"/>
          <a:lstStyle/>
          <a:p>
            <a:pPr algn="ctr" defTabSz="914400" fontAlgn="base">
              <a:spcBef>
                <a:spcPct val="50000"/>
              </a:spcBef>
              <a:spcAft>
                <a:spcPct val="0"/>
              </a:spcAft>
              <a:buClr>
                <a:srgbClr val="F0AB00"/>
              </a:buClr>
              <a:buSzPct val="80000"/>
            </a:pPr>
            <a:r>
              <a:rPr lang="en-US" sz="1800" kern="0" dirty="0">
                <a:solidFill>
                  <a:sysClr val="windowText" lastClr="000000"/>
                </a:solidFill>
                <a:ea typeface="Arial Unicode MS" pitchFamily="34" charset="-128"/>
              </a:rPr>
              <a:t>log collection</a:t>
            </a:r>
          </a:p>
        </p:txBody>
      </p:sp>
      <p:sp>
        <p:nvSpPr>
          <p:cNvPr id="25" name="Rectangle 24">
            <a:extLst>
              <a:ext uri="{FF2B5EF4-FFF2-40B4-BE49-F238E27FC236}">
                <a16:creationId xmlns:a16="http://schemas.microsoft.com/office/drawing/2014/main" id="{D887CD46-ED06-4D20-A1F2-D7029C1C3EE4}"/>
              </a:ext>
            </a:extLst>
          </p:cNvPr>
          <p:cNvSpPr/>
          <p:nvPr/>
        </p:nvSpPr>
        <p:spPr bwMode="gray">
          <a:xfrm>
            <a:off x="7287299" y="4235071"/>
            <a:ext cx="1356852" cy="934065"/>
          </a:xfrm>
          <a:prstGeom prst="rect">
            <a:avLst/>
          </a:prstGeom>
          <a:solidFill>
            <a:schemeClr val="bg1">
              <a:lumMod val="65000"/>
            </a:schemeClr>
          </a:solidFill>
          <a:ln>
            <a:solidFill>
              <a:schemeClr val="bg1"/>
            </a:solidFill>
            <a:headEnd/>
            <a:tailEnd/>
          </a:ln>
        </p:spPr>
        <p:style>
          <a:lnRef idx="2">
            <a:schemeClr val="accent2">
              <a:shade val="50000"/>
            </a:schemeClr>
          </a:lnRef>
          <a:fillRef idx="1">
            <a:schemeClr val="accent2"/>
          </a:fillRef>
          <a:effectRef idx="0">
            <a:schemeClr val="accent2"/>
          </a:effectRef>
          <a:fontRef idx="minor">
            <a:schemeClr val="lt1"/>
          </a:fontRef>
        </p:style>
        <p:txBody>
          <a:bodyPr lIns="90000" tIns="72000" rIns="90000" bIns="72000" rtlCol="0" anchor="ctr"/>
          <a:lstStyle/>
          <a:p>
            <a:pPr algn="ctr" defTabSz="914400" fontAlgn="base">
              <a:spcBef>
                <a:spcPct val="50000"/>
              </a:spcBef>
              <a:spcAft>
                <a:spcPct val="0"/>
              </a:spcAft>
              <a:buClr>
                <a:srgbClr val="F0AB00"/>
              </a:buClr>
              <a:buSzPct val="80000"/>
            </a:pPr>
            <a:r>
              <a:rPr lang="en-US" sz="1800" kern="0" dirty="0">
                <a:solidFill>
                  <a:sysClr val="windowText" lastClr="000000"/>
                </a:solidFill>
                <a:ea typeface="Arial Unicode MS" pitchFamily="34" charset="-128"/>
              </a:rPr>
              <a:t>log collection</a:t>
            </a:r>
          </a:p>
        </p:txBody>
      </p:sp>
      <p:sp>
        <p:nvSpPr>
          <p:cNvPr id="2" name="Rectangle: Rounded Corners 1">
            <a:extLst>
              <a:ext uri="{FF2B5EF4-FFF2-40B4-BE49-F238E27FC236}">
                <a16:creationId xmlns:a16="http://schemas.microsoft.com/office/drawing/2014/main" id="{FCB89E7D-4F90-4293-A76C-AEF607847820}"/>
              </a:ext>
            </a:extLst>
          </p:cNvPr>
          <p:cNvSpPr/>
          <p:nvPr/>
        </p:nvSpPr>
        <p:spPr bwMode="gray">
          <a:xfrm>
            <a:off x="4010456" y="1183023"/>
            <a:ext cx="2949776" cy="1978268"/>
          </a:xfrm>
          <a:prstGeom prst="roundRect">
            <a:avLst/>
          </a:prstGeom>
          <a:solidFill>
            <a:schemeClr val="accent1">
              <a:lumMod val="60000"/>
              <a:lumOff val="40000"/>
            </a:schemeClr>
          </a:solidFill>
          <a:ln w="6350" algn="ctr">
            <a:noFill/>
            <a:miter lim="800000"/>
            <a:headEnd/>
            <a:tailEnd/>
          </a:ln>
        </p:spPr>
        <p:txBody>
          <a:bodyPr lIns="90000" tIns="72000" rIns="90000" bIns="72000" rtlCol="0" anchor="t"/>
          <a:lstStyle/>
          <a:p>
            <a:pPr marR="0" algn="ctr" defTabSz="914400" eaLnBrk="1" fontAlgn="base" latinLnBrk="0" hangingPunct="1">
              <a:lnSpc>
                <a:spcPct val="100000"/>
              </a:lnSpc>
              <a:spcBef>
                <a:spcPct val="50000"/>
              </a:spcBef>
              <a:spcAft>
                <a:spcPct val="0"/>
              </a:spcAft>
              <a:buClr>
                <a:srgbClr val="F0AB00"/>
              </a:buClr>
              <a:buSzPct val="80000"/>
              <a:tabLst/>
            </a:pPr>
            <a:r>
              <a:rPr kumimoji="0" lang="en-US" sz="2000" b="1" i="0" u="none" strike="noStrike" kern="0" cap="none" spc="0" normalizeH="0" baseline="0" noProof="0" dirty="0" err="1">
                <a:ln>
                  <a:noFill/>
                </a:ln>
                <a:effectLst/>
                <a:uLnTx/>
                <a:uFillTx/>
                <a:ea typeface="Arial Unicode MS" pitchFamily="34" charset="-128"/>
                <a:cs typeface="Arial Unicode MS" pitchFamily="34" charset="-128"/>
              </a:rPr>
              <a:t>DaemonSet</a:t>
            </a:r>
            <a:endParaRPr kumimoji="0" lang="en-US" sz="2000" b="1" i="0" u="none" strike="noStrike" kern="0" cap="none" spc="0" normalizeH="0" baseline="0" noProof="0" dirty="0">
              <a:ln>
                <a:noFill/>
              </a:ln>
              <a:effectLst/>
              <a:uLnTx/>
              <a:uFillTx/>
              <a:ea typeface="Arial Unicode MS" pitchFamily="34" charset="-128"/>
              <a:cs typeface="Arial Unicode MS" pitchFamily="34" charset="-128"/>
            </a:endParaRPr>
          </a:p>
        </p:txBody>
      </p:sp>
      <p:sp>
        <p:nvSpPr>
          <p:cNvPr id="33" name="Rectangle 32">
            <a:extLst>
              <a:ext uri="{FF2B5EF4-FFF2-40B4-BE49-F238E27FC236}">
                <a16:creationId xmlns:a16="http://schemas.microsoft.com/office/drawing/2014/main" id="{FC2D8782-E6C7-4898-9FF2-8A8BA40F250A}"/>
              </a:ext>
            </a:extLst>
          </p:cNvPr>
          <p:cNvSpPr/>
          <p:nvPr/>
        </p:nvSpPr>
        <p:spPr bwMode="gray">
          <a:xfrm>
            <a:off x="4134711" y="2403767"/>
            <a:ext cx="2726520" cy="486666"/>
          </a:xfrm>
          <a:prstGeom prst="rect">
            <a:avLst/>
          </a:prstGeom>
          <a:ln>
            <a:headEnd/>
            <a:tailEnd/>
          </a:ln>
        </p:spPr>
        <p:style>
          <a:lnRef idx="2">
            <a:schemeClr val="accent1"/>
          </a:lnRef>
          <a:fillRef idx="1">
            <a:schemeClr val="lt1"/>
          </a:fillRef>
          <a:effectRef idx="0">
            <a:schemeClr val="accent1"/>
          </a:effectRef>
          <a:fontRef idx="minor">
            <a:schemeClr val="dk1"/>
          </a:fontRef>
        </p:style>
        <p:txBody>
          <a:bodyPr lIns="90000" tIns="72000" rIns="90000" bIns="72000" rtlCol="0" anchor="ctr"/>
          <a:lstStyle/>
          <a:p>
            <a:pPr algn="ctr" defTabSz="914400" fontAlgn="base">
              <a:spcBef>
                <a:spcPct val="50000"/>
              </a:spcBef>
              <a:spcAft>
                <a:spcPct val="0"/>
              </a:spcAft>
              <a:buClr>
                <a:srgbClr val="F0AB00"/>
              </a:buClr>
              <a:buSzPct val="80000"/>
            </a:pPr>
            <a:r>
              <a:rPr lang="en-US" sz="1800" kern="0" dirty="0" err="1">
                <a:solidFill>
                  <a:schemeClr val="dk1"/>
                </a:solidFill>
                <a:ea typeface="Arial Unicode MS" pitchFamily="34" charset="-128"/>
              </a:rPr>
              <a:t>PodSpecTemplate</a:t>
            </a:r>
            <a:endParaRPr lang="en-US" sz="1800" kern="0" dirty="0">
              <a:solidFill>
                <a:schemeClr val="dk1"/>
              </a:solidFill>
              <a:ea typeface="Arial Unicode MS" pitchFamily="34" charset="-128"/>
            </a:endParaRPr>
          </a:p>
        </p:txBody>
      </p:sp>
      <p:sp>
        <p:nvSpPr>
          <p:cNvPr id="34" name="Rectangle 33">
            <a:extLst>
              <a:ext uri="{FF2B5EF4-FFF2-40B4-BE49-F238E27FC236}">
                <a16:creationId xmlns:a16="http://schemas.microsoft.com/office/drawing/2014/main" id="{50F75D82-35E9-4050-A0EE-9F363A60D1EF}"/>
              </a:ext>
            </a:extLst>
          </p:cNvPr>
          <p:cNvSpPr/>
          <p:nvPr/>
        </p:nvSpPr>
        <p:spPr bwMode="gray">
          <a:xfrm>
            <a:off x="4134711" y="1769971"/>
            <a:ext cx="2726520" cy="486666"/>
          </a:xfrm>
          <a:prstGeom prst="rect">
            <a:avLst/>
          </a:prstGeom>
          <a:ln>
            <a:headEnd/>
            <a:tailEnd/>
          </a:ln>
        </p:spPr>
        <p:style>
          <a:lnRef idx="2">
            <a:schemeClr val="accent1"/>
          </a:lnRef>
          <a:fillRef idx="1">
            <a:schemeClr val="lt1"/>
          </a:fillRef>
          <a:effectRef idx="0">
            <a:schemeClr val="accent1"/>
          </a:effectRef>
          <a:fontRef idx="minor">
            <a:schemeClr val="dk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kumimoji="0" lang="en-US" sz="1800" i="0" u="none" strike="noStrike" kern="0" cap="none" spc="0" normalizeH="0" baseline="0" noProof="0" dirty="0" err="1">
                <a:ln>
                  <a:noFill/>
                </a:ln>
                <a:effectLst/>
                <a:uLnTx/>
                <a:uFillTx/>
                <a:ea typeface="Arial Unicode MS" pitchFamily="34" charset="-128"/>
                <a:cs typeface="Arial Unicode MS" pitchFamily="34" charset="-128"/>
              </a:rPr>
              <a:t>selector.matchLabels</a:t>
            </a:r>
            <a:endParaRPr kumimoji="0" lang="en-US" sz="1800" i="0" u="none" strike="noStrike" kern="0" cap="none" spc="0" normalizeH="0" baseline="0" noProof="0" dirty="0">
              <a:ln>
                <a:noFill/>
              </a:ln>
              <a:effectLst/>
              <a:uLnTx/>
              <a:uFillTx/>
              <a:ea typeface="Arial Unicode MS" pitchFamily="34" charset="-128"/>
              <a:cs typeface="Arial Unicode MS" pitchFamily="34" charset="-128"/>
            </a:endParaRPr>
          </a:p>
        </p:txBody>
      </p:sp>
      <p:cxnSp>
        <p:nvCxnSpPr>
          <p:cNvPr id="4" name="Connector: Elbow 3">
            <a:extLst>
              <a:ext uri="{FF2B5EF4-FFF2-40B4-BE49-F238E27FC236}">
                <a16:creationId xmlns:a16="http://schemas.microsoft.com/office/drawing/2014/main" id="{F852EB06-86C1-4844-9585-853A6C7FF525}"/>
              </a:ext>
            </a:extLst>
          </p:cNvPr>
          <p:cNvCxnSpPr>
            <a:cxnSpLocks/>
            <a:stCxn id="2" idx="2"/>
            <a:endCxn id="16" idx="0"/>
          </p:cNvCxnSpPr>
          <p:nvPr/>
        </p:nvCxnSpPr>
        <p:spPr>
          <a:xfrm rot="5400000">
            <a:off x="3979414" y="2186839"/>
            <a:ext cx="531479" cy="2480383"/>
          </a:xfrm>
          <a:prstGeom prst="bentConnector3">
            <a:avLst>
              <a:gd name="adj1" fmla="val 50000"/>
            </a:avLst>
          </a:prstGeom>
          <a:ln w="38100">
            <a:solidFill>
              <a:schemeClr val="tx1"/>
            </a:solidFill>
            <a:headEnd type="none" w="med" len="med"/>
            <a:tailEnd type="triangle"/>
          </a:ln>
        </p:spPr>
        <p:style>
          <a:lnRef idx="1">
            <a:schemeClr val="accent1"/>
          </a:lnRef>
          <a:fillRef idx="0">
            <a:schemeClr val="accent1"/>
          </a:fillRef>
          <a:effectRef idx="0">
            <a:schemeClr val="accent1"/>
          </a:effectRef>
          <a:fontRef idx="minor">
            <a:schemeClr val="tx1"/>
          </a:fontRef>
        </p:style>
      </p:cxnSp>
      <p:cxnSp>
        <p:nvCxnSpPr>
          <p:cNvPr id="35" name="Connector: Elbow 34">
            <a:extLst>
              <a:ext uri="{FF2B5EF4-FFF2-40B4-BE49-F238E27FC236}">
                <a16:creationId xmlns:a16="http://schemas.microsoft.com/office/drawing/2014/main" id="{F8AD8613-5112-4BF6-9D3E-0CA9118A0C2E}"/>
              </a:ext>
            </a:extLst>
          </p:cNvPr>
          <p:cNvCxnSpPr>
            <a:cxnSpLocks/>
            <a:stCxn id="2" idx="2"/>
            <a:endCxn id="20" idx="0"/>
          </p:cNvCxnSpPr>
          <p:nvPr/>
        </p:nvCxnSpPr>
        <p:spPr>
          <a:xfrm rot="16200000" flipH="1">
            <a:off x="6459795" y="2186839"/>
            <a:ext cx="531478" cy="2480381"/>
          </a:xfrm>
          <a:prstGeom prst="bentConnector3">
            <a:avLst>
              <a:gd name="adj1" fmla="val 50000"/>
            </a:avLst>
          </a:prstGeom>
          <a:ln w="38100">
            <a:solidFill>
              <a:schemeClr val="tx1"/>
            </a:solidFill>
            <a:headEnd type="none" w="med" len="med"/>
            <a:tailEnd type="triangle"/>
          </a:ln>
        </p:spPr>
        <p:style>
          <a:lnRef idx="1">
            <a:schemeClr val="accent1"/>
          </a:lnRef>
          <a:fillRef idx="0">
            <a:schemeClr val="accent1"/>
          </a:fillRef>
          <a:effectRef idx="0">
            <a:schemeClr val="accent1"/>
          </a:effectRef>
          <a:fontRef idx="minor">
            <a:schemeClr val="tx1"/>
          </a:fontRef>
        </p:style>
      </p:cxnSp>
      <p:cxnSp>
        <p:nvCxnSpPr>
          <p:cNvPr id="38" name="Connector: Elbow 37">
            <a:extLst>
              <a:ext uri="{FF2B5EF4-FFF2-40B4-BE49-F238E27FC236}">
                <a16:creationId xmlns:a16="http://schemas.microsoft.com/office/drawing/2014/main" id="{D7652C33-5EB9-41FD-AD04-F0493D66F4A1}"/>
              </a:ext>
            </a:extLst>
          </p:cNvPr>
          <p:cNvCxnSpPr>
            <a:cxnSpLocks/>
            <a:stCxn id="2" idx="2"/>
            <a:endCxn id="19" idx="0"/>
          </p:cNvCxnSpPr>
          <p:nvPr/>
        </p:nvCxnSpPr>
        <p:spPr>
          <a:xfrm rot="5400000">
            <a:off x="5219605" y="3427030"/>
            <a:ext cx="531479" cy="1"/>
          </a:xfrm>
          <a:prstGeom prst="bentConnector3">
            <a:avLst>
              <a:gd name="adj1" fmla="val 50000"/>
            </a:avLst>
          </a:prstGeom>
          <a:ln w="38100">
            <a:solidFill>
              <a:schemeClr val="tx1"/>
            </a:solidFill>
            <a:headEnd type="none" w="med" len="med"/>
            <a:tailEnd type="triangle"/>
          </a:ln>
        </p:spPr>
        <p:style>
          <a:lnRef idx="1">
            <a:schemeClr val="accent1"/>
          </a:lnRef>
          <a:fillRef idx="0">
            <a:schemeClr val="accent1"/>
          </a:fillRef>
          <a:effectRef idx="0">
            <a:schemeClr val="accent1"/>
          </a:effectRef>
          <a:fontRef idx="minor">
            <a:schemeClr val="tx1"/>
          </a:fontRef>
        </p:style>
      </p:cxnSp>
      <p:sp>
        <p:nvSpPr>
          <p:cNvPr id="46" name="Speech Bubble: Rectangle 45">
            <a:extLst>
              <a:ext uri="{FF2B5EF4-FFF2-40B4-BE49-F238E27FC236}">
                <a16:creationId xmlns:a16="http://schemas.microsoft.com/office/drawing/2014/main" id="{1FB3327E-804D-4B93-8753-55C8E28E1368}"/>
              </a:ext>
            </a:extLst>
          </p:cNvPr>
          <p:cNvSpPr/>
          <p:nvPr/>
        </p:nvSpPr>
        <p:spPr bwMode="gray">
          <a:xfrm>
            <a:off x="7677836" y="1170034"/>
            <a:ext cx="4101737" cy="469551"/>
          </a:xfrm>
          <a:prstGeom prst="wedgeRectCallout">
            <a:avLst>
              <a:gd name="adj1" fmla="val -68470"/>
              <a:gd name="adj2" fmla="val 184461"/>
            </a:avLst>
          </a:prstGeom>
          <a:ln>
            <a:headEnd/>
            <a:tailEnd/>
          </a:ln>
        </p:spPr>
        <p:style>
          <a:lnRef idx="2">
            <a:schemeClr val="accent5"/>
          </a:lnRef>
          <a:fillRef idx="1">
            <a:schemeClr val="lt1"/>
          </a:fillRef>
          <a:effectRef idx="0">
            <a:schemeClr val="accent5"/>
          </a:effectRef>
          <a:fontRef idx="minor">
            <a:schemeClr val="dk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lang="en-US" sz="1800" kern="0" dirty="0">
                <a:ea typeface="Arial Unicode MS" pitchFamily="34" charset="-128"/>
                <a:cs typeface="Arial Unicode MS" pitchFamily="34" charset="-128"/>
              </a:rPr>
              <a:t>s</a:t>
            </a:r>
            <a:r>
              <a:rPr lang="en-US" sz="1800" kern="0" noProof="0" dirty="0" err="1">
                <a:ea typeface="Arial Unicode MS" pitchFamily="34" charset="-128"/>
                <a:cs typeface="Arial Unicode MS" pitchFamily="34" charset="-128"/>
              </a:rPr>
              <a:t>tructure</a:t>
            </a:r>
            <a:r>
              <a:rPr lang="en-US" sz="1800" kern="0" noProof="0" dirty="0">
                <a:ea typeface="Arial Unicode MS" pitchFamily="34" charset="-128"/>
                <a:cs typeface="Arial Unicode MS" pitchFamily="34" charset="-128"/>
              </a:rPr>
              <a:t> is </a:t>
            </a:r>
            <a:r>
              <a:rPr lang="en-US" sz="1800" kern="0" dirty="0">
                <a:ea typeface="Arial Unicode MS" pitchFamily="34" charset="-128"/>
                <a:cs typeface="Arial Unicode MS" pitchFamily="34" charset="-128"/>
              </a:rPr>
              <a:t>similar to deployments</a:t>
            </a:r>
            <a:endParaRPr kumimoji="0" lang="en-US" sz="1800" b="0" i="0" u="none" strike="noStrike" kern="0" cap="none" spc="0" normalizeH="0" baseline="0" noProof="0" dirty="0">
              <a:ln>
                <a:noFill/>
              </a:ln>
              <a:effectLst/>
              <a:uLnTx/>
              <a:uFillTx/>
              <a:ea typeface="Arial Unicode MS" pitchFamily="34" charset="-128"/>
              <a:cs typeface="Arial Unicode MS" pitchFamily="34" charset="-128"/>
            </a:endParaRPr>
          </a:p>
        </p:txBody>
      </p:sp>
      <p:sp>
        <p:nvSpPr>
          <p:cNvPr id="47" name="Speech Bubble: Rectangle 46">
            <a:extLst>
              <a:ext uri="{FF2B5EF4-FFF2-40B4-BE49-F238E27FC236}">
                <a16:creationId xmlns:a16="http://schemas.microsoft.com/office/drawing/2014/main" id="{7942B0F9-5977-4068-99D6-04F15744086D}"/>
              </a:ext>
            </a:extLst>
          </p:cNvPr>
          <p:cNvSpPr/>
          <p:nvPr/>
        </p:nvSpPr>
        <p:spPr bwMode="gray">
          <a:xfrm>
            <a:off x="7677836" y="2403766"/>
            <a:ext cx="4101737" cy="522749"/>
          </a:xfrm>
          <a:prstGeom prst="wedgeRectCallout">
            <a:avLst>
              <a:gd name="adj1" fmla="val -64183"/>
              <a:gd name="adj2" fmla="val 113348"/>
            </a:avLst>
          </a:prstGeom>
          <a:ln>
            <a:headEnd/>
            <a:tailEnd/>
          </a:ln>
        </p:spPr>
        <p:style>
          <a:lnRef idx="2">
            <a:schemeClr val="accent5"/>
          </a:lnRef>
          <a:fillRef idx="1">
            <a:schemeClr val="lt1"/>
          </a:fillRef>
          <a:effectRef idx="0">
            <a:schemeClr val="accent5"/>
          </a:effectRef>
          <a:fontRef idx="minor">
            <a:schemeClr val="dk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lang="en-US" sz="1800" kern="0" dirty="0">
                <a:ea typeface="Arial Unicode MS" pitchFamily="34" charset="-128"/>
                <a:cs typeface="Arial Unicode MS" pitchFamily="34" charset="-128"/>
              </a:rPr>
              <a:t>one</a:t>
            </a:r>
            <a:r>
              <a:rPr lang="en-US" sz="1800" kern="0" noProof="0" dirty="0">
                <a:ea typeface="Arial Unicode MS" pitchFamily="34" charset="-128"/>
                <a:cs typeface="Arial Unicode MS" pitchFamily="34" charset="-128"/>
              </a:rPr>
              <a:t> pod is scheduled on each node</a:t>
            </a:r>
            <a:endParaRPr kumimoji="0" lang="en-US" sz="1800" b="0" i="0" u="none" strike="noStrike" kern="0" cap="none" spc="0" normalizeH="0" baseline="0" noProof="0" dirty="0">
              <a:ln>
                <a:noFill/>
              </a:ln>
              <a:effectLst/>
              <a:uLnTx/>
              <a:uFillTx/>
              <a:ea typeface="Arial Unicode MS" pitchFamily="34" charset="-128"/>
              <a:cs typeface="Arial Unicode MS" pitchFamily="34" charset="-128"/>
            </a:endParaRPr>
          </a:p>
        </p:txBody>
      </p:sp>
    </p:spTree>
    <p:extLst>
      <p:ext uri="{BB962C8B-B14F-4D97-AF65-F5344CB8AC3E}">
        <p14:creationId xmlns:p14="http://schemas.microsoft.com/office/powerpoint/2010/main" val="156591653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 Placeholder 4"/>
          <p:cNvSpPr>
            <a:spLocks noGrp="1"/>
          </p:cNvSpPr>
          <p:nvPr>
            <p:ph type="body" sz="quarter" idx="14"/>
          </p:nvPr>
        </p:nvSpPr>
        <p:spPr/>
        <p:txBody>
          <a:bodyPr/>
          <a:lstStyle/>
          <a:p>
            <a:r>
              <a:rPr lang="en-US" dirty="0"/>
              <a:t>Kubernetes</a:t>
            </a:r>
            <a:br>
              <a:rPr lang="en-US" dirty="0"/>
            </a:br>
            <a:r>
              <a:rPr lang="en-US" dirty="0">
                <a:solidFill>
                  <a:schemeClr val="accent1"/>
                </a:solidFill>
              </a:rPr>
              <a:t>Scheduling</a:t>
            </a:r>
          </a:p>
        </p:txBody>
      </p:sp>
      <p:pic>
        <p:nvPicPr>
          <p:cNvPr id="4" name="Picture 3" descr="cid:image003.png@01D31CC6.A08B1C50">
            <a:extLst>
              <a:ext uri="{FF2B5EF4-FFF2-40B4-BE49-F238E27FC236}">
                <a16:creationId xmlns:a16="http://schemas.microsoft.com/office/drawing/2014/main" id="{CE860390-F50F-48A8-AA1A-AE0217946FC1}"/>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0780712" y="5721975"/>
            <a:ext cx="1414463" cy="1136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7" name="Illustration" descr="Example of an illustration" title="Illustration for title slide">
            <a:extLst>
              <a:ext uri="{FF2B5EF4-FFF2-40B4-BE49-F238E27FC236}">
                <a16:creationId xmlns:a16="http://schemas.microsoft.com/office/drawing/2014/main" id="{195BD3AD-0485-46D2-AEE5-17D39F99CC8F}"/>
              </a:ext>
            </a:extLst>
          </p:cNvPr>
          <p:cNvPicPr>
            <a:picLocks noGrp="1" noChangeAspect="1"/>
          </p:cNvPicPr>
          <p:nvPr>
            <p:ph type="pic" sz="quarter" idx="12"/>
          </p:nvPr>
        </p:nvPicPr>
        <p:blipFill>
          <a:blip r:embed="rId4"/>
          <a:srcRect t="3112" b="3112"/>
          <a:stretch>
            <a:fillRect/>
          </a:stretch>
        </p:blipFill>
        <p:spPr bwMode="gray">
          <a:xfrm>
            <a:off x="1" y="0"/>
            <a:ext cx="12195174" cy="3430006"/>
          </a:xfrm>
        </p:spPr>
      </p:pic>
    </p:spTree>
    <p:extLst>
      <p:ext uri="{BB962C8B-B14F-4D97-AF65-F5344CB8AC3E}">
        <p14:creationId xmlns:p14="http://schemas.microsoft.com/office/powerpoint/2010/main" val="1819205958"/>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lstStyle/>
          <a:p>
            <a:r>
              <a:rPr lang="en-US" dirty="0"/>
              <a:t>A note on scheduling pods…</a:t>
            </a:r>
          </a:p>
        </p:txBody>
      </p:sp>
      <p:sp>
        <p:nvSpPr>
          <p:cNvPr id="4" name="Rectangle 3"/>
          <p:cNvSpPr/>
          <p:nvPr/>
        </p:nvSpPr>
        <p:spPr bwMode="gray">
          <a:xfrm>
            <a:off x="858333" y="3180802"/>
            <a:ext cx="2455957" cy="3070860"/>
          </a:xfrm>
          <a:prstGeom prst="rect">
            <a:avLst/>
          </a:prstGeom>
          <a:ln>
            <a:headEnd/>
            <a:tailEnd/>
          </a:ln>
        </p:spPr>
        <p:style>
          <a:lnRef idx="1">
            <a:schemeClr val="accent2"/>
          </a:lnRef>
          <a:fillRef idx="2">
            <a:schemeClr val="accent2"/>
          </a:fillRef>
          <a:effectRef idx="1">
            <a:schemeClr val="accent2"/>
          </a:effectRef>
          <a:fontRef idx="minor">
            <a:schemeClr val="dk1"/>
          </a:fontRef>
        </p:style>
        <p:txBody>
          <a:bodyPr lIns="90000" tIns="72000" rIns="90000" bIns="72000" rtlCol="0" anchor="t"/>
          <a:lstStyle/>
          <a:p>
            <a:pPr algn="ctr" defTabSz="914400" fontAlgn="base">
              <a:spcBef>
                <a:spcPct val="50000"/>
              </a:spcBef>
              <a:spcAft>
                <a:spcPct val="0"/>
              </a:spcAft>
              <a:buClr>
                <a:srgbClr val="F0AB00"/>
              </a:buClr>
              <a:buSzPct val="80000"/>
            </a:pPr>
            <a:r>
              <a:rPr lang="de-DE" sz="2400" b="1" kern="0" dirty="0" err="1">
                <a:ea typeface="Arial Unicode MS" pitchFamily="34" charset="-128"/>
                <a:cs typeface="Arial Unicode MS" pitchFamily="34" charset="-128"/>
              </a:rPr>
              <a:t>Node</a:t>
            </a:r>
            <a:r>
              <a:rPr lang="de-DE" sz="2400" b="1" kern="0" dirty="0">
                <a:ea typeface="Arial Unicode MS" pitchFamily="34" charset="-128"/>
                <a:cs typeface="Arial Unicode MS" pitchFamily="34" charset="-128"/>
              </a:rPr>
              <a:t> A</a:t>
            </a:r>
          </a:p>
        </p:txBody>
      </p:sp>
      <p:sp>
        <p:nvSpPr>
          <p:cNvPr id="6" name="Rectangle 5"/>
          <p:cNvSpPr/>
          <p:nvPr/>
        </p:nvSpPr>
        <p:spPr bwMode="gray">
          <a:xfrm>
            <a:off x="1486507" y="5028221"/>
            <a:ext cx="1208595" cy="773906"/>
          </a:xfrm>
          <a:prstGeom prst="rect">
            <a:avLst/>
          </a:prstGeom>
          <a:ln>
            <a:headEnd/>
            <a:tailEnd/>
          </a:ln>
        </p:spPr>
        <p:style>
          <a:lnRef idx="2">
            <a:schemeClr val="accent5">
              <a:shade val="50000"/>
            </a:schemeClr>
          </a:lnRef>
          <a:fillRef idx="1">
            <a:schemeClr val="accent5"/>
          </a:fillRef>
          <a:effectRef idx="0">
            <a:schemeClr val="accent5"/>
          </a:effectRef>
          <a:fontRef idx="minor">
            <a:schemeClr val="lt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lang="de-DE" sz="1600" b="1" kern="0" noProof="0" dirty="0" err="1">
                <a:ea typeface="Arial Unicode MS" pitchFamily="34" charset="-128"/>
                <a:cs typeface="Arial Unicode MS" pitchFamily="34" charset="-128"/>
              </a:rPr>
              <a:t>Tolerate</a:t>
            </a:r>
            <a:r>
              <a:rPr lang="de-DE" sz="1600" b="1" kern="0" noProof="0" dirty="0">
                <a:ea typeface="Arial Unicode MS" pitchFamily="34" charset="-128"/>
                <a:cs typeface="Arial Unicode MS" pitchFamily="34" charset="-128"/>
              </a:rPr>
              <a:t> </a:t>
            </a:r>
            <a:r>
              <a:rPr lang="de-DE" sz="1600" b="1" kern="0" dirty="0">
                <a:ea typeface="Arial Unicode MS" pitchFamily="34" charset="-128"/>
                <a:cs typeface="Arial Unicode MS" pitchFamily="34" charset="-128"/>
              </a:rPr>
              <a:t>N</a:t>
            </a:r>
            <a:r>
              <a:rPr lang="de-DE" sz="1600" b="1" kern="0" noProof="0" dirty="0" err="1">
                <a:ea typeface="Arial Unicode MS" pitchFamily="34" charset="-128"/>
                <a:cs typeface="Arial Unicode MS" pitchFamily="34" charset="-128"/>
              </a:rPr>
              <a:t>oUsers</a:t>
            </a:r>
            <a:endParaRPr kumimoji="0" lang="de-DE" sz="1600" b="1" i="0" u="none" strike="noStrike" kern="0" cap="none" spc="0" normalizeH="0" baseline="0" noProof="0" dirty="0">
              <a:ln>
                <a:noFill/>
              </a:ln>
              <a:effectLst/>
              <a:uLnTx/>
              <a:uFillTx/>
              <a:ea typeface="Arial Unicode MS" pitchFamily="34" charset="-128"/>
              <a:cs typeface="Arial Unicode MS" pitchFamily="34" charset="-128"/>
            </a:endParaRPr>
          </a:p>
        </p:txBody>
      </p:sp>
      <p:sp>
        <p:nvSpPr>
          <p:cNvPr id="7" name="Rectangle 6"/>
          <p:cNvSpPr/>
          <p:nvPr/>
        </p:nvSpPr>
        <p:spPr bwMode="gray">
          <a:xfrm>
            <a:off x="3679643" y="3180801"/>
            <a:ext cx="3703320" cy="3070860"/>
          </a:xfrm>
          <a:prstGeom prst="rect">
            <a:avLst/>
          </a:prstGeom>
          <a:ln>
            <a:headEnd/>
            <a:tailEnd/>
          </a:ln>
        </p:spPr>
        <p:style>
          <a:lnRef idx="1">
            <a:schemeClr val="accent2"/>
          </a:lnRef>
          <a:fillRef idx="2">
            <a:schemeClr val="accent2"/>
          </a:fillRef>
          <a:effectRef idx="1">
            <a:schemeClr val="accent2"/>
          </a:effectRef>
          <a:fontRef idx="minor">
            <a:schemeClr val="dk1"/>
          </a:fontRef>
        </p:style>
        <p:txBody>
          <a:bodyPr lIns="90000" tIns="72000" rIns="90000" bIns="72000" rtlCol="0" anchor="t"/>
          <a:lstStyle/>
          <a:p>
            <a:pPr algn="ctr" defTabSz="914400" fontAlgn="base">
              <a:spcBef>
                <a:spcPct val="50000"/>
              </a:spcBef>
              <a:spcAft>
                <a:spcPct val="0"/>
              </a:spcAft>
              <a:buClr>
                <a:srgbClr val="F0AB00"/>
              </a:buClr>
              <a:buSzPct val="80000"/>
            </a:pPr>
            <a:r>
              <a:rPr lang="de-DE" sz="2400" b="1" kern="0" dirty="0" err="1">
                <a:ea typeface="Arial Unicode MS" pitchFamily="34" charset="-128"/>
                <a:cs typeface="Arial Unicode MS" pitchFamily="34" charset="-128"/>
              </a:rPr>
              <a:t>Node</a:t>
            </a:r>
            <a:r>
              <a:rPr lang="de-DE" sz="2400" b="1" kern="0" dirty="0">
                <a:ea typeface="Arial Unicode MS" pitchFamily="34" charset="-128"/>
                <a:cs typeface="Arial Unicode MS" pitchFamily="34" charset="-128"/>
              </a:rPr>
              <a:t> B</a:t>
            </a:r>
          </a:p>
        </p:txBody>
      </p:sp>
      <p:sp>
        <p:nvSpPr>
          <p:cNvPr id="9" name="Rectangle 8"/>
          <p:cNvSpPr/>
          <p:nvPr/>
        </p:nvSpPr>
        <p:spPr bwMode="gray">
          <a:xfrm>
            <a:off x="4146714" y="5028221"/>
            <a:ext cx="1208595" cy="773906"/>
          </a:xfrm>
          <a:prstGeom prst="rect">
            <a:avLst/>
          </a:prstGeom>
          <a:ln>
            <a:headEnd/>
            <a:tailEnd/>
          </a:ln>
        </p:spPr>
        <p:style>
          <a:lnRef idx="2">
            <a:schemeClr val="accent2">
              <a:shade val="50000"/>
            </a:schemeClr>
          </a:lnRef>
          <a:fillRef idx="1">
            <a:schemeClr val="accent2"/>
          </a:fillRef>
          <a:effectRef idx="0">
            <a:schemeClr val="accent2"/>
          </a:effectRef>
          <a:fontRef idx="minor">
            <a:schemeClr val="lt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lang="de-DE" sz="1600" b="1" kern="0" noProof="0" dirty="0" err="1">
                <a:ea typeface="Arial Unicode MS" pitchFamily="34" charset="-128"/>
                <a:cs typeface="Arial Unicode MS" pitchFamily="34" charset="-128"/>
              </a:rPr>
              <a:t>NotWith</a:t>
            </a:r>
            <a:r>
              <a:rPr lang="de-DE" sz="1600" b="1" kern="0" noProof="0" dirty="0">
                <a:ea typeface="Arial Unicode MS" pitchFamily="34" charset="-128"/>
                <a:cs typeface="Arial Unicode MS" pitchFamily="34" charset="-128"/>
              </a:rPr>
              <a:t> Database</a:t>
            </a:r>
            <a:endParaRPr kumimoji="0" lang="de-DE" sz="1600" b="1" i="0" u="none" strike="noStrike" kern="0" cap="none" spc="0" normalizeH="0" baseline="0" noProof="0" dirty="0">
              <a:ln>
                <a:noFill/>
              </a:ln>
              <a:effectLst/>
              <a:uLnTx/>
              <a:uFillTx/>
              <a:ea typeface="Arial Unicode MS" pitchFamily="34" charset="-128"/>
              <a:cs typeface="Arial Unicode MS" pitchFamily="34" charset="-128"/>
            </a:endParaRPr>
          </a:p>
        </p:txBody>
      </p:sp>
      <p:sp>
        <p:nvSpPr>
          <p:cNvPr id="11" name="Rectangle 10"/>
          <p:cNvSpPr/>
          <p:nvPr/>
        </p:nvSpPr>
        <p:spPr bwMode="gray">
          <a:xfrm>
            <a:off x="4620986" y="1141241"/>
            <a:ext cx="1820636" cy="628650"/>
          </a:xfrm>
          <a:prstGeom prst="rect">
            <a:avLst/>
          </a:prstGeom>
          <a:ln>
            <a:headEnd/>
            <a:tailEnd/>
          </a:ln>
        </p:spPr>
        <p:style>
          <a:lnRef idx="1">
            <a:schemeClr val="accent2"/>
          </a:lnRef>
          <a:fillRef idx="2">
            <a:schemeClr val="accent2"/>
          </a:fillRef>
          <a:effectRef idx="1">
            <a:schemeClr val="accent2"/>
          </a:effectRef>
          <a:fontRef idx="minor">
            <a:schemeClr val="dk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kumimoji="0" lang="en-US" sz="1800" b="1" i="0" u="none" strike="noStrike" kern="0" cap="none" spc="0" normalizeH="0" baseline="0" noProof="0" dirty="0">
                <a:ln>
                  <a:noFill/>
                </a:ln>
                <a:effectLst/>
                <a:uLnTx/>
                <a:uFillTx/>
                <a:ea typeface="Arial Unicode MS" pitchFamily="34" charset="-128"/>
                <a:cs typeface="Arial Unicode MS" pitchFamily="34" charset="-128"/>
              </a:rPr>
              <a:t>Scheduler</a:t>
            </a:r>
          </a:p>
        </p:txBody>
      </p:sp>
      <p:cxnSp>
        <p:nvCxnSpPr>
          <p:cNvPr id="12" name="Connector: Elbow 11"/>
          <p:cNvCxnSpPr>
            <a:stCxn id="11" idx="2"/>
            <a:endCxn id="4" idx="0"/>
          </p:cNvCxnSpPr>
          <p:nvPr/>
        </p:nvCxnSpPr>
        <p:spPr>
          <a:xfrm rot="5400000">
            <a:off x="3103353" y="752850"/>
            <a:ext cx="1410911" cy="3444992"/>
          </a:xfrm>
          <a:prstGeom prst="bentConnector3">
            <a:avLst/>
          </a:prstGeom>
          <a:ln w="57150">
            <a:solidFill>
              <a:schemeClr val="tx1"/>
            </a:solidFill>
            <a:headEnd type="none" w="med" len="med"/>
            <a:tailEnd type="triangle"/>
          </a:ln>
        </p:spPr>
        <p:style>
          <a:lnRef idx="1">
            <a:schemeClr val="accent1"/>
          </a:lnRef>
          <a:fillRef idx="0">
            <a:schemeClr val="accent1"/>
          </a:fillRef>
          <a:effectRef idx="0">
            <a:schemeClr val="accent1"/>
          </a:effectRef>
          <a:fontRef idx="minor">
            <a:schemeClr val="tx1"/>
          </a:fontRef>
        </p:style>
      </p:cxnSp>
      <p:cxnSp>
        <p:nvCxnSpPr>
          <p:cNvPr id="13" name="Connector: Elbow 12"/>
          <p:cNvCxnSpPr>
            <a:stCxn id="11" idx="2"/>
            <a:endCxn id="7" idx="0"/>
          </p:cNvCxnSpPr>
          <p:nvPr/>
        </p:nvCxnSpPr>
        <p:spPr>
          <a:xfrm rot="5400000">
            <a:off x="4825849" y="2475346"/>
            <a:ext cx="1410910" cy="1"/>
          </a:xfrm>
          <a:prstGeom prst="bentConnector3">
            <a:avLst>
              <a:gd name="adj1" fmla="val 50000"/>
            </a:avLst>
          </a:prstGeom>
          <a:ln w="57150">
            <a:solidFill>
              <a:schemeClr val="tx1"/>
            </a:solidFill>
            <a:headEnd type="none" w="med" len="med"/>
            <a:tailEnd type="triangle"/>
          </a:ln>
        </p:spPr>
        <p:style>
          <a:lnRef idx="1">
            <a:schemeClr val="accent1"/>
          </a:lnRef>
          <a:fillRef idx="0">
            <a:schemeClr val="accent1"/>
          </a:fillRef>
          <a:effectRef idx="0">
            <a:schemeClr val="accent1"/>
          </a:effectRef>
          <a:fontRef idx="minor">
            <a:schemeClr val="tx1"/>
          </a:fontRef>
        </p:style>
      </p:cxnSp>
      <p:sp>
        <p:nvSpPr>
          <p:cNvPr id="10" name="Flowchart: Preparation 9"/>
          <p:cNvSpPr/>
          <p:nvPr/>
        </p:nvSpPr>
        <p:spPr bwMode="gray">
          <a:xfrm>
            <a:off x="1184482" y="3966818"/>
            <a:ext cx="1803657" cy="773906"/>
          </a:xfrm>
          <a:prstGeom prst="flowChartPreparation">
            <a:avLst/>
          </a:prstGeom>
          <a:ln>
            <a:headEnd/>
            <a:tailEnd/>
          </a:ln>
        </p:spPr>
        <p:style>
          <a:lnRef idx="2">
            <a:schemeClr val="accent5">
              <a:shade val="50000"/>
            </a:schemeClr>
          </a:lnRef>
          <a:fillRef idx="1">
            <a:schemeClr val="accent5"/>
          </a:fillRef>
          <a:effectRef idx="0">
            <a:schemeClr val="accent5"/>
          </a:effectRef>
          <a:fontRef idx="minor">
            <a:schemeClr val="lt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lang="en-US" sz="1800" kern="0" noProof="0" dirty="0">
                <a:ea typeface="Arial Unicode MS" pitchFamily="34" charset="-128"/>
                <a:cs typeface="Arial Unicode MS" pitchFamily="34" charset="-128"/>
              </a:rPr>
              <a:t>Taint: </a:t>
            </a:r>
            <a:r>
              <a:rPr lang="en-US" sz="1800" kern="0" noProof="0" dirty="0" err="1">
                <a:ea typeface="Arial Unicode MS" pitchFamily="34" charset="-128"/>
                <a:cs typeface="Arial Unicode MS" pitchFamily="34" charset="-128"/>
              </a:rPr>
              <a:t>NoUsers</a:t>
            </a:r>
            <a:endParaRPr kumimoji="0" lang="en-US" sz="1800" b="0" i="0" u="none" strike="noStrike" kern="0" cap="none" spc="0" normalizeH="0" baseline="0" noProof="0" dirty="0">
              <a:ln>
                <a:noFill/>
              </a:ln>
              <a:effectLst/>
              <a:uLnTx/>
              <a:uFillTx/>
              <a:ea typeface="Arial Unicode MS" pitchFamily="34" charset="-128"/>
              <a:cs typeface="Arial Unicode MS" pitchFamily="34" charset="-128"/>
            </a:endParaRPr>
          </a:p>
        </p:txBody>
      </p:sp>
      <p:sp>
        <p:nvSpPr>
          <p:cNvPr id="19" name="Rectangle 18"/>
          <p:cNvSpPr/>
          <p:nvPr/>
        </p:nvSpPr>
        <p:spPr bwMode="gray">
          <a:xfrm>
            <a:off x="4146714" y="3966818"/>
            <a:ext cx="1208595" cy="773906"/>
          </a:xfrm>
          <a:prstGeom prst="rect">
            <a:avLst/>
          </a:prstGeom>
          <a:ln>
            <a:headEnd/>
            <a:tailEnd/>
          </a:ln>
        </p:spPr>
        <p:style>
          <a:lnRef idx="2">
            <a:schemeClr val="accent4">
              <a:shade val="50000"/>
            </a:schemeClr>
          </a:lnRef>
          <a:fillRef idx="1">
            <a:schemeClr val="accent4"/>
          </a:fillRef>
          <a:effectRef idx="0">
            <a:schemeClr val="accent4"/>
          </a:effectRef>
          <a:fontRef idx="minor">
            <a:schemeClr val="lt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kumimoji="0" lang="de-DE" sz="1600" b="1" i="0" u="none" strike="noStrike" kern="0" cap="none" spc="0" normalizeH="0" baseline="0" noProof="0" dirty="0" err="1">
                <a:ln>
                  <a:noFill/>
                </a:ln>
                <a:effectLst/>
                <a:uLnTx/>
                <a:uFillTx/>
                <a:ea typeface="Arial Unicode MS" pitchFamily="34" charset="-128"/>
                <a:cs typeface="Arial Unicode MS" pitchFamily="34" charset="-128"/>
              </a:rPr>
              <a:t>OnNodeB</a:t>
            </a:r>
            <a:endParaRPr kumimoji="0" lang="de-DE" sz="1600" b="1" i="0" u="none" strike="noStrike" kern="0" cap="none" spc="0" normalizeH="0" baseline="0" noProof="0" dirty="0">
              <a:ln>
                <a:noFill/>
              </a:ln>
              <a:effectLst/>
              <a:uLnTx/>
              <a:uFillTx/>
              <a:ea typeface="Arial Unicode MS" pitchFamily="34" charset="-128"/>
              <a:cs typeface="Arial Unicode MS" pitchFamily="34" charset="-128"/>
            </a:endParaRPr>
          </a:p>
        </p:txBody>
      </p:sp>
      <p:sp>
        <p:nvSpPr>
          <p:cNvPr id="22" name="Rectangle 21"/>
          <p:cNvSpPr/>
          <p:nvPr/>
        </p:nvSpPr>
        <p:spPr bwMode="gray">
          <a:xfrm>
            <a:off x="7750357" y="3180802"/>
            <a:ext cx="3703320" cy="3070860"/>
          </a:xfrm>
          <a:prstGeom prst="rect">
            <a:avLst/>
          </a:prstGeom>
          <a:ln>
            <a:headEnd/>
            <a:tailEnd/>
          </a:ln>
        </p:spPr>
        <p:style>
          <a:lnRef idx="1">
            <a:schemeClr val="accent2"/>
          </a:lnRef>
          <a:fillRef idx="2">
            <a:schemeClr val="accent2"/>
          </a:fillRef>
          <a:effectRef idx="1">
            <a:schemeClr val="accent2"/>
          </a:effectRef>
          <a:fontRef idx="minor">
            <a:schemeClr val="dk1"/>
          </a:fontRef>
        </p:style>
        <p:txBody>
          <a:bodyPr lIns="90000" tIns="72000" rIns="90000" bIns="72000" rtlCol="0" anchor="t"/>
          <a:lstStyle/>
          <a:p>
            <a:pPr algn="ctr" defTabSz="914400" fontAlgn="base">
              <a:spcBef>
                <a:spcPct val="50000"/>
              </a:spcBef>
              <a:spcAft>
                <a:spcPct val="0"/>
              </a:spcAft>
              <a:buClr>
                <a:srgbClr val="F0AB00"/>
              </a:buClr>
              <a:buSzPct val="80000"/>
            </a:pPr>
            <a:r>
              <a:rPr lang="de-DE" sz="2400" b="1" kern="0" dirty="0" err="1">
                <a:ea typeface="Arial Unicode MS" pitchFamily="34" charset="-128"/>
                <a:cs typeface="Arial Unicode MS" pitchFamily="34" charset="-128"/>
              </a:rPr>
              <a:t>Node</a:t>
            </a:r>
            <a:r>
              <a:rPr lang="de-DE" sz="2400" b="1" kern="0" dirty="0">
                <a:ea typeface="Arial Unicode MS" pitchFamily="34" charset="-128"/>
                <a:cs typeface="Arial Unicode MS" pitchFamily="34" charset="-128"/>
              </a:rPr>
              <a:t> C</a:t>
            </a:r>
          </a:p>
        </p:txBody>
      </p:sp>
      <p:sp>
        <p:nvSpPr>
          <p:cNvPr id="23" name="Rectangle 22"/>
          <p:cNvSpPr/>
          <p:nvPr/>
        </p:nvSpPr>
        <p:spPr bwMode="gray">
          <a:xfrm>
            <a:off x="8291478" y="5028221"/>
            <a:ext cx="1208595" cy="773906"/>
          </a:xfrm>
          <a:prstGeom prst="rect">
            <a:avLst/>
          </a:prstGeom>
          <a:ln>
            <a:headEnd/>
            <a:tailEnd/>
          </a:ln>
        </p:spPr>
        <p:style>
          <a:lnRef idx="2">
            <a:schemeClr val="accent2">
              <a:shade val="50000"/>
            </a:schemeClr>
          </a:lnRef>
          <a:fillRef idx="1">
            <a:schemeClr val="accent2"/>
          </a:fillRef>
          <a:effectRef idx="0">
            <a:schemeClr val="accent2"/>
          </a:effectRef>
          <a:fontRef idx="minor">
            <a:schemeClr val="lt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kumimoji="0" lang="de-DE" sz="1600" b="1" i="0" u="none" strike="noStrike" kern="0" cap="none" spc="0" normalizeH="0" baseline="0" noProof="0" dirty="0" err="1">
                <a:ln>
                  <a:noFill/>
                </a:ln>
                <a:effectLst/>
                <a:uLnTx/>
                <a:uFillTx/>
                <a:ea typeface="Arial Unicode MS" pitchFamily="34" charset="-128"/>
                <a:cs typeface="Arial Unicode MS" pitchFamily="34" charset="-128"/>
              </a:rPr>
              <a:t>NotWith</a:t>
            </a:r>
            <a:r>
              <a:rPr kumimoji="0" lang="de-DE" sz="1600" b="1" i="0" u="none" strike="noStrike" kern="0" cap="none" spc="0" normalizeH="0" baseline="0" noProof="0" dirty="0">
                <a:ln>
                  <a:noFill/>
                </a:ln>
                <a:effectLst/>
                <a:uLnTx/>
                <a:uFillTx/>
                <a:ea typeface="Arial Unicode MS" pitchFamily="34" charset="-128"/>
                <a:cs typeface="Arial Unicode MS" pitchFamily="34" charset="-128"/>
              </a:rPr>
              <a:t> Database</a:t>
            </a:r>
          </a:p>
        </p:txBody>
      </p:sp>
      <p:sp>
        <p:nvSpPr>
          <p:cNvPr id="24" name="Rectangle 23"/>
          <p:cNvSpPr/>
          <p:nvPr/>
        </p:nvSpPr>
        <p:spPr bwMode="gray">
          <a:xfrm>
            <a:off x="8291478" y="3966818"/>
            <a:ext cx="1208595" cy="773906"/>
          </a:xfrm>
          <a:prstGeom prst="rect">
            <a:avLst/>
          </a:prstGeom>
          <a:ln>
            <a:headEnd/>
            <a:tailEnd/>
          </a:ln>
        </p:spPr>
        <p:style>
          <a:lnRef idx="2">
            <a:schemeClr val="accent2">
              <a:shade val="50000"/>
            </a:schemeClr>
          </a:lnRef>
          <a:fillRef idx="1">
            <a:schemeClr val="accent2"/>
          </a:fillRef>
          <a:effectRef idx="0">
            <a:schemeClr val="accent2"/>
          </a:effectRef>
          <a:fontRef idx="minor">
            <a:schemeClr val="lt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lang="de-DE" sz="1600" b="1" kern="0" dirty="0">
                <a:ea typeface="Arial Unicode MS" pitchFamily="34" charset="-128"/>
                <a:cs typeface="Arial Unicode MS" pitchFamily="34" charset="-128"/>
              </a:rPr>
              <a:t>Backend </a:t>
            </a:r>
            <a:r>
              <a:rPr lang="de-DE" sz="1600" b="1" kern="0" dirty="0" err="1">
                <a:ea typeface="Arial Unicode MS" pitchFamily="34" charset="-128"/>
                <a:cs typeface="Arial Unicode MS" pitchFamily="34" charset="-128"/>
              </a:rPr>
              <a:t>With</a:t>
            </a:r>
            <a:r>
              <a:rPr lang="de-DE" sz="1600" b="1" kern="0" dirty="0">
                <a:ea typeface="Arial Unicode MS" pitchFamily="34" charset="-128"/>
                <a:cs typeface="Arial Unicode MS" pitchFamily="34" charset="-128"/>
              </a:rPr>
              <a:t> Frontend</a:t>
            </a:r>
            <a:endParaRPr kumimoji="0" lang="de-DE" sz="1600" b="1" i="0" u="none" strike="noStrike" kern="0" cap="none" spc="0" normalizeH="0" baseline="0" noProof="0" dirty="0">
              <a:ln>
                <a:noFill/>
              </a:ln>
              <a:effectLst/>
              <a:uLnTx/>
              <a:uFillTx/>
              <a:ea typeface="Arial Unicode MS" pitchFamily="34" charset="-128"/>
              <a:cs typeface="Arial Unicode MS" pitchFamily="34" charset="-128"/>
            </a:endParaRPr>
          </a:p>
        </p:txBody>
      </p:sp>
      <p:cxnSp>
        <p:nvCxnSpPr>
          <p:cNvPr id="28" name="Connector: Elbow 27"/>
          <p:cNvCxnSpPr>
            <a:stCxn id="11" idx="2"/>
            <a:endCxn id="22" idx="0"/>
          </p:cNvCxnSpPr>
          <p:nvPr/>
        </p:nvCxnSpPr>
        <p:spPr>
          <a:xfrm rot="16200000" flipH="1">
            <a:off x="6861205" y="439989"/>
            <a:ext cx="1410911" cy="4070713"/>
          </a:xfrm>
          <a:prstGeom prst="bentConnector3">
            <a:avLst>
              <a:gd name="adj1" fmla="val 50000"/>
            </a:avLst>
          </a:prstGeom>
          <a:ln w="57150">
            <a:solidFill>
              <a:schemeClr val="tx1"/>
            </a:solidFill>
            <a:headEnd type="none" w="med" len="med"/>
            <a:tailEnd type="triangle"/>
          </a:ln>
        </p:spPr>
        <p:style>
          <a:lnRef idx="1">
            <a:schemeClr val="accent1"/>
          </a:lnRef>
          <a:fillRef idx="0">
            <a:schemeClr val="accent1"/>
          </a:fillRef>
          <a:effectRef idx="0">
            <a:schemeClr val="accent1"/>
          </a:effectRef>
          <a:fontRef idx="minor">
            <a:schemeClr val="tx1"/>
          </a:fontRef>
        </p:style>
      </p:cxnSp>
      <p:sp>
        <p:nvSpPr>
          <p:cNvPr id="31" name="Rectangle 30"/>
          <p:cNvSpPr/>
          <p:nvPr/>
        </p:nvSpPr>
        <p:spPr bwMode="gray">
          <a:xfrm>
            <a:off x="5660351" y="3966818"/>
            <a:ext cx="1208595" cy="773906"/>
          </a:xfrm>
          <a:prstGeom prst="rect">
            <a:avLst/>
          </a:prstGeom>
          <a:ln>
            <a:headEnd/>
            <a:tailEnd/>
          </a:ln>
        </p:spPr>
        <p:style>
          <a:lnRef idx="2">
            <a:schemeClr val="accent4">
              <a:shade val="50000"/>
            </a:schemeClr>
          </a:lnRef>
          <a:fillRef idx="1">
            <a:schemeClr val="accent4"/>
          </a:fillRef>
          <a:effectRef idx="0">
            <a:schemeClr val="accent4"/>
          </a:effectRef>
          <a:fontRef idx="minor">
            <a:schemeClr val="lt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lang="de-DE" sz="1600" b="1" kern="0" noProof="0" dirty="0" err="1">
                <a:ea typeface="Arial Unicode MS" pitchFamily="34" charset="-128"/>
                <a:cs typeface="Arial Unicode MS" pitchFamily="34" charset="-128"/>
              </a:rPr>
              <a:t>OnNodeB</a:t>
            </a:r>
            <a:endParaRPr kumimoji="0" lang="de-DE" sz="1600" b="1" i="0" u="none" strike="noStrike" kern="0" cap="none" spc="0" normalizeH="0" baseline="0" noProof="0" dirty="0">
              <a:ln>
                <a:noFill/>
              </a:ln>
              <a:effectLst/>
              <a:uLnTx/>
              <a:uFillTx/>
              <a:ea typeface="Arial Unicode MS" pitchFamily="34" charset="-128"/>
              <a:cs typeface="Arial Unicode MS" pitchFamily="34" charset="-128"/>
            </a:endParaRPr>
          </a:p>
        </p:txBody>
      </p:sp>
      <p:sp>
        <p:nvSpPr>
          <p:cNvPr id="32" name="Rectangle 31"/>
          <p:cNvSpPr/>
          <p:nvPr/>
        </p:nvSpPr>
        <p:spPr bwMode="gray">
          <a:xfrm>
            <a:off x="9872577" y="3969409"/>
            <a:ext cx="1208595" cy="773906"/>
          </a:xfrm>
          <a:prstGeom prst="rect">
            <a:avLst/>
          </a:prstGeom>
          <a:ln>
            <a:headEnd/>
            <a:tailEnd/>
          </a:ln>
        </p:spPr>
        <p:style>
          <a:lnRef idx="2">
            <a:schemeClr val="accent2">
              <a:shade val="50000"/>
            </a:schemeClr>
          </a:lnRef>
          <a:fillRef idx="1">
            <a:schemeClr val="accent2"/>
          </a:fillRef>
          <a:effectRef idx="0">
            <a:schemeClr val="accent2"/>
          </a:effectRef>
          <a:fontRef idx="minor">
            <a:schemeClr val="lt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kumimoji="0" lang="en-US" sz="1600" b="1" i="0" u="none" strike="noStrike" kern="0" cap="none" spc="0" normalizeH="0" baseline="0" dirty="0">
                <a:ln>
                  <a:noFill/>
                </a:ln>
                <a:effectLst/>
                <a:uLnTx/>
                <a:uFillTx/>
                <a:ea typeface="Arial Unicode MS" pitchFamily="34" charset="-128"/>
                <a:cs typeface="Arial Unicode MS" pitchFamily="34" charset="-128"/>
              </a:rPr>
              <a:t>Frontend</a:t>
            </a:r>
            <a:r>
              <a:rPr kumimoji="0" lang="en-US" sz="1600" b="1" i="0" u="none" strike="noStrike" kern="0" cap="none" spc="0" normalizeH="0" dirty="0">
                <a:ln>
                  <a:noFill/>
                </a:ln>
                <a:effectLst/>
                <a:uLnTx/>
                <a:uFillTx/>
                <a:ea typeface="Arial Unicode MS" pitchFamily="34" charset="-128"/>
                <a:cs typeface="Arial Unicode MS" pitchFamily="34" charset="-128"/>
              </a:rPr>
              <a:t> With Backend</a:t>
            </a:r>
            <a:endParaRPr kumimoji="0" lang="en-US" sz="1600" b="1" i="0" u="none" strike="noStrike" kern="0" cap="none" spc="0" normalizeH="0" baseline="0" dirty="0">
              <a:ln>
                <a:noFill/>
              </a:ln>
              <a:effectLst/>
              <a:uLnTx/>
              <a:uFillTx/>
              <a:ea typeface="Arial Unicode MS" pitchFamily="34" charset="-128"/>
              <a:cs typeface="Arial Unicode MS" pitchFamily="34" charset="-128"/>
            </a:endParaRPr>
          </a:p>
        </p:txBody>
      </p:sp>
      <p:pic>
        <p:nvPicPr>
          <p:cNvPr id="14" name="Graphic 13" descr="Heart">
            <a:extLst>
              <a:ext uri="{FF2B5EF4-FFF2-40B4-BE49-F238E27FC236}">
                <a16:creationId xmlns:a16="http://schemas.microsoft.com/office/drawing/2014/main" id="{1FC2DC5C-1154-4D01-B827-9BE6B75E2FF6}"/>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9229125" y="3896571"/>
            <a:ext cx="914400" cy="914400"/>
          </a:xfrm>
          <a:prstGeom prst="rect">
            <a:avLst/>
          </a:prstGeom>
          <a:effectLst>
            <a:outerShdw blurRad="50800" dist="38100" dir="2700000" algn="tl" rotWithShape="0">
              <a:srgbClr val="C00000">
                <a:alpha val="40000"/>
              </a:srgbClr>
            </a:outerShdw>
          </a:effectLst>
        </p:spPr>
      </p:pic>
      <p:cxnSp>
        <p:nvCxnSpPr>
          <p:cNvPr id="16" name="Straight Connector 15">
            <a:extLst>
              <a:ext uri="{FF2B5EF4-FFF2-40B4-BE49-F238E27FC236}">
                <a16:creationId xmlns:a16="http://schemas.microsoft.com/office/drawing/2014/main" id="{3C0F4253-58D3-4881-98F8-648C2D3ABC65}"/>
              </a:ext>
            </a:extLst>
          </p:cNvPr>
          <p:cNvCxnSpPr>
            <a:stCxn id="9" idx="3"/>
            <a:endCxn id="23" idx="1"/>
          </p:cNvCxnSpPr>
          <p:nvPr/>
        </p:nvCxnSpPr>
        <p:spPr>
          <a:xfrm>
            <a:off x="5355309" y="5415174"/>
            <a:ext cx="2936169" cy="0"/>
          </a:xfrm>
          <a:prstGeom prst="line">
            <a:avLst/>
          </a:prstGeom>
          <a:ln w="952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pic>
        <p:nvPicPr>
          <p:cNvPr id="18" name="Graphic 17" descr="Lightning bolt">
            <a:extLst>
              <a:ext uri="{FF2B5EF4-FFF2-40B4-BE49-F238E27FC236}">
                <a16:creationId xmlns:a16="http://schemas.microsoft.com/office/drawing/2014/main" id="{21081ABD-EF4C-4C76-8DED-DFBC17B72986}"/>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6481755" y="4957974"/>
            <a:ext cx="914400" cy="914400"/>
          </a:xfrm>
          <a:prstGeom prst="rect">
            <a:avLst/>
          </a:prstGeom>
          <a:effectLst>
            <a:outerShdw blurRad="50800" dist="38100" dir="2700000" algn="tl" rotWithShape="0">
              <a:srgbClr val="FFC000">
                <a:alpha val="40000"/>
              </a:srgbClr>
            </a:outerShdw>
          </a:effectLst>
        </p:spPr>
      </p:pic>
      <p:pic>
        <p:nvPicPr>
          <p:cNvPr id="26" name="Picture 4" descr="C:\Users\D044431\AppData\Local\Microsoft\Windows\Temporary Internet Files\Content.IE5\W6J11NSI\406241985_e27afd50da_z[1].jpg">
            <a:extLst>
              <a:ext uri="{FF2B5EF4-FFF2-40B4-BE49-F238E27FC236}">
                <a16:creationId xmlns:a16="http://schemas.microsoft.com/office/drawing/2014/main" id="{654C7817-B62C-4AEE-BED8-ECE0292D82E6}"/>
              </a:ext>
            </a:extLst>
          </p:cNvPr>
          <p:cNvPicPr>
            <a:picLocks noChangeAspect="1" noChangeArrowheads="1"/>
          </p:cNvPicPr>
          <p:nvPr/>
        </p:nvPicPr>
        <p:blipFill>
          <a:blip r:embed="rId7" cstate="print">
            <a:extLst>
              <a:ext uri="{BEBA8EAE-BF5A-486C-A8C5-ECC9F3942E4B}">
                <a14:imgProps xmlns:a14="http://schemas.microsoft.com/office/drawing/2010/main">
                  <a14:imgLayer r:embed="rId8">
                    <a14:imgEffect>
                      <a14:backgroundRemoval t="922" b="95853" l="4147" r="95853">
                        <a14:foregroundMark x1="48848" y1="63594" x2="48848" y2="63594"/>
                        <a14:foregroundMark x1="41475" y1="66359" x2="41475" y2="66359"/>
                        <a14:foregroundMark x1="22581" y1="56682" x2="22581" y2="56682"/>
                        <a14:foregroundMark x1="21659" y1="34101" x2="21659" y2="34101"/>
                        <a14:foregroundMark x1="38249" y1="80645" x2="38249" y2="80645"/>
                        <a14:foregroundMark x1="58525" y1="88940" x2="58525" y2="88940"/>
                        <a14:foregroundMark x1="58525" y1="92627" x2="58525" y2="92627"/>
                        <a14:foregroundMark x1="83871" y1="77880" x2="83871" y2="77880"/>
                        <a14:foregroundMark x1="58986" y1="461" x2="93548" y2="63594"/>
                        <a14:foregroundMark x1="93548" y1="63594" x2="27189" y2="93548"/>
                        <a14:foregroundMark x1="27189" y1="93548" x2="14747" y2="22120"/>
                        <a14:foregroundMark x1="14747" y1="22120" x2="88018" y2="30415"/>
                        <a14:foregroundMark x1="88018" y1="30415" x2="40553" y2="88479"/>
                        <a14:foregroundMark x1="40553" y1="88479" x2="38710" y2="14747"/>
                        <a14:foregroundMark x1="38710" y1="14747" x2="35945" y2="58525"/>
                        <a14:foregroundMark x1="22581" y1="17051" x2="23041" y2="15668"/>
                        <a14:foregroundMark x1="13825" y1="21198" x2="21659" y2="13364"/>
                        <a14:foregroundMark x1="18433" y1="16129" x2="64516" y2="6912"/>
                        <a14:foregroundMark x1="59908" y1="8295" x2="32258" y2="7373"/>
                        <a14:foregroundMark x1="35945" y1="5530" x2="59908" y2="2304"/>
                        <a14:foregroundMark x1="59447" y1="3687" x2="61290" y2="5530"/>
                        <a14:foregroundMark x1="66359" y1="5530" x2="64977" y2="10138"/>
                        <a14:foregroundMark x1="71889" y1="12903" x2="94009" y2="28111"/>
                        <a14:foregroundMark x1="88479" y1="25806" x2="92627" y2="49770"/>
                        <a14:foregroundMark x1="93548" y1="50230" x2="65438" y2="93548"/>
                        <a14:foregroundMark x1="91705" y1="32719" x2="96774" y2="64977"/>
                        <a14:foregroundMark x1="90323" y1="68664" x2="66820" y2="91705"/>
                        <a14:foregroundMark x1="66820" y1="91705" x2="27650" y2="89401"/>
                        <a14:foregroundMark x1="27650" y1="89401" x2="61751" y2="96313"/>
                        <a14:foregroundMark x1="46083" y1="91705" x2="16590" y2="29493"/>
                        <a14:foregroundMark x1="12903" y1="26728" x2="23502" y2="85714"/>
                        <a14:foregroundMark x1="23502" y1="85714" x2="9677" y2="33180"/>
                        <a14:foregroundMark x1="9217" y1="33180" x2="21198" y2="84793"/>
                        <a14:foregroundMark x1="21198" y1="84793" x2="11060" y2="34101"/>
                        <a14:foregroundMark x1="6912" y1="33641" x2="17512" y2="77419"/>
                        <a14:foregroundMark x1="14286" y1="79263" x2="7373" y2="32719"/>
                        <a14:foregroundMark x1="4147" y1="38249" x2="8756" y2="69585"/>
                        <a14:foregroundMark x1="16129" y1="48848" x2="79724" y2="81567"/>
                        <a14:foregroundMark x1="79724" y1="81567" x2="57604" y2="78341"/>
                        <a14:foregroundMark x1="54839" y1="77419" x2="36406" y2="46083"/>
                        <a14:foregroundMark x1="36406" y1="46083" x2="37327" y2="64516"/>
                        <a14:foregroundMark x1="31797" y1="58065" x2="23041" y2="43318"/>
                        <a14:foregroundMark x1="26728" y1="53456" x2="23963" y2="59447"/>
                        <a14:backgroundMark x1="92166" y1="80184" x2="92166" y2="88940"/>
                      </a14:backgroundRemoval>
                    </a14:imgEffect>
                    <a14:imgEffect>
                      <a14:brightnessContrast bright="40000" contrast="40000"/>
                    </a14:imgEffect>
                  </a14:imgLayer>
                </a14:imgProps>
              </a:ext>
              <a:ext uri="{28A0092B-C50C-407E-A947-70E740481C1C}">
                <a14:useLocalDpi xmlns:a14="http://schemas.microsoft.com/office/drawing/2010/main" val="0"/>
              </a:ext>
            </a:extLst>
          </a:blip>
          <a:srcRect/>
          <a:stretch>
            <a:fillRect/>
          </a:stretch>
        </p:blipFill>
        <p:spPr bwMode="auto">
          <a:xfrm>
            <a:off x="2471242" y="3577567"/>
            <a:ext cx="773906" cy="773906"/>
          </a:xfrm>
          <a:prstGeom prst="rect">
            <a:avLst/>
          </a:prstGeom>
          <a:noFill/>
          <a:extLst>
            <a:ext uri="{909E8E84-426E-40DD-AFC4-6F175D3DCCD1}">
              <a14:hiddenFill xmlns:a14="http://schemas.microsoft.com/office/drawing/2010/main">
                <a:solidFill>
                  <a:srgbClr val="FFFFFF"/>
                </a:solidFill>
              </a14:hiddenFill>
            </a:ext>
          </a:extLst>
        </p:spPr>
      </p:pic>
      <p:pic>
        <p:nvPicPr>
          <p:cNvPr id="25" name="Picture 24">
            <a:extLst>
              <a:ext uri="{FF2B5EF4-FFF2-40B4-BE49-F238E27FC236}">
                <a16:creationId xmlns:a16="http://schemas.microsoft.com/office/drawing/2014/main" id="{5A7C9ABE-B8F7-4003-8993-F2001BBF057C}"/>
              </a:ext>
            </a:extLst>
          </p:cNvPr>
          <p:cNvPicPr>
            <a:picLocks noChangeAspect="1"/>
          </p:cNvPicPr>
          <p:nvPr/>
        </p:nvPicPr>
        <p:blipFill>
          <a:blip r:embed="rId9">
            <a:extLst>
              <a:ext uri="{BEBA8EAE-BF5A-486C-A8C5-ECC9F3942E4B}">
                <a14:imgProps xmlns:a14="http://schemas.microsoft.com/office/drawing/2010/main">
                  <a14:imgLayer r:embed="rId10">
                    <a14:imgEffect>
                      <a14:backgroundRemoval t="2905" b="94343" l="2857" r="89925">
                        <a14:foregroundMark x1="18779" y1="8408" x2="50677" y2="3211"/>
                        <a14:foregroundMark x1="43459" y1="82569" x2="43459" y2="82569"/>
                        <a14:foregroundMark x1="53985" y1="71101" x2="53985" y2="71101"/>
                        <a14:foregroundMark x1="47519" y1="94495" x2="47519" y2="94495"/>
                        <a14:foregroundMark x1="73684" y1="55810" x2="73684" y2="55810"/>
                        <a14:foregroundMark x1="83609" y1="44190" x2="83609" y2="44190"/>
                        <a14:foregroundMark x1="2857" y1="38379" x2="2857" y2="38379"/>
                        <a14:foregroundMark x1="18195" y1="8563" x2="18195" y2="8563"/>
                        <a14:foregroundMark x1="16842" y1="9480" x2="16842" y2="9480"/>
                        <a14:foregroundMark x1="16842" y1="10550" x2="19398" y2="9786"/>
                        <a14:foregroundMark x1="18797" y1="7339" x2="15940" y2="11468"/>
                        <a14:backgroundMark x1="8872" y1="10245" x2="8872" y2="10245"/>
                        <a14:backgroundMark x1="11579" y1="8869" x2="11579" y2="8869"/>
                        <a14:backgroundMark x1="14737" y1="8257" x2="11579" y2="9480"/>
                        <a14:backgroundMark x1="5714" y1="9786" x2="9173" y2="10245"/>
                        <a14:backgroundMark x1="13233" y1="7339" x2="3158" y2="10245"/>
                        <a14:backgroundMark x1="14135" y1="8563" x2="14744" y2="8687"/>
                        <a14:backgroundMark x1="15940" y1="5657" x2="16327" y2="6400"/>
                        <a14:backgroundMark x1="17293" y1="5352" x2="17293" y2="5352"/>
                        <a14:backgroundMark x1="20301" y1="6116" x2="20301" y2="6116"/>
                        <a14:backgroundMark x1="13975" y1="9480" x2="8872" y2="10856"/>
                        <a14:backgroundMark x1="7218" y1="9174" x2="14544" y2="8976"/>
                      </a14:backgroundRemoval>
                    </a14:imgEffect>
                  </a14:imgLayer>
                </a14:imgProps>
              </a:ext>
            </a:extLst>
          </a:blip>
          <a:stretch>
            <a:fillRect/>
          </a:stretch>
        </p:blipFill>
        <p:spPr>
          <a:xfrm>
            <a:off x="3855411" y="3577567"/>
            <a:ext cx="825538" cy="811882"/>
          </a:xfrm>
          <a:prstGeom prst="rect">
            <a:avLst/>
          </a:prstGeom>
        </p:spPr>
      </p:pic>
    </p:spTree>
    <p:extLst>
      <p:ext uri="{BB962C8B-B14F-4D97-AF65-F5344CB8AC3E}">
        <p14:creationId xmlns:p14="http://schemas.microsoft.com/office/powerpoint/2010/main" val="4647645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6"/>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0"/>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6"/>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5"/>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19"/>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31"/>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24"/>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14"/>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32"/>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9"/>
                                        </p:tgtEl>
                                        <p:attrNameLst>
                                          <p:attrName>style.visibility</p:attrName>
                                        </p:attrNameLst>
                                      </p:cBhvr>
                                      <p:to>
                                        <p:strVal val="visible"/>
                                      </p:to>
                                    </p:set>
                                  </p:childTnLst>
                                </p:cTn>
                              </p:par>
                              <p:par>
                                <p:cTn id="31" presetID="1" presetClass="entr" presetSubtype="0" fill="hold" nodeType="withEffect">
                                  <p:stCondLst>
                                    <p:cond delay="0"/>
                                  </p:stCondLst>
                                  <p:childTnLst>
                                    <p:set>
                                      <p:cBhvr>
                                        <p:cTn id="32" dur="1" fill="hold">
                                          <p:stCondLst>
                                            <p:cond delay="0"/>
                                          </p:stCondLst>
                                        </p:cTn>
                                        <p:tgtEl>
                                          <p:spTgt spid="18"/>
                                        </p:tgtEl>
                                        <p:attrNameLst>
                                          <p:attrName>style.visibility</p:attrName>
                                        </p:attrNameLst>
                                      </p:cBhvr>
                                      <p:to>
                                        <p:strVal val="visible"/>
                                      </p:to>
                                    </p:set>
                                  </p:childTnLst>
                                </p:cTn>
                              </p:par>
                              <p:par>
                                <p:cTn id="33" presetID="1" presetClass="entr" presetSubtype="0" fill="hold" nodeType="withEffect">
                                  <p:stCondLst>
                                    <p:cond delay="0"/>
                                  </p:stCondLst>
                                  <p:childTnLst>
                                    <p:set>
                                      <p:cBhvr>
                                        <p:cTn id="34" dur="1" fill="hold">
                                          <p:stCondLst>
                                            <p:cond delay="0"/>
                                          </p:stCondLst>
                                        </p:cTn>
                                        <p:tgtEl>
                                          <p:spTgt spid="16"/>
                                        </p:tgtEl>
                                        <p:attrNameLst>
                                          <p:attrName>style.visibility</p:attrName>
                                        </p:attrNameLst>
                                      </p:cBhvr>
                                      <p:to>
                                        <p:strVal val="visible"/>
                                      </p:to>
                                    </p:set>
                                  </p:childTnLst>
                                </p:cTn>
                              </p:par>
                              <p:par>
                                <p:cTn id="35" presetID="1" presetClass="entr" presetSubtype="0" fill="hold" grpId="0" nodeType="withEffect">
                                  <p:stCondLst>
                                    <p:cond delay="0"/>
                                  </p:stCondLst>
                                  <p:childTnLst>
                                    <p:set>
                                      <p:cBhvr>
                                        <p:cTn id="36" dur="1" fill="hold">
                                          <p:stCondLst>
                                            <p:cond delay="0"/>
                                          </p:stCondLst>
                                        </p:cTn>
                                        <p:tgtEl>
                                          <p:spTgt spid="2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9" grpId="0" animBg="1"/>
      <p:bldP spid="10" grpId="0" animBg="1"/>
      <p:bldP spid="19" grpId="0" animBg="1"/>
      <p:bldP spid="23" grpId="0" animBg="1"/>
      <p:bldP spid="24" grpId="0" animBg="1"/>
      <p:bldP spid="31" grpId="0" animBg="1"/>
      <p:bldP spid="32" grpId="0" animBg="1"/>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4B5B3171-6747-4BE9-86AF-A5644F76A623}"/>
              </a:ext>
            </a:extLst>
          </p:cNvPr>
          <p:cNvSpPr>
            <a:spLocks noGrp="1"/>
          </p:cNvSpPr>
          <p:nvPr>
            <p:ph type="title"/>
          </p:nvPr>
        </p:nvSpPr>
        <p:spPr/>
        <p:txBody>
          <a:bodyPr/>
          <a:lstStyle/>
          <a:p>
            <a:r>
              <a:rPr lang="en-US" dirty="0"/>
              <a:t>Example: </a:t>
            </a:r>
            <a:r>
              <a:rPr lang="en-US" dirty="0" err="1"/>
              <a:t>NodeSelector</a:t>
            </a:r>
            <a:endParaRPr lang="en-US" dirty="0"/>
          </a:p>
        </p:txBody>
      </p:sp>
      <p:pic>
        <p:nvPicPr>
          <p:cNvPr id="2" name="Picture 1">
            <a:extLst>
              <a:ext uri="{FF2B5EF4-FFF2-40B4-BE49-F238E27FC236}">
                <a16:creationId xmlns:a16="http://schemas.microsoft.com/office/drawing/2014/main" id="{524F79CC-E6C1-48F3-8481-85B6CE93C86F}"/>
              </a:ext>
            </a:extLst>
          </p:cNvPr>
          <p:cNvPicPr>
            <a:picLocks noChangeAspect="1"/>
          </p:cNvPicPr>
          <p:nvPr/>
        </p:nvPicPr>
        <p:blipFill>
          <a:blip r:embed="rId2"/>
          <a:stretch>
            <a:fillRect/>
          </a:stretch>
        </p:blipFill>
        <p:spPr>
          <a:xfrm>
            <a:off x="1839050" y="1724804"/>
            <a:ext cx="8436454" cy="3828499"/>
          </a:xfrm>
          <a:prstGeom prst="rect">
            <a:avLst/>
          </a:prstGeom>
          <a:ln>
            <a:solidFill>
              <a:schemeClr val="tx1"/>
            </a:solidFill>
          </a:ln>
        </p:spPr>
      </p:pic>
    </p:spTree>
    <p:extLst>
      <p:ext uri="{BB962C8B-B14F-4D97-AF65-F5344CB8AC3E}">
        <p14:creationId xmlns:p14="http://schemas.microsoft.com/office/powerpoint/2010/main" val="3881617192"/>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A0F68627-CEC8-49ED-8042-EB9D316CABA8}"/>
              </a:ext>
            </a:extLst>
          </p:cNvPr>
          <p:cNvSpPr>
            <a:spLocks noGrp="1"/>
          </p:cNvSpPr>
          <p:nvPr>
            <p:ph type="title"/>
          </p:nvPr>
        </p:nvSpPr>
        <p:spPr/>
        <p:txBody>
          <a:bodyPr/>
          <a:lstStyle/>
          <a:p>
            <a:r>
              <a:rPr lang="en-US" dirty="0"/>
              <a:t>Pod Priority &amp; Preemption</a:t>
            </a:r>
          </a:p>
        </p:txBody>
      </p:sp>
      <p:sp>
        <p:nvSpPr>
          <p:cNvPr id="6" name="Rectangle 5">
            <a:extLst>
              <a:ext uri="{FF2B5EF4-FFF2-40B4-BE49-F238E27FC236}">
                <a16:creationId xmlns:a16="http://schemas.microsoft.com/office/drawing/2014/main" id="{F9982EF5-7B6F-4039-9636-30759BAB718C}"/>
              </a:ext>
            </a:extLst>
          </p:cNvPr>
          <p:cNvSpPr/>
          <p:nvPr/>
        </p:nvSpPr>
        <p:spPr bwMode="gray">
          <a:xfrm>
            <a:off x="858333" y="3180802"/>
            <a:ext cx="2455957" cy="3070860"/>
          </a:xfrm>
          <a:prstGeom prst="rect">
            <a:avLst/>
          </a:prstGeom>
          <a:ln>
            <a:headEnd/>
            <a:tailEnd/>
          </a:ln>
        </p:spPr>
        <p:style>
          <a:lnRef idx="1">
            <a:schemeClr val="accent2"/>
          </a:lnRef>
          <a:fillRef idx="2">
            <a:schemeClr val="accent2"/>
          </a:fillRef>
          <a:effectRef idx="1">
            <a:schemeClr val="accent2"/>
          </a:effectRef>
          <a:fontRef idx="minor">
            <a:schemeClr val="dk1"/>
          </a:fontRef>
        </p:style>
        <p:txBody>
          <a:bodyPr lIns="90000" tIns="72000" rIns="90000" bIns="72000" rtlCol="0" anchor="t"/>
          <a:lstStyle/>
          <a:p>
            <a:pPr algn="ctr" defTabSz="914400" fontAlgn="base">
              <a:spcBef>
                <a:spcPct val="50000"/>
              </a:spcBef>
              <a:spcAft>
                <a:spcPct val="0"/>
              </a:spcAft>
              <a:buClr>
                <a:srgbClr val="F0AB00"/>
              </a:buClr>
              <a:buSzPct val="80000"/>
            </a:pPr>
            <a:r>
              <a:rPr lang="de-DE" sz="2400" b="1" kern="0" dirty="0" err="1">
                <a:ea typeface="Arial Unicode MS" pitchFamily="34" charset="-128"/>
                <a:cs typeface="Arial Unicode MS" pitchFamily="34" charset="-128"/>
              </a:rPr>
              <a:t>Node</a:t>
            </a:r>
            <a:r>
              <a:rPr lang="de-DE" sz="2400" b="1" kern="0" dirty="0">
                <a:ea typeface="Arial Unicode MS" pitchFamily="34" charset="-128"/>
                <a:cs typeface="Arial Unicode MS" pitchFamily="34" charset="-128"/>
              </a:rPr>
              <a:t> A</a:t>
            </a:r>
          </a:p>
        </p:txBody>
      </p:sp>
      <p:sp>
        <p:nvSpPr>
          <p:cNvPr id="8" name="Rectangle 7">
            <a:extLst>
              <a:ext uri="{FF2B5EF4-FFF2-40B4-BE49-F238E27FC236}">
                <a16:creationId xmlns:a16="http://schemas.microsoft.com/office/drawing/2014/main" id="{B16EBA1F-2E48-482B-9A1E-873410610AA7}"/>
              </a:ext>
            </a:extLst>
          </p:cNvPr>
          <p:cNvSpPr/>
          <p:nvPr/>
        </p:nvSpPr>
        <p:spPr bwMode="gray">
          <a:xfrm>
            <a:off x="3683173" y="3188970"/>
            <a:ext cx="3703320" cy="3070860"/>
          </a:xfrm>
          <a:prstGeom prst="rect">
            <a:avLst/>
          </a:prstGeom>
          <a:ln>
            <a:headEnd/>
            <a:tailEnd/>
          </a:ln>
        </p:spPr>
        <p:style>
          <a:lnRef idx="1">
            <a:schemeClr val="accent2"/>
          </a:lnRef>
          <a:fillRef idx="2">
            <a:schemeClr val="accent2"/>
          </a:fillRef>
          <a:effectRef idx="1">
            <a:schemeClr val="accent2"/>
          </a:effectRef>
          <a:fontRef idx="minor">
            <a:schemeClr val="dk1"/>
          </a:fontRef>
        </p:style>
        <p:txBody>
          <a:bodyPr lIns="90000" tIns="72000" rIns="90000" bIns="72000" rtlCol="0" anchor="t"/>
          <a:lstStyle/>
          <a:p>
            <a:pPr algn="ctr" defTabSz="914400" fontAlgn="base">
              <a:spcBef>
                <a:spcPct val="50000"/>
              </a:spcBef>
              <a:spcAft>
                <a:spcPct val="0"/>
              </a:spcAft>
              <a:buClr>
                <a:srgbClr val="F0AB00"/>
              </a:buClr>
              <a:buSzPct val="80000"/>
            </a:pPr>
            <a:r>
              <a:rPr lang="de-DE" sz="2400" b="1" kern="0" dirty="0" err="1">
                <a:ea typeface="Arial Unicode MS" pitchFamily="34" charset="-128"/>
                <a:cs typeface="Arial Unicode MS" pitchFamily="34" charset="-128"/>
              </a:rPr>
              <a:t>Node</a:t>
            </a:r>
            <a:r>
              <a:rPr lang="de-DE" sz="2400" b="1" kern="0" dirty="0">
                <a:ea typeface="Arial Unicode MS" pitchFamily="34" charset="-128"/>
                <a:cs typeface="Arial Unicode MS" pitchFamily="34" charset="-128"/>
              </a:rPr>
              <a:t> B</a:t>
            </a:r>
          </a:p>
        </p:txBody>
      </p:sp>
      <p:sp>
        <p:nvSpPr>
          <p:cNvPr id="9" name="Rectangle 8">
            <a:extLst>
              <a:ext uri="{FF2B5EF4-FFF2-40B4-BE49-F238E27FC236}">
                <a16:creationId xmlns:a16="http://schemas.microsoft.com/office/drawing/2014/main" id="{66AE7B06-40F5-486E-9608-3B70C7181126}"/>
              </a:ext>
            </a:extLst>
          </p:cNvPr>
          <p:cNvSpPr/>
          <p:nvPr/>
        </p:nvSpPr>
        <p:spPr bwMode="gray">
          <a:xfrm>
            <a:off x="4301834" y="5005918"/>
            <a:ext cx="1208595" cy="773906"/>
          </a:xfrm>
          <a:prstGeom prst="rect">
            <a:avLst/>
          </a:prstGeom>
          <a:ln>
            <a:headEnd/>
            <a:tailEnd/>
          </a:ln>
        </p:spPr>
        <p:style>
          <a:lnRef idx="2">
            <a:schemeClr val="accent2">
              <a:shade val="50000"/>
            </a:schemeClr>
          </a:lnRef>
          <a:fillRef idx="1">
            <a:schemeClr val="accent2"/>
          </a:fillRef>
          <a:effectRef idx="0">
            <a:schemeClr val="accent2"/>
          </a:effectRef>
          <a:fontRef idx="minor">
            <a:schemeClr val="lt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lang="de-DE" sz="1600" b="1" kern="0" noProof="0" dirty="0" err="1">
                <a:ea typeface="Arial Unicode MS" pitchFamily="34" charset="-128"/>
                <a:cs typeface="Arial Unicode MS" pitchFamily="34" charset="-128"/>
              </a:rPr>
              <a:t>LowPrio</a:t>
            </a:r>
            <a:r>
              <a:rPr lang="de-DE" sz="1600" b="1" kern="0" dirty="0">
                <a:ea typeface="Arial Unicode MS" pitchFamily="34" charset="-128"/>
                <a:cs typeface="Arial Unicode MS" pitchFamily="34" charset="-128"/>
              </a:rPr>
              <a:t> </a:t>
            </a:r>
            <a:r>
              <a:rPr kumimoji="0" lang="de-DE" sz="1600" b="1" i="0" u="none" strike="noStrike" kern="0" cap="none" spc="0" normalizeH="0" baseline="0" dirty="0" err="1">
                <a:ln>
                  <a:noFill/>
                </a:ln>
                <a:effectLst/>
                <a:uLnTx/>
                <a:uFillTx/>
                <a:ea typeface="Arial Unicode MS" pitchFamily="34" charset="-128"/>
                <a:cs typeface="Arial Unicode MS" pitchFamily="34" charset="-128"/>
              </a:rPr>
              <a:t>Pod</a:t>
            </a:r>
            <a:endParaRPr kumimoji="0" lang="de-DE" sz="1600" b="1" i="0" u="none" strike="noStrike" kern="0" cap="none" spc="0" normalizeH="0" baseline="0" noProof="0" dirty="0">
              <a:ln>
                <a:noFill/>
              </a:ln>
              <a:effectLst/>
              <a:uLnTx/>
              <a:uFillTx/>
              <a:ea typeface="Arial Unicode MS" pitchFamily="34" charset="-128"/>
              <a:cs typeface="Arial Unicode MS" pitchFamily="34" charset="-128"/>
            </a:endParaRPr>
          </a:p>
        </p:txBody>
      </p:sp>
      <p:sp>
        <p:nvSpPr>
          <p:cNvPr id="10" name="Rectangle 9">
            <a:extLst>
              <a:ext uri="{FF2B5EF4-FFF2-40B4-BE49-F238E27FC236}">
                <a16:creationId xmlns:a16="http://schemas.microsoft.com/office/drawing/2014/main" id="{72A8952E-0440-4EAE-B3D3-B07F5E8ED7E2}"/>
              </a:ext>
            </a:extLst>
          </p:cNvPr>
          <p:cNvSpPr/>
          <p:nvPr/>
        </p:nvSpPr>
        <p:spPr bwMode="gray">
          <a:xfrm>
            <a:off x="4620986" y="1141241"/>
            <a:ext cx="1820636" cy="628650"/>
          </a:xfrm>
          <a:prstGeom prst="rect">
            <a:avLst/>
          </a:prstGeom>
          <a:ln>
            <a:headEnd/>
            <a:tailEnd/>
          </a:ln>
        </p:spPr>
        <p:style>
          <a:lnRef idx="1">
            <a:schemeClr val="accent2"/>
          </a:lnRef>
          <a:fillRef idx="2">
            <a:schemeClr val="accent2"/>
          </a:fillRef>
          <a:effectRef idx="1">
            <a:schemeClr val="accent2"/>
          </a:effectRef>
          <a:fontRef idx="minor">
            <a:schemeClr val="dk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kumimoji="0" lang="en-US" sz="1800" b="1" i="0" u="none" strike="noStrike" kern="0" cap="none" spc="0" normalizeH="0" baseline="0" noProof="0" dirty="0">
                <a:ln>
                  <a:noFill/>
                </a:ln>
                <a:effectLst/>
                <a:uLnTx/>
                <a:uFillTx/>
                <a:ea typeface="Arial Unicode MS" pitchFamily="34" charset="-128"/>
                <a:cs typeface="Arial Unicode MS" pitchFamily="34" charset="-128"/>
              </a:rPr>
              <a:t>Scheduler</a:t>
            </a:r>
          </a:p>
        </p:txBody>
      </p:sp>
      <p:cxnSp>
        <p:nvCxnSpPr>
          <p:cNvPr id="11" name="Connector: Elbow 10">
            <a:extLst>
              <a:ext uri="{FF2B5EF4-FFF2-40B4-BE49-F238E27FC236}">
                <a16:creationId xmlns:a16="http://schemas.microsoft.com/office/drawing/2014/main" id="{3F75998F-0721-44DD-8E44-7B3A00E58828}"/>
              </a:ext>
            </a:extLst>
          </p:cNvPr>
          <p:cNvCxnSpPr>
            <a:stCxn id="10" idx="2"/>
            <a:endCxn id="6" idx="0"/>
          </p:cNvCxnSpPr>
          <p:nvPr/>
        </p:nvCxnSpPr>
        <p:spPr>
          <a:xfrm rot="5400000">
            <a:off x="3103353" y="752850"/>
            <a:ext cx="1410911" cy="3444992"/>
          </a:xfrm>
          <a:prstGeom prst="bentConnector3">
            <a:avLst/>
          </a:prstGeom>
          <a:ln w="57150">
            <a:solidFill>
              <a:schemeClr val="tx1"/>
            </a:solidFill>
            <a:headEnd type="none" w="med" len="med"/>
            <a:tailEnd type="triangle"/>
          </a:ln>
        </p:spPr>
        <p:style>
          <a:lnRef idx="1">
            <a:schemeClr val="accent1"/>
          </a:lnRef>
          <a:fillRef idx="0">
            <a:schemeClr val="accent1"/>
          </a:fillRef>
          <a:effectRef idx="0">
            <a:schemeClr val="accent1"/>
          </a:effectRef>
          <a:fontRef idx="minor">
            <a:schemeClr val="tx1"/>
          </a:fontRef>
        </p:style>
      </p:cxnSp>
      <p:cxnSp>
        <p:nvCxnSpPr>
          <p:cNvPr id="12" name="Connector: Elbow 11">
            <a:extLst>
              <a:ext uri="{FF2B5EF4-FFF2-40B4-BE49-F238E27FC236}">
                <a16:creationId xmlns:a16="http://schemas.microsoft.com/office/drawing/2014/main" id="{AA269A79-DC88-4A50-AC1A-7472986BBCE2}"/>
              </a:ext>
            </a:extLst>
          </p:cNvPr>
          <p:cNvCxnSpPr>
            <a:stCxn id="10" idx="2"/>
            <a:endCxn id="8" idx="0"/>
          </p:cNvCxnSpPr>
          <p:nvPr/>
        </p:nvCxnSpPr>
        <p:spPr>
          <a:xfrm rot="16200000" flipH="1">
            <a:off x="4823529" y="2477665"/>
            <a:ext cx="1419079" cy="3529"/>
          </a:xfrm>
          <a:prstGeom prst="bentConnector3">
            <a:avLst>
              <a:gd name="adj1" fmla="val 50000"/>
            </a:avLst>
          </a:prstGeom>
          <a:ln w="57150">
            <a:solidFill>
              <a:schemeClr val="tx1"/>
            </a:solidFill>
            <a:headEnd type="none" w="med" len="med"/>
            <a:tailEnd type="triangle"/>
          </a:ln>
        </p:spPr>
        <p:style>
          <a:lnRef idx="1">
            <a:schemeClr val="accent1"/>
          </a:lnRef>
          <a:fillRef idx="0">
            <a:schemeClr val="accent1"/>
          </a:fillRef>
          <a:effectRef idx="0">
            <a:schemeClr val="accent1"/>
          </a:effectRef>
          <a:fontRef idx="minor">
            <a:schemeClr val="tx1"/>
          </a:fontRef>
        </p:style>
      </p:cxnSp>
      <p:sp>
        <p:nvSpPr>
          <p:cNvPr id="14" name="Rectangle 13">
            <a:extLst>
              <a:ext uri="{FF2B5EF4-FFF2-40B4-BE49-F238E27FC236}">
                <a16:creationId xmlns:a16="http://schemas.microsoft.com/office/drawing/2014/main" id="{E9B33AB1-FAC5-4B1E-B6D7-8F0FB580E85C}"/>
              </a:ext>
            </a:extLst>
          </p:cNvPr>
          <p:cNvSpPr/>
          <p:nvPr/>
        </p:nvSpPr>
        <p:spPr bwMode="gray">
          <a:xfrm>
            <a:off x="4301834" y="3966818"/>
            <a:ext cx="1208595" cy="773906"/>
          </a:xfrm>
          <a:prstGeom prst="rect">
            <a:avLst/>
          </a:prstGeom>
          <a:ln>
            <a:headEnd/>
            <a:tailEnd/>
          </a:ln>
        </p:spPr>
        <p:style>
          <a:lnRef idx="2">
            <a:schemeClr val="accent4">
              <a:shade val="50000"/>
            </a:schemeClr>
          </a:lnRef>
          <a:fillRef idx="1">
            <a:schemeClr val="accent4"/>
          </a:fillRef>
          <a:effectRef idx="0">
            <a:schemeClr val="accent4"/>
          </a:effectRef>
          <a:fontRef idx="minor">
            <a:schemeClr val="lt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kumimoji="0" lang="de-DE" sz="1600" b="1" i="0" u="none" strike="noStrike" kern="0" cap="none" spc="0" normalizeH="0" baseline="0" noProof="0" dirty="0" err="1">
                <a:ln>
                  <a:noFill/>
                </a:ln>
                <a:effectLst/>
                <a:uLnTx/>
                <a:uFillTx/>
                <a:ea typeface="Arial Unicode MS" pitchFamily="34" charset="-128"/>
                <a:cs typeface="Arial Unicode MS" pitchFamily="34" charset="-128"/>
              </a:rPr>
              <a:t>HighPrio</a:t>
            </a:r>
            <a:r>
              <a:rPr kumimoji="0" lang="de-DE" sz="1600" b="1" i="0" u="none" strike="noStrike" kern="0" cap="none" spc="0" normalizeH="0" baseline="0" noProof="0" dirty="0">
                <a:ln>
                  <a:noFill/>
                </a:ln>
                <a:effectLst/>
                <a:uLnTx/>
                <a:uFillTx/>
                <a:ea typeface="Arial Unicode MS" pitchFamily="34" charset="-128"/>
                <a:cs typeface="Arial Unicode MS" pitchFamily="34" charset="-128"/>
              </a:rPr>
              <a:t> </a:t>
            </a:r>
            <a:r>
              <a:rPr kumimoji="0" lang="de-DE" sz="1600" b="1" i="0" u="none" strike="noStrike" kern="0" cap="none" spc="0" normalizeH="0" baseline="0" noProof="0" dirty="0" err="1">
                <a:ln>
                  <a:noFill/>
                </a:ln>
                <a:effectLst/>
                <a:uLnTx/>
                <a:uFillTx/>
                <a:ea typeface="Arial Unicode MS" pitchFamily="34" charset="-128"/>
                <a:cs typeface="Arial Unicode MS" pitchFamily="34" charset="-128"/>
              </a:rPr>
              <a:t>Pod</a:t>
            </a:r>
            <a:endParaRPr kumimoji="0" lang="de-DE" sz="1600" b="1" i="0" u="none" strike="noStrike" kern="0" cap="none" spc="0" normalizeH="0" baseline="0" noProof="0" dirty="0">
              <a:ln>
                <a:noFill/>
              </a:ln>
              <a:effectLst/>
              <a:uLnTx/>
              <a:uFillTx/>
              <a:ea typeface="Arial Unicode MS" pitchFamily="34" charset="-128"/>
              <a:cs typeface="Arial Unicode MS" pitchFamily="34" charset="-128"/>
            </a:endParaRPr>
          </a:p>
        </p:txBody>
      </p:sp>
      <p:sp>
        <p:nvSpPr>
          <p:cNvPr id="15" name="Rectangle 14">
            <a:extLst>
              <a:ext uri="{FF2B5EF4-FFF2-40B4-BE49-F238E27FC236}">
                <a16:creationId xmlns:a16="http://schemas.microsoft.com/office/drawing/2014/main" id="{90D8B715-4D53-442D-856A-2955F53F5D24}"/>
              </a:ext>
            </a:extLst>
          </p:cNvPr>
          <p:cNvSpPr/>
          <p:nvPr/>
        </p:nvSpPr>
        <p:spPr bwMode="gray">
          <a:xfrm>
            <a:off x="7750357" y="3180802"/>
            <a:ext cx="3703320" cy="3070860"/>
          </a:xfrm>
          <a:prstGeom prst="rect">
            <a:avLst/>
          </a:prstGeom>
          <a:ln>
            <a:headEnd/>
            <a:tailEnd/>
          </a:ln>
        </p:spPr>
        <p:style>
          <a:lnRef idx="1">
            <a:schemeClr val="accent2"/>
          </a:lnRef>
          <a:fillRef idx="2">
            <a:schemeClr val="accent2"/>
          </a:fillRef>
          <a:effectRef idx="1">
            <a:schemeClr val="accent2"/>
          </a:effectRef>
          <a:fontRef idx="minor">
            <a:schemeClr val="dk1"/>
          </a:fontRef>
        </p:style>
        <p:txBody>
          <a:bodyPr lIns="90000" tIns="72000" rIns="90000" bIns="72000" rtlCol="0" anchor="t"/>
          <a:lstStyle/>
          <a:p>
            <a:pPr algn="ctr" defTabSz="914400" fontAlgn="base">
              <a:spcBef>
                <a:spcPct val="50000"/>
              </a:spcBef>
              <a:spcAft>
                <a:spcPct val="0"/>
              </a:spcAft>
              <a:buClr>
                <a:srgbClr val="F0AB00"/>
              </a:buClr>
              <a:buSzPct val="80000"/>
            </a:pPr>
            <a:r>
              <a:rPr lang="de-DE" sz="2400" b="1" kern="0" dirty="0" err="1">
                <a:ea typeface="Arial Unicode MS" pitchFamily="34" charset="-128"/>
                <a:cs typeface="Arial Unicode MS" pitchFamily="34" charset="-128"/>
              </a:rPr>
              <a:t>Node</a:t>
            </a:r>
            <a:r>
              <a:rPr lang="de-DE" sz="2400" b="1" kern="0" dirty="0">
                <a:ea typeface="Arial Unicode MS" pitchFamily="34" charset="-128"/>
                <a:cs typeface="Arial Unicode MS" pitchFamily="34" charset="-128"/>
              </a:rPr>
              <a:t> C</a:t>
            </a:r>
          </a:p>
        </p:txBody>
      </p:sp>
      <p:sp>
        <p:nvSpPr>
          <p:cNvPr id="16" name="Rectangle 15">
            <a:extLst>
              <a:ext uri="{FF2B5EF4-FFF2-40B4-BE49-F238E27FC236}">
                <a16:creationId xmlns:a16="http://schemas.microsoft.com/office/drawing/2014/main" id="{7348BD99-1AB4-46C7-80B3-3ABCA0640D1F}"/>
              </a:ext>
            </a:extLst>
          </p:cNvPr>
          <p:cNvSpPr/>
          <p:nvPr/>
        </p:nvSpPr>
        <p:spPr bwMode="gray">
          <a:xfrm>
            <a:off x="8291479" y="5005918"/>
            <a:ext cx="1208595" cy="773906"/>
          </a:xfrm>
          <a:prstGeom prst="rect">
            <a:avLst/>
          </a:prstGeom>
          <a:ln>
            <a:headEnd/>
            <a:tailEnd/>
          </a:ln>
        </p:spPr>
        <p:style>
          <a:lnRef idx="2">
            <a:schemeClr val="accent2">
              <a:shade val="50000"/>
            </a:schemeClr>
          </a:lnRef>
          <a:fillRef idx="1">
            <a:schemeClr val="accent2"/>
          </a:fillRef>
          <a:effectRef idx="0">
            <a:schemeClr val="accent2"/>
          </a:effectRef>
          <a:fontRef idx="minor">
            <a:schemeClr val="lt1"/>
          </a:fontRef>
        </p:style>
        <p:txBody>
          <a:bodyPr lIns="90000" tIns="72000" rIns="90000" bIns="72000" rtlCol="0" anchor="ctr"/>
          <a:lstStyle/>
          <a:p>
            <a:pPr algn="ctr" defTabSz="914400" fontAlgn="base">
              <a:spcBef>
                <a:spcPct val="50000"/>
              </a:spcBef>
              <a:spcAft>
                <a:spcPct val="0"/>
              </a:spcAft>
              <a:buClr>
                <a:srgbClr val="F0AB00"/>
              </a:buClr>
              <a:buSzPct val="80000"/>
            </a:pPr>
            <a:r>
              <a:rPr lang="de-DE" sz="1600" b="1" kern="0" dirty="0" err="1">
                <a:ea typeface="Arial Unicode MS" pitchFamily="34" charset="-128"/>
                <a:cs typeface="Arial Unicode MS" pitchFamily="34" charset="-128"/>
              </a:rPr>
              <a:t>LowPrio</a:t>
            </a:r>
            <a:r>
              <a:rPr lang="de-DE" sz="1600" b="1" kern="0" dirty="0">
                <a:ea typeface="Arial Unicode MS" pitchFamily="34" charset="-128"/>
                <a:cs typeface="Arial Unicode MS" pitchFamily="34" charset="-128"/>
              </a:rPr>
              <a:t> </a:t>
            </a:r>
            <a:r>
              <a:rPr lang="de-DE" sz="1600" b="1" kern="0" dirty="0" err="1">
                <a:ea typeface="Arial Unicode MS" pitchFamily="34" charset="-128"/>
                <a:cs typeface="Arial Unicode MS" pitchFamily="34" charset="-128"/>
              </a:rPr>
              <a:t>Pod</a:t>
            </a:r>
            <a:endParaRPr lang="de-DE" sz="1600" b="1" kern="0" dirty="0">
              <a:ea typeface="Arial Unicode MS" pitchFamily="34" charset="-128"/>
              <a:cs typeface="Arial Unicode MS" pitchFamily="34" charset="-128"/>
            </a:endParaRPr>
          </a:p>
        </p:txBody>
      </p:sp>
      <p:sp>
        <p:nvSpPr>
          <p:cNvPr id="17" name="Rectangle 16">
            <a:extLst>
              <a:ext uri="{FF2B5EF4-FFF2-40B4-BE49-F238E27FC236}">
                <a16:creationId xmlns:a16="http://schemas.microsoft.com/office/drawing/2014/main" id="{DB9CF0C7-5DD1-405B-8323-B37155BE837D}"/>
              </a:ext>
            </a:extLst>
          </p:cNvPr>
          <p:cNvSpPr/>
          <p:nvPr/>
        </p:nvSpPr>
        <p:spPr bwMode="gray">
          <a:xfrm>
            <a:off x="8291479" y="3961282"/>
            <a:ext cx="1208595" cy="773906"/>
          </a:xfrm>
          <a:prstGeom prst="rect">
            <a:avLst/>
          </a:prstGeom>
          <a:ln>
            <a:headEnd/>
            <a:tailEnd/>
          </a:ln>
        </p:spPr>
        <p:style>
          <a:lnRef idx="2">
            <a:schemeClr val="accent2">
              <a:shade val="50000"/>
            </a:schemeClr>
          </a:lnRef>
          <a:fillRef idx="1">
            <a:schemeClr val="accent2"/>
          </a:fillRef>
          <a:effectRef idx="0">
            <a:schemeClr val="accent2"/>
          </a:effectRef>
          <a:fontRef idx="minor">
            <a:schemeClr val="lt1"/>
          </a:fontRef>
        </p:style>
        <p:txBody>
          <a:bodyPr lIns="90000" tIns="72000" rIns="90000" bIns="72000" rtlCol="0" anchor="ctr"/>
          <a:lstStyle/>
          <a:p>
            <a:pPr algn="ctr" defTabSz="914400" fontAlgn="base">
              <a:spcBef>
                <a:spcPct val="50000"/>
              </a:spcBef>
              <a:spcAft>
                <a:spcPct val="0"/>
              </a:spcAft>
              <a:buClr>
                <a:srgbClr val="F0AB00"/>
              </a:buClr>
              <a:buSzPct val="80000"/>
            </a:pPr>
            <a:r>
              <a:rPr lang="de-DE" sz="1600" b="1" kern="0" dirty="0" err="1">
                <a:ea typeface="Arial Unicode MS" pitchFamily="34" charset="-128"/>
                <a:cs typeface="Arial Unicode MS" pitchFamily="34" charset="-128"/>
              </a:rPr>
              <a:t>LowPrio</a:t>
            </a:r>
            <a:r>
              <a:rPr lang="de-DE" sz="1600" b="1" kern="0" dirty="0">
                <a:ea typeface="Arial Unicode MS" pitchFamily="34" charset="-128"/>
                <a:cs typeface="Arial Unicode MS" pitchFamily="34" charset="-128"/>
              </a:rPr>
              <a:t> </a:t>
            </a:r>
            <a:r>
              <a:rPr lang="de-DE" sz="1600" b="1" kern="0" dirty="0" err="1">
                <a:ea typeface="Arial Unicode MS" pitchFamily="34" charset="-128"/>
                <a:cs typeface="Arial Unicode MS" pitchFamily="34" charset="-128"/>
              </a:rPr>
              <a:t>Pod</a:t>
            </a:r>
            <a:endParaRPr lang="de-DE" sz="1600" b="1" kern="0" dirty="0">
              <a:ea typeface="Arial Unicode MS" pitchFamily="34" charset="-128"/>
              <a:cs typeface="Arial Unicode MS" pitchFamily="34" charset="-128"/>
            </a:endParaRPr>
          </a:p>
        </p:txBody>
      </p:sp>
      <p:cxnSp>
        <p:nvCxnSpPr>
          <p:cNvPr id="18" name="Connector: Elbow 17">
            <a:extLst>
              <a:ext uri="{FF2B5EF4-FFF2-40B4-BE49-F238E27FC236}">
                <a16:creationId xmlns:a16="http://schemas.microsoft.com/office/drawing/2014/main" id="{7F4D6EBA-BFA0-461A-9FDF-F451BC7C94D7}"/>
              </a:ext>
            </a:extLst>
          </p:cNvPr>
          <p:cNvCxnSpPr>
            <a:stCxn id="10" idx="2"/>
            <a:endCxn id="15" idx="0"/>
          </p:cNvCxnSpPr>
          <p:nvPr/>
        </p:nvCxnSpPr>
        <p:spPr>
          <a:xfrm rot="16200000" flipH="1">
            <a:off x="6861205" y="439989"/>
            <a:ext cx="1410911" cy="4070713"/>
          </a:xfrm>
          <a:prstGeom prst="bentConnector3">
            <a:avLst>
              <a:gd name="adj1" fmla="val 50000"/>
            </a:avLst>
          </a:prstGeom>
          <a:ln w="57150">
            <a:solidFill>
              <a:schemeClr val="tx1"/>
            </a:solidFill>
            <a:headEnd type="none" w="med" len="med"/>
            <a:tailEnd type="triangle"/>
          </a:ln>
        </p:spPr>
        <p:style>
          <a:lnRef idx="1">
            <a:schemeClr val="accent1"/>
          </a:lnRef>
          <a:fillRef idx="0">
            <a:schemeClr val="accent1"/>
          </a:fillRef>
          <a:effectRef idx="0">
            <a:schemeClr val="accent1"/>
          </a:effectRef>
          <a:fontRef idx="minor">
            <a:schemeClr val="tx1"/>
          </a:fontRef>
        </p:style>
      </p:cxnSp>
      <p:sp>
        <p:nvSpPr>
          <p:cNvPr id="19" name="Rectangle 18">
            <a:extLst>
              <a:ext uri="{FF2B5EF4-FFF2-40B4-BE49-F238E27FC236}">
                <a16:creationId xmlns:a16="http://schemas.microsoft.com/office/drawing/2014/main" id="{8783143E-55C5-427A-B48E-124384E44F2E}"/>
              </a:ext>
            </a:extLst>
          </p:cNvPr>
          <p:cNvSpPr/>
          <p:nvPr/>
        </p:nvSpPr>
        <p:spPr bwMode="gray">
          <a:xfrm>
            <a:off x="5755531" y="3966818"/>
            <a:ext cx="1208595" cy="773906"/>
          </a:xfrm>
          <a:prstGeom prst="rect">
            <a:avLst/>
          </a:prstGeom>
          <a:ln>
            <a:headEnd/>
            <a:tailEnd/>
          </a:ln>
        </p:spPr>
        <p:style>
          <a:lnRef idx="2">
            <a:schemeClr val="accent4">
              <a:shade val="50000"/>
            </a:schemeClr>
          </a:lnRef>
          <a:fillRef idx="1">
            <a:schemeClr val="accent4"/>
          </a:fillRef>
          <a:effectRef idx="0">
            <a:schemeClr val="accent4"/>
          </a:effectRef>
          <a:fontRef idx="minor">
            <a:schemeClr val="lt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lang="de-DE" sz="1600" b="1" kern="0" noProof="0" dirty="0" err="1">
                <a:ea typeface="Arial Unicode MS" pitchFamily="34" charset="-128"/>
                <a:cs typeface="Arial Unicode MS" pitchFamily="34" charset="-128"/>
              </a:rPr>
              <a:t>HighPrio</a:t>
            </a:r>
            <a:r>
              <a:rPr lang="de-DE" sz="1600" b="1" kern="0" noProof="0" dirty="0">
                <a:ea typeface="Arial Unicode MS" pitchFamily="34" charset="-128"/>
                <a:cs typeface="Arial Unicode MS" pitchFamily="34" charset="-128"/>
              </a:rPr>
              <a:t> </a:t>
            </a:r>
            <a:r>
              <a:rPr lang="de-DE" sz="1600" b="1" kern="0" noProof="0" dirty="0" err="1">
                <a:ea typeface="Arial Unicode MS" pitchFamily="34" charset="-128"/>
                <a:cs typeface="Arial Unicode MS" pitchFamily="34" charset="-128"/>
              </a:rPr>
              <a:t>Pod</a:t>
            </a:r>
            <a:endParaRPr kumimoji="0" lang="de-DE" sz="1600" b="1" i="0" u="none" strike="noStrike" kern="0" cap="none" spc="0" normalizeH="0" baseline="0" noProof="0" dirty="0">
              <a:ln>
                <a:noFill/>
              </a:ln>
              <a:effectLst/>
              <a:uLnTx/>
              <a:uFillTx/>
              <a:ea typeface="Arial Unicode MS" pitchFamily="34" charset="-128"/>
              <a:cs typeface="Arial Unicode MS" pitchFamily="34" charset="-128"/>
            </a:endParaRPr>
          </a:p>
        </p:txBody>
      </p:sp>
      <p:sp>
        <p:nvSpPr>
          <p:cNvPr id="20" name="Rectangle 19">
            <a:extLst>
              <a:ext uri="{FF2B5EF4-FFF2-40B4-BE49-F238E27FC236}">
                <a16:creationId xmlns:a16="http://schemas.microsoft.com/office/drawing/2014/main" id="{7AAD80EF-09D6-48C4-91CA-209AC90A1CE7}"/>
              </a:ext>
            </a:extLst>
          </p:cNvPr>
          <p:cNvSpPr/>
          <p:nvPr/>
        </p:nvSpPr>
        <p:spPr bwMode="gray">
          <a:xfrm>
            <a:off x="9863936" y="3961282"/>
            <a:ext cx="1208595" cy="773906"/>
          </a:xfrm>
          <a:prstGeom prst="rect">
            <a:avLst/>
          </a:prstGeom>
          <a:ln>
            <a:headEnd/>
            <a:tailEnd/>
          </a:ln>
        </p:spPr>
        <p:style>
          <a:lnRef idx="2">
            <a:schemeClr val="accent2">
              <a:shade val="50000"/>
            </a:schemeClr>
          </a:lnRef>
          <a:fillRef idx="1">
            <a:schemeClr val="accent2"/>
          </a:fillRef>
          <a:effectRef idx="0">
            <a:schemeClr val="accent2"/>
          </a:effectRef>
          <a:fontRef idx="minor">
            <a:schemeClr val="lt1"/>
          </a:fontRef>
        </p:style>
        <p:txBody>
          <a:bodyPr lIns="90000" tIns="72000" rIns="90000" bIns="72000" rtlCol="0" anchor="ctr"/>
          <a:lstStyle/>
          <a:p>
            <a:pPr algn="ctr" defTabSz="914400" fontAlgn="base">
              <a:spcBef>
                <a:spcPct val="50000"/>
              </a:spcBef>
              <a:spcAft>
                <a:spcPct val="0"/>
              </a:spcAft>
              <a:buClr>
                <a:srgbClr val="F0AB00"/>
              </a:buClr>
              <a:buSzPct val="80000"/>
            </a:pPr>
            <a:r>
              <a:rPr lang="de-DE" sz="1600" b="1" kern="0" dirty="0" err="1">
                <a:ea typeface="Arial Unicode MS" pitchFamily="34" charset="-128"/>
                <a:cs typeface="Arial Unicode MS" pitchFamily="34" charset="-128"/>
              </a:rPr>
              <a:t>LowPrio</a:t>
            </a:r>
            <a:r>
              <a:rPr lang="de-DE" sz="1600" b="1" kern="0" dirty="0">
                <a:ea typeface="Arial Unicode MS" pitchFamily="34" charset="-128"/>
                <a:cs typeface="Arial Unicode MS" pitchFamily="34" charset="-128"/>
              </a:rPr>
              <a:t> </a:t>
            </a:r>
            <a:r>
              <a:rPr lang="de-DE" sz="1600" b="1" kern="0" dirty="0" err="1">
                <a:ea typeface="Arial Unicode MS" pitchFamily="34" charset="-128"/>
                <a:cs typeface="Arial Unicode MS" pitchFamily="34" charset="-128"/>
              </a:rPr>
              <a:t>Pod</a:t>
            </a:r>
            <a:endParaRPr lang="de-DE" sz="1600" b="1" kern="0" dirty="0">
              <a:ea typeface="Arial Unicode MS" pitchFamily="34" charset="-128"/>
              <a:cs typeface="Arial Unicode MS" pitchFamily="34" charset="-128"/>
            </a:endParaRPr>
          </a:p>
        </p:txBody>
      </p:sp>
      <p:sp>
        <p:nvSpPr>
          <p:cNvPr id="21" name="Rectangle 20">
            <a:extLst>
              <a:ext uri="{FF2B5EF4-FFF2-40B4-BE49-F238E27FC236}">
                <a16:creationId xmlns:a16="http://schemas.microsoft.com/office/drawing/2014/main" id="{7A59226E-FCF6-4E7A-86AD-01B86C1608DB}"/>
              </a:ext>
            </a:extLst>
          </p:cNvPr>
          <p:cNvSpPr/>
          <p:nvPr/>
        </p:nvSpPr>
        <p:spPr bwMode="gray">
          <a:xfrm>
            <a:off x="5755532" y="5005918"/>
            <a:ext cx="1208595" cy="773906"/>
          </a:xfrm>
          <a:prstGeom prst="rect">
            <a:avLst/>
          </a:prstGeom>
          <a:ln>
            <a:headEnd/>
            <a:tailEnd/>
          </a:ln>
        </p:spPr>
        <p:style>
          <a:lnRef idx="2">
            <a:schemeClr val="accent2">
              <a:shade val="50000"/>
            </a:schemeClr>
          </a:lnRef>
          <a:fillRef idx="1">
            <a:schemeClr val="accent2"/>
          </a:fillRef>
          <a:effectRef idx="0">
            <a:schemeClr val="accent2"/>
          </a:effectRef>
          <a:fontRef idx="minor">
            <a:schemeClr val="lt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lang="de-DE" sz="1600" b="1" kern="0" noProof="0" dirty="0" err="1">
                <a:ea typeface="Arial Unicode MS" pitchFamily="34" charset="-128"/>
                <a:cs typeface="Arial Unicode MS" pitchFamily="34" charset="-128"/>
              </a:rPr>
              <a:t>LowPrio</a:t>
            </a:r>
            <a:r>
              <a:rPr lang="de-DE" sz="1600" b="1" kern="0" dirty="0">
                <a:ea typeface="Arial Unicode MS" pitchFamily="34" charset="-128"/>
                <a:cs typeface="Arial Unicode MS" pitchFamily="34" charset="-128"/>
              </a:rPr>
              <a:t> </a:t>
            </a:r>
            <a:r>
              <a:rPr kumimoji="0" lang="de-DE" sz="1600" b="1" i="0" u="none" strike="noStrike" kern="0" cap="none" spc="0" normalizeH="0" baseline="0" dirty="0" err="1">
                <a:ln>
                  <a:noFill/>
                </a:ln>
                <a:effectLst/>
                <a:uLnTx/>
                <a:uFillTx/>
                <a:ea typeface="Arial Unicode MS" pitchFamily="34" charset="-128"/>
                <a:cs typeface="Arial Unicode MS" pitchFamily="34" charset="-128"/>
              </a:rPr>
              <a:t>Pod</a:t>
            </a:r>
            <a:endParaRPr kumimoji="0" lang="de-DE" sz="1600" b="1" i="0" u="none" strike="noStrike" kern="0" cap="none" spc="0" normalizeH="0" baseline="0" noProof="0" dirty="0">
              <a:ln>
                <a:noFill/>
              </a:ln>
              <a:effectLst/>
              <a:uLnTx/>
              <a:uFillTx/>
              <a:ea typeface="Arial Unicode MS" pitchFamily="34" charset="-128"/>
              <a:cs typeface="Arial Unicode MS" pitchFamily="34" charset="-128"/>
            </a:endParaRPr>
          </a:p>
        </p:txBody>
      </p:sp>
      <p:sp>
        <p:nvSpPr>
          <p:cNvPr id="22" name="Rectangle 21">
            <a:extLst>
              <a:ext uri="{FF2B5EF4-FFF2-40B4-BE49-F238E27FC236}">
                <a16:creationId xmlns:a16="http://schemas.microsoft.com/office/drawing/2014/main" id="{A7E68C4B-E1F2-47A0-B6E9-AA0EF2A9B61A}"/>
              </a:ext>
            </a:extLst>
          </p:cNvPr>
          <p:cNvSpPr/>
          <p:nvPr/>
        </p:nvSpPr>
        <p:spPr bwMode="gray">
          <a:xfrm>
            <a:off x="1479502" y="5005918"/>
            <a:ext cx="1208595" cy="773906"/>
          </a:xfrm>
          <a:prstGeom prst="rect">
            <a:avLst/>
          </a:prstGeom>
          <a:ln>
            <a:headEnd/>
            <a:tailEnd/>
          </a:ln>
        </p:spPr>
        <p:style>
          <a:lnRef idx="2">
            <a:schemeClr val="accent2">
              <a:shade val="50000"/>
            </a:schemeClr>
          </a:lnRef>
          <a:fillRef idx="1">
            <a:schemeClr val="accent2"/>
          </a:fillRef>
          <a:effectRef idx="0">
            <a:schemeClr val="accent2"/>
          </a:effectRef>
          <a:fontRef idx="minor">
            <a:schemeClr val="lt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lang="de-DE" sz="1600" b="1" kern="0" noProof="0" dirty="0" err="1">
                <a:ea typeface="Arial Unicode MS" pitchFamily="34" charset="-128"/>
                <a:cs typeface="Arial Unicode MS" pitchFamily="34" charset="-128"/>
              </a:rPr>
              <a:t>LowPrio</a:t>
            </a:r>
            <a:r>
              <a:rPr lang="de-DE" sz="1600" b="1" kern="0" dirty="0">
                <a:ea typeface="Arial Unicode MS" pitchFamily="34" charset="-128"/>
                <a:cs typeface="Arial Unicode MS" pitchFamily="34" charset="-128"/>
              </a:rPr>
              <a:t> </a:t>
            </a:r>
            <a:r>
              <a:rPr kumimoji="0" lang="de-DE" sz="1600" b="1" i="0" u="none" strike="noStrike" kern="0" cap="none" spc="0" normalizeH="0" baseline="0" dirty="0" err="1">
                <a:ln>
                  <a:noFill/>
                </a:ln>
                <a:effectLst/>
                <a:uLnTx/>
                <a:uFillTx/>
                <a:ea typeface="Arial Unicode MS" pitchFamily="34" charset="-128"/>
                <a:cs typeface="Arial Unicode MS" pitchFamily="34" charset="-128"/>
              </a:rPr>
              <a:t>Pod</a:t>
            </a:r>
            <a:endParaRPr kumimoji="0" lang="de-DE" sz="1600" b="1" i="0" u="none" strike="noStrike" kern="0" cap="none" spc="0" normalizeH="0" baseline="0" noProof="0" dirty="0">
              <a:ln>
                <a:noFill/>
              </a:ln>
              <a:effectLst/>
              <a:uLnTx/>
              <a:uFillTx/>
              <a:ea typeface="Arial Unicode MS" pitchFamily="34" charset="-128"/>
              <a:cs typeface="Arial Unicode MS" pitchFamily="34" charset="-128"/>
            </a:endParaRPr>
          </a:p>
        </p:txBody>
      </p:sp>
      <p:sp>
        <p:nvSpPr>
          <p:cNvPr id="23" name="Rectangle 22">
            <a:extLst>
              <a:ext uri="{FF2B5EF4-FFF2-40B4-BE49-F238E27FC236}">
                <a16:creationId xmlns:a16="http://schemas.microsoft.com/office/drawing/2014/main" id="{2E0AD6D3-F789-489E-923F-6442FB3ADD43}"/>
              </a:ext>
            </a:extLst>
          </p:cNvPr>
          <p:cNvSpPr/>
          <p:nvPr/>
        </p:nvSpPr>
        <p:spPr bwMode="gray">
          <a:xfrm>
            <a:off x="1479502" y="3962040"/>
            <a:ext cx="1208595" cy="773906"/>
          </a:xfrm>
          <a:prstGeom prst="rect">
            <a:avLst/>
          </a:prstGeom>
          <a:ln>
            <a:headEnd/>
            <a:tailEnd/>
          </a:ln>
        </p:spPr>
        <p:style>
          <a:lnRef idx="2">
            <a:schemeClr val="accent2">
              <a:shade val="50000"/>
            </a:schemeClr>
          </a:lnRef>
          <a:fillRef idx="1">
            <a:schemeClr val="accent2"/>
          </a:fillRef>
          <a:effectRef idx="0">
            <a:schemeClr val="accent2"/>
          </a:effectRef>
          <a:fontRef idx="minor">
            <a:schemeClr val="lt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lang="de-DE" sz="1600" b="1" kern="0" noProof="0" dirty="0" err="1">
                <a:ea typeface="Arial Unicode MS" pitchFamily="34" charset="-128"/>
                <a:cs typeface="Arial Unicode MS" pitchFamily="34" charset="-128"/>
              </a:rPr>
              <a:t>LowPrio</a:t>
            </a:r>
            <a:r>
              <a:rPr lang="de-DE" sz="1600" b="1" kern="0" dirty="0">
                <a:ea typeface="Arial Unicode MS" pitchFamily="34" charset="-128"/>
                <a:cs typeface="Arial Unicode MS" pitchFamily="34" charset="-128"/>
              </a:rPr>
              <a:t> </a:t>
            </a:r>
            <a:r>
              <a:rPr kumimoji="0" lang="de-DE" sz="1600" b="1" i="0" u="none" strike="noStrike" kern="0" cap="none" spc="0" normalizeH="0" baseline="0" dirty="0" err="1">
                <a:ln>
                  <a:noFill/>
                </a:ln>
                <a:effectLst/>
                <a:uLnTx/>
                <a:uFillTx/>
                <a:ea typeface="Arial Unicode MS" pitchFamily="34" charset="-128"/>
                <a:cs typeface="Arial Unicode MS" pitchFamily="34" charset="-128"/>
              </a:rPr>
              <a:t>Pod</a:t>
            </a:r>
            <a:endParaRPr kumimoji="0" lang="de-DE" sz="1600" b="1" i="0" u="none" strike="noStrike" kern="0" cap="none" spc="0" normalizeH="0" baseline="0" noProof="0" dirty="0">
              <a:ln>
                <a:noFill/>
              </a:ln>
              <a:effectLst/>
              <a:uLnTx/>
              <a:uFillTx/>
              <a:ea typeface="Arial Unicode MS" pitchFamily="34" charset="-128"/>
              <a:cs typeface="Arial Unicode MS" pitchFamily="34" charset="-128"/>
            </a:endParaRPr>
          </a:p>
        </p:txBody>
      </p:sp>
      <p:sp>
        <p:nvSpPr>
          <p:cNvPr id="24" name="Rectangle 23">
            <a:extLst>
              <a:ext uri="{FF2B5EF4-FFF2-40B4-BE49-F238E27FC236}">
                <a16:creationId xmlns:a16="http://schemas.microsoft.com/office/drawing/2014/main" id="{14DE6F3E-0976-41FC-8F37-C86777E26FBA}"/>
              </a:ext>
            </a:extLst>
          </p:cNvPr>
          <p:cNvSpPr/>
          <p:nvPr/>
        </p:nvSpPr>
        <p:spPr bwMode="gray">
          <a:xfrm>
            <a:off x="9872578" y="5005918"/>
            <a:ext cx="1208595" cy="773906"/>
          </a:xfrm>
          <a:prstGeom prst="rect">
            <a:avLst/>
          </a:prstGeom>
          <a:ln>
            <a:headEnd/>
            <a:tailEnd/>
          </a:ln>
        </p:spPr>
        <p:style>
          <a:lnRef idx="2">
            <a:schemeClr val="accent2">
              <a:shade val="50000"/>
            </a:schemeClr>
          </a:lnRef>
          <a:fillRef idx="1">
            <a:schemeClr val="accent2"/>
          </a:fillRef>
          <a:effectRef idx="0">
            <a:schemeClr val="accent2"/>
          </a:effectRef>
          <a:fontRef idx="minor">
            <a:schemeClr val="lt1"/>
          </a:fontRef>
        </p:style>
        <p:txBody>
          <a:bodyPr lIns="90000" tIns="72000" rIns="90000" bIns="72000" rtlCol="0" anchor="ctr"/>
          <a:lstStyle/>
          <a:p>
            <a:pPr algn="ctr" defTabSz="914400" fontAlgn="base">
              <a:spcBef>
                <a:spcPct val="50000"/>
              </a:spcBef>
              <a:spcAft>
                <a:spcPct val="0"/>
              </a:spcAft>
              <a:buClr>
                <a:srgbClr val="F0AB00"/>
              </a:buClr>
              <a:buSzPct val="80000"/>
            </a:pPr>
            <a:r>
              <a:rPr lang="de-DE" sz="1600" b="1" kern="0" dirty="0" err="1">
                <a:ea typeface="Arial Unicode MS" pitchFamily="34" charset="-128"/>
                <a:cs typeface="Arial Unicode MS" pitchFamily="34" charset="-128"/>
              </a:rPr>
              <a:t>LowPrio</a:t>
            </a:r>
            <a:r>
              <a:rPr lang="de-DE" sz="1600" b="1" kern="0" dirty="0">
                <a:ea typeface="Arial Unicode MS" pitchFamily="34" charset="-128"/>
                <a:cs typeface="Arial Unicode MS" pitchFamily="34" charset="-128"/>
              </a:rPr>
              <a:t> </a:t>
            </a:r>
            <a:r>
              <a:rPr lang="de-DE" sz="1600" b="1" kern="0" dirty="0" err="1">
                <a:ea typeface="Arial Unicode MS" pitchFamily="34" charset="-128"/>
                <a:cs typeface="Arial Unicode MS" pitchFamily="34" charset="-128"/>
              </a:rPr>
              <a:t>Pod</a:t>
            </a:r>
            <a:endParaRPr lang="de-DE" sz="1600" b="1" kern="0" dirty="0">
              <a:ea typeface="Arial Unicode MS" pitchFamily="34" charset="-128"/>
              <a:cs typeface="Arial Unicode MS" pitchFamily="34" charset="-128"/>
            </a:endParaRPr>
          </a:p>
        </p:txBody>
      </p:sp>
      <p:sp>
        <p:nvSpPr>
          <p:cNvPr id="25" name="Rectangle 24">
            <a:extLst>
              <a:ext uri="{FF2B5EF4-FFF2-40B4-BE49-F238E27FC236}">
                <a16:creationId xmlns:a16="http://schemas.microsoft.com/office/drawing/2014/main" id="{ECA21933-B84E-4C3F-A053-9FC8DE5A3D29}"/>
              </a:ext>
            </a:extLst>
          </p:cNvPr>
          <p:cNvSpPr/>
          <p:nvPr/>
        </p:nvSpPr>
        <p:spPr bwMode="gray">
          <a:xfrm>
            <a:off x="6662321" y="444221"/>
            <a:ext cx="1208595" cy="1859276"/>
          </a:xfrm>
          <a:prstGeom prst="rect">
            <a:avLst/>
          </a:prstGeom>
          <a:ln>
            <a:headEnd/>
            <a:tailEnd/>
          </a:ln>
        </p:spPr>
        <p:style>
          <a:lnRef idx="2">
            <a:schemeClr val="accent4">
              <a:shade val="50000"/>
            </a:schemeClr>
          </a:lnRef>
          <a:fillRef idx="1">
            <a:schemeClr val="accent4"/>
          </a:fillRef>
          <a:effectRef idx="0">
            <a:schemeClr val="accent4"/>
          </a:effectRef>
          <a:fontRef idx="minor">
            <a:schemeClr val="lt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kumimoji="0" lang="de-DE" sz="1600" b="1" i="0" u="none" strike="noStrike" kern="0" cap="none" spc="0" normalizeH="0" baseline="0" noProof="0" dirty="0" err="1">
                <a:ln>
                  <a:noFill/>
                </a:ln>
                <a:effectLst/>
                <a:uLnTx/>
                <a:uFillTx/>
                <a:ea typeface="Arial Unicode MS" pitchFamily="34" charset="-128"/>
                <a:cs typeface="Arial Unicode MS" pitchFamily="34" charset="-128"/>
              </a:rPr>
              <a:t>HighPrio</a:t>
            </a:r>
            <a:r>
              <a:rPr kumimoji="0" lang="de-DE" sz="1600" b="1" i="0" u="none" strike="noStrike" kern="0" cap="none" spc="0" normalizeH="0" baseline="0" noProof="0" dirty="0">
                <a:ln>
                  <a:noFill/>
                </a:ln>
                <a:effectLst/>
                <a:uLnTx/>
                <a:uFillTx/>
                <a:ea typeface="Arial Unicode MS" pitchFamily="34" charset="-128"/>
                <a:cs typeface="Arial Unicode MS" pitchFamily="34" charset="-128"/>
              </a:rPr>
              <a:t> </a:t>
            </a:r>
            <a:r>
              <a:rPr kumimoji="0" lang="de-DE" sz="1600" b="1" i="0" u="none" strike="noStrike" kern="0" cap="none" spc="0" normalizeH="0" baseline="0" noProof="0" dirty="0" err="1">
                <a:ln>
                  <a:noFill/>
                </a:ln>
                <a:effectLst/>
                <a:uLnTx/>
                <a:uFillTx/>
                <a:ea typeface="Arial Unicode MS" pitchFamily="34" charset="-128"/>
                <a:cs typeface="Arial Unicode MS" pitchFamily="34" charset="-128"/>
              </a:rPr>
              <a:t>Pod</a:t>
            </a:r>
            <a:endParaRPr kumimoji="0" lang="de-DE" sz="1600" b="1" i="0" u="none" strike="noStrike" kern="0" cap="none" spc="0" normalizeH="0" baseline="0" noProof="0" dirty="0">
              <a:ln>
                <a:noFill/>
              </a:ln>
              <a:effectLst/>
              <a:uLnTx/>
              <a:uFillTx/>
              <a:ea typeface="Arial Unicode MS" pitchFamily="34" charset="-128"/>
              <a:cs typeface="Arial Unicode MS" pitchFamily="34" charset="-128"/>
            </a:endParaRPr>
          </a:p>
        </p:txBody>
      </p:sp>
    </p:spTree>
    <p:extLst>
      <p:ext uri="{BB962C8B-B14F-4D97-AF65-F5344CB8AC3E}">
        <p14:creationId xmlns:p14="http://schemas.microsoft.com/office/powerpoint/2010/main" val="164444061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1" nodeType="clickEffect">
                                  <p:stCondLst>
                                    <p:cond delay="0"/>
                                  </p:stCondLst>
                                  <p:childTnLst>
                                    <p:set>
                                      <p:cBhvr>
                                        <p:cTn id="6" dur="1" fill="hold">
                                          <p:stCondLst>
                                            <p:cond delay="0"/>
                                          </p:stCondLst>
                                        </p:cTn>
                                        <p:tgtEl>
                                          <p:spTgt spid="2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9" presetClass="emph" presetSubtype="0" fill="hold" grpId="1" nodeType="clickEffect">
                                  <p:stCondLst>
                                    <p:cond delay="0"/>
                                  </p:stCondLst>
                                  <p:childTnLst>
                                    <p:animClr clrSpc="rgb" dir="cw">
                                      <p:cBhvr override="childStyle">
                                        <p:cTn id="10" dur="500" fill="hold"/>
                                        <p:tgtEl>
                                          <p:spTgt spid="23"/>
                                        </p:tgtEl>
                                        <p:attrNameLst>
                                          <p:attrName>style.color</p:attrName>
                                        </p:attrNameLst>
                                      </p:cBhvr>
                                      <p:to>
                                        <a:srgbClr val="E30B0B"/>
                                      </p:to>
                                    </p:animClr>
                                    <p:animClr clrSpc="rgb" dir="cw">
                                      <p:cBhvr>
                                        <p:cTn id="11" dur="500" fill="hold"/>
                                        <p:tgtEl>
                                          <p:spTgt spid="23"/>
                                        </p:tgtEl>
                                        <p:attrNameLst>
                                          <p:attrName>fillcolor</p:attrName>
                                        </p:attrNameLst>
                                      </p:cBhvr>
                                      <p:to>
                                        <a:srgbClr val="E30B0B"/>
                                      </p:to>
                                    </p:animClr>
                                    <p:set>
                                      <p:cBhvr>
                                        <p:cTn id="12" dur="500" fill="hold"/>
                                        <p:tgtEl>
                                          <p:spTgt spid="23"/>
                                        </p:tgtEl>
                                        <p:attrNameLst>
                                          <p:attrName>fill.type</p:attrName>
                                        </p:attrNameLst>
                                      </p:cBhvr>
                                      <p:to>
                                        <p:strVal val="solid"/>
                                      </p:to>
                                    </p:set>
                                    <p:set>
                                      <p:cBhvr>
                                        <p:cTn id="13" dur="500" fill="hold"/>
                                        <p:tgtEl>
                                          <p:spTgt spid="23"/>
                                        </p:tgtEl>
                                        <p:attrNameLst>
                                          <p:attrName>fill.on</p:attrName>
                                        </p:attrNameLst>
                                      </p:cBhvr>
                                      <p:to>
                                        <p:strVal val="true"/>
                                      </p:to>
                                    </p:set>
                                  </p:childTnLst>
                                </p:cTn>
                              </p:par>
                              <p:par>
                                <p:cTn id="14" presetID="19" presetClass="emph" presetSubtype="0" fill="hold" grpId="1" nodeType="withEffect">
                                  <p:stCondLst>
                                    <p:cond delay="0"/>
                                  </p:stCondLst>
                                  <p:childTnLst>
                                    <p:animClr clrSpc="rgb" dir="cw">
                                      <p:cBhvr override="childStyle">
                                        <p:cTn id="15" dur="500" fill="hold"/>
                                        <p:tgtEl>
                                          <p:spTgt spid="22"/>
                                        </p:tgtEl>
                                        <p:attrNameLst>
                                          <p:attrName>style.color</p:attrName>
                                        </p:attrNameLst>
                                      </p:cBhvr>
                                      <p:to>
                                        <a:srgbClr val="E30B0B"/>
                                      </p:to>
                                    </p:animClr>
                                    <p:animClr clrSpc="rgb" dir="cw">
                                      <p:cBhvr>
                                        <p:cTn id="16" dur="500" fill="hold"/>
                                        <p:tgtEl>
                                          <p:spTgt spid="22"/>
                                        </p:tgtEl>
                                        <p:attrNameLst>
                                          <p:attrName>fillcolor</p:attrName>
                                        </p:attrNameLst>
                                      </p:cBhvr>
                                      <p:to>
                                        <a:srgbClr val="E30B0B"/>
                                      </p:to>
                                    </p:animClr>
                                    <p:set>
                                      <p:cBhvr>
                                        <p:cTn id="17" dur="500" fill="hold"/>
                                        <p:tgtEl>
                                          <p:spTgt spid="22"/>
                                        </p:tgtEl>
                                        <p:attrNameLst>
                                          <p:attrName>fill.type</p:attrName>
                                        </p:attrNameLst>
                                      </p:cBhvr>
                                      <p:to>
                                        <p:strVal val="solid"/>
                                      </p:to>
                                    </p:set>
                                    <p:set>
                                      <p:cBhvr>
                                        <p:cTn id="18" dur="500" fill="hold"/>
                                        <p:tgtEl>
                                          <p:spTgt spid="22"/>
                                        </p:tgtEl>
                                        <p:attrNameLst>
                                          <p:attrName>fill.on</p:attrName>
                                        </p:attrNameLst>
                                      </p:cBhvr>
                                      <p:to>
                                        <p:strVal val="true"/>
                                      </p:to>
                                    </p:set>
                                  </p:childTnLst>
                                </p:cTn>
                              </p:par>
                            </p:childTnLst>
                          </p:cTn>
                        </p:par>
                        <p:par>
                          <p:cTn id="19" fill="hold">
                            <p:stCondLst>
                              <p:cond delay="500"/>
                            </p:stCondLst>
                            <p:childTnLst>
                              <p:par>
                                <p:cTn id="20" presetID="2" presetClass="exit" presetSubtype="4" fill="hold" grpId="0" nodeType="afterEffect">
                                  <p:stCondLst>
                                    <p:cond delay="0"/>
                                  </p:stCondLst>
                                  <p:childTnLst>
                                    <p:anim calcmode="lin" valueType="num">
                                      <p:cBhvr additive="base">
                                        <p:cTn id="21" dur="500"/>
                                        <p:tgtEl>
                                          <p:spTgt spid="23"/>
                                        </p:tgtEl>
                                        <p:attrNameLst>
                                          <p:attrName>ppt_x</p:attrName>
                                        </p:attrNameLst>
                                      </p:cBhvr>
                                      <p:tavLst>
                                        <p:tav tm="0">
                                          <p:val>
                                            <p:strVal val="ppt_x"/>
                                          </p:val>
                                        </p:tav>
                                        <p:tav tm="100000">
                                          <p:val>
                                            <p:strVal val="ppt_x"/>
                                          </p:val>
                                        </p:tav>
                                      </p:tavLst>
                                    </p:anim>
                                    <p:anim calcmode="lin" valueType="num">
                                      <p:cBhvr additive="base">
                                        <p:cTn id="22" dur="500"/>
                                        <p:tgtEl>
                                          <p:spTgt spid="23"/>
                                        </p:tgtEl>
                                        <p:attrNameLst>
                                          <p:attrName>ppt_y</p:attrName>
                                        </p:attrNameLst>
                                      </p:cBhvr>
                                      <p:tavLst>
                                        <p:tav tm="0">
                                          <p:val>
                                            <p:strVal val="ppt_y"/>
                                          </p:val>
                                        </p:tav>
                                        <p:tav tm="100000">
                                          <p:val>
                                            <p:strVal val="1+ppt_h/2"/>
                                          </p:val>
                                        </p:tav>
                                      </p:tavLst>
                                    </p:anim>
                                    <p:set>
                                      <p:cBhvr>
                                        <p:cTn id="23" dur="1" fill="hold">
                                          <p:stCondLst>
                                            <p:cond delay="499"/>
                                          </p:stCondLst>
                                        </p:cTn>
                                        <p:tgtEl>
                                          <p:spTgt spid="23"/>
                                        </p:tgtEl>
                                        <p:attrNameLst>
                                          <p:attrName>style.visibility</p:attrName>
                                        </p:attrNameLst>
                                      </p:cBhvr>
                                      <p:to>
                                        <p:strVal val="hidden"/>
                                      </p:to>
                                    </p:set>
                                  </p:childTnLst>
                                </p:cTn>
                              </p:par>
                              <p:par>
                                <p:cTn id="24" presetID="2" presetClass="exit" presetSubtype="4" fill="hold" grpId="0" nodeType="withEffect">
                                  <p:stCondLst>
                                    <p:cond delay="0"/>
                                  </p:stCondLst>
                                  <p:childTnLst>
                                    <p:anim calcmode="lin" valueType="num">
                                      <p:cBhvr additive="base">
                                        <p:cTn id="25" dur="500"/>
                                        <p:tgtEl>
                                          <p:spTgt spid="22"/>
                                        </p:tgtEl>
                                        <p:attrNameLst>
                                          <p:attrName>ppt_x</p:attrName>
                                        </p:attrNameLst>
                                      </p:cBhvr>
                                      <p:tavLst>
                                        <p:tav tm="0">
                                          <p:val>
                                            <p:strVal val="ppt_x"/>
                                          </p:val>
                                        </p:tav>
                                        <p:tav tm="100000">
                                          <p:val>
                                            <p:strVal val="ppt_x"/>
                                          </p:val>
                                        </p:tav>
                                      </p:tavLst>
                                    </p:anim>
                                    <p:anim calcmode="lin" valueType="num">
                                      <p:cBhvr additive="base">
                                        <p:cTn id="26" dur="500"/>
                                        <p:tgtEl>
                                          <p:spTgt spid="22"/>
                                        </p:tgtEl>
                                        <p:attrNameLst>
                                          <p:attrName>ppt_y</p:attrName>
                                        </p:attrNameLst>
                                      </p:cBhvr>
                                      <p:tavLst>
                                        <p:tav tm="0">
                                          <p:val>
                                            <p:strVal val="ppt_y"/>
                                          </p:val>
                                        </p:tav>
                                        <p:tav tm="100000">
                                          <p:val>
                                            <p:strVal val="1+ppt_h/2"/>
                                          </p:val>
                                        </p:tav>
                                      </p:tavLst>
                                    </p:anim>
                                    <p:set>
                                      <p:cBhvr>
                                        <p:cTn id="27" dur="1" fill="hold">
                                          <p:stCondLst>
                                            <p:cond delay="499"/>
                                          </p:stCondLst>
                                        </p:cTn>
                                        <p:tgtEl>
                                          <p:spTgt spid="22"/>
                                        </p:tgtEl>
                                        <p:attrNameLst>
                                          <p:attrName>style.visibility</p:attrName>
                                        </p:attrNameLst>
                                      </p:cBhvr>
                                      <p:to>
                                        <p:strVal val="hidden"/>
                                      </p:to>
                                    </p:set>
                                  </p:childTnLst>
                                </p:cTn>
                              </p:par>
                            </p:childTnLst>
                          </p:cTn>
                        </p:par>
                      </p:childTnLst>
                    </p:cTn>
                  </p:par>
                  <p:par>
                    <p:cTn id="28" fill="hold">
                      <p:stCondLst>
                        <p:cond delay="indefinite"/>
                      </p:stCondLst>
                      <p:childTnLst>
                        <p:par>
                          <p:cTn id="29" fill="hold">
                            <p:stCondLst>
                              <p:cond delay="0"/>
                            </p:stCondLst>
                            <p:childTnLst>
                              <p:par>
                                <p:cTn id="30" presetID="50" presetClass="path" presetSubtype="0" accel="50000" decel="50000" fill="hold" grpId="0" nodeType="clickEffect">
                                  <p:stCondLst>
                                    <p:cond delay="0"/>
                                  </p:stCondLst>
                                  <p:childTnLst>
                                    <p:animMotion origin="layout" path="M 1.61677E-6 -0.00139 L -0.21245 -0.00139 C -0.3076 -0.00139 -0.42502 0.13912 -0.42502 0.25324 L -0.42502 0.5081 " pathEditMode="relative" rAng="0" ptsTypes="AAAA">
                                      <p:cBhvr>
                                        <p:cTn id="31" dur="2000" fill="hold"/>
                                        <p:tgtEl>
                                          <p:spTgt spid="25"/>
                                        </p:tgtEl>
                                        <p:attrNameLst>
                                          <p:attrName>ppt_x</p:attrName>
                                          <p:attrName>ppt_y</p:attrName>
                                        </p:attrNameLst>
                                      </p:cBhvr>
                                      <p:rCtr x="-21257" y="25463"/>
                                    </p:animMotion>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2" grpId="0" animBg="1"/>
      <p:bldP spid="22" grpId="1" animBg="1"/>
      <p:bldP spid="23" grpId="0" animBg="1"/>
      <p:bldP spid="23" grpId="1" animBg="1"/>
      <p:bldP spid="25" grpId="0" animBg="1"/>
      <p:bldP spid="25" grpId="1" animBg="1"/>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25C833F-141B-43CD-9D75-BF0D5B7F2771}"/>
              </a:ext>
            </a:extLst>
          </p:cNvPr>
          <p:cNvSpPr>
            <a:spLocks noGrp="1"/>
          </p:cNvSpPr>
          <p:nvPr>
            <p:ph type="title"/>
          </p:nvPr>
        </p:nvSpPr>
        <p:spPr/>
        <p:txBody>
          <a:bodyPr/>
          <a:lstStyle/>
          <a:p>
            <a:r>
              <a:rPr lang="en-US" dirty="0"/>
              <a:t>Priority Classes</a:t>
            </a:r>
          </a:p>
        </p:txBody>
      </p:sp>
      <p:pic>
        <p:nvPicPr>
          <p:cNvPr id="3" name="Picture 2">
            <a:extLst>
              <a:ext uri="{FF2B5EF4-FFF2-40B4-BE49-F238E27FC236}">
                <a16:creationId xmlns:a16="http://schemas.microsoft.com/office/drawing/2014/main" id="{577D9036-EBF3-4D80-A630-B3D077473A7B}"/>
              </a:ext>
            </a:extLst>
          </p:cNvPr>
          <p:cNvPicPr>
            <a:picLocks noChangeAspect="1"/>
          </p:cNvPicPr>
          <p:nvPr/>
        </p:nvPicPr>
        <p:blipFill>
          <a:blip r:embed="rId3"/>
          <a:stretch>
            <a:fillRect/>
          </a:stretch>
        </p:blipFill>
        <p:spPr>
          <a:xfrm>
            <a:off x="504001" y="1598947"/>
            <a:ext cx="4777944" cy="2440906"/>
          </a:xfrm>
          <a:prstGeom prst="rect">
            <a:avLst/>
          </a:prstGeom>
          <a:ln>
            <a:solidFill>
              <a:schemeClr val="tx1"/>
            </a:solidFill>
          </a:ln>
        </p:spPr>
      </p:pic>
      <p:pic>
        <p:nvPicPr>
          <p:cNvPr id="4" name="Picture 3">
            <a:extLst>
              <a:ext uri="{FF2B5EF4-FFF2-40B4-BE49-F238E27FC236}">
                <a16:creationId xmlns:a16="http://schemas.microsoft.com/office/drawing/2014/main" id="{E99D6578-421A-43DF-86F2-11ABA16CC1E8}"/>
              </a:ext>
            </a:extLst>
          </p:cNvPr>
          <p:cNvPicPr>
            <a:picLocks noChangeAspect="1"/>
          </p:cNvPicPr>
          <p:nvPr/>
        </p:nvPicPr>
        <p:blipFill>
          <a:blip r:embed="rId4"/>
          <a:stretch>
            <a:fillRect/>
          </a:stretch>
        </p:blipFill>
        <p:spPr>
          <a:xfrm>
            <a:off x="6479749" y="490690"/>
            <a:ext cx="5210728" cy="5712758"/>
          </a:xfrm>
          <a:prstGeom prst="rect">
            <a:avLst/>
          </a:prstGeom>
          <a:ln>
            <a:solidFill>
              <a:schemeClr val="tx1"/>
            </a:solidFill>
          </a:ln>
        </p:spPr>
      </p:pic>
      <p:cxnSp>
        <p:nvCxnSpPr>
          <p:cNvPr id="6" name="Connector: Elbow 5">
            <a:extLst>
              <a:ext uri="{FF2B5EF4-FFF2-40B4-BE49-F238E27FC236}">
                <a16:creationId xmlns:a16="http://schemas.microsoft.com/office/drawing/2014/main" id="{168CF65B-5068-40E0-BA82-77CFF9605F48}"/>
              </a:ext>
            </a:extLst>
          </p:cNvPr>
          <p:cNvCxnSpPr>
            <a:cxnSpLocks/>
            <a:stCxn id="3" idx="3"/>
          </p:cNvCxnSpPr>
          <p:nvPr/>
        </p:nvCxnSpPr>
        <p:spPr>
          <a:xfrm>
            <a:off x="5281945" y="2819400"/>
            <a:ext cx="1801607" cy="1742942"/>
          </a:xfrm>
          <a:prstGeom prst="bentConnector3">
            <a:avLst>
              <a:gd name="adj1" fmla="val 50000"/>
            </a:avLst>
          </a:prstGeom>
          <a:ln w="57150">
            <a:solidFill>
              <a:schemeClr val="tx1"/>
            </a:solidFill>
            <a:headEnd type="none" w="med" len="med"/>
            <a:tailEnd type="triangle"/>
          </a:ln>
        </p:spPr>
        <p:style>
          <a:lnRef idx="1">
            <a:schemeClr val="accent1"/>
          </a:lnRef>
          <a:fillRef idx="0">
            <a:schemeClr val="accent1"/>
          </a:fillRef>
          <a:effectRef idx="0">
            <a:schemeClr val="accent1"/>
          </a:effectRef>
          <a:fontRef idx="minor">
            <a:schemeClr val="tx1"/>
          </a:fontRef>
        </p:style>
      </p:cxnSp>
      <p:sp>
        <p:nvSpPr>
          <p:cNvPr id="9" name="Rectangle 8">
            <a:extLst>
              <a:ext uri="{FF2B5EF4-FFF2-40B4-BE49-F238E27FC236}">
                <a16:creationId xmlns:a16="http://schemas.microsoft.com/office/drawing/2014/main" id="{E7AFE58F-BB5D-4D29-BDFE-E8929289D32D}"/>
              </a:ext>
            </a:extLst>
          </p:cNvPr>
          <p:cNvSpPr/>
          <p:nvPr/>
        </p:nvSpPr>
        <p:spPr>
          <a:xfrm>
            <a:off x="1647953" y="6203448"/>
            <a:ext cx="8898572" cy="369332"/>
          </a:xfrm>
          <a:prstGeom prst="rect">
            <a:avLst/>
          </a:prstGeom>
        </p:spPr>
        <p:txBody>
          <a:bodyPr wrap="square">
            <a:spAutoFit/>
          </a:bodyPr>
          <a:lstStyle/>
          <a:p>
            <a:pPr algn="ctr"/>
            <a:r>
              <a:rPr lang="de-DE" sz="1800" dirty="0">
                <a:hlinkClick r:id="rId5"/>
              </a:rPr>
              <a:t>https://kubernetes.io/docs/concepts/configuration/pod-priority-preemption/</a:t>
            </a:r>
            <a:endParaRPr lang="en-US" sz="1800" dirty="0"/>
          </a:p>
        </p:txBody>
      </p:sp>
    </p:spTree>
    <p:extLst>
      <p:ext uri="{BB962C8B-B14F-4D97-AF65-F5344CB8AC3E}">
        <p14:creationId xmlns:p14="http://schemas.microsoft.com/office/powerpoint/2010/main" val="2673186271"/>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D4BD4BF-5C0E-4BE1-A99C-25DBDC85D9CD}"/>
              </a:ext>
            </a:extLst>
          </p:cNvPr>
          <p:cNvSpPr>
            <a:spLocks noGrp="1"/>
          </p:cNvSpPr>
          <p:nvPr>
            <p:ph type="title"/>
          </p:nvPr>
        </p:nvSpPr>
        <p:spPr/>
        <p:txBody>
          <a:bodyPr/>
          <a:lstStyle/>
          <a:p>
            <a:r>
              <a:rPr lang="en-US" dirty="0"/>
              <a:t>Optional Demo</a:t>
            </a:r>
          </a:p>
        </p:txBody>
      </p:sp>
      <p:pic>
        <p:nvPicPr>
          <p:cNvPr id="4" name="Picture 3">
            <a:extLst>
              <a:ext uri="{FF2B5EF4-FFF2-40B4-BE49-F238E27FC236}">
                <a16:creationId xmlns:a16="http://schemas.microsoft.com/office/drawing/2014/main" id="{AB318321-2E93-4274-88BA-A559A69B3FF1}"/>
              </a:ext>
            </a:extLst>
          </p:cNvPr>
          <p:cNvPicPr>
            <a:picLocks noChangeAspect="1"/>
          </p:cNvPicPr>
          <p:nvPr/>
        </p:nvPicPr>
        <p:blipFill>
          <a:blip r:embed="rId3"/>
          <a:stretch>
            <a:fillRect/>
          </a:stretch>
        </p:blipFill>
        <p:spPr>
          <a:xfrm>
            <a:off x="3645157" y="976918"/>
            <a:ext cx="4904163" cy="4904163"/>
          </a:xfrm>
          <a:prstGeom prst="rect">
            <a:avLst/>
          </a:prstGeom>
        </p:spPr>
      </p:pic>
    </p:spTree>
    <p:extLst>
      <p:ext uri="{BB962C8B-B14F-4D97-AF65-F5344CB8AC3E}">
        <p14:creationId xmlns:p14="http://schemas.microsoft.com/office/powerpoint/2010/main" val="1414088338"/>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 Placeholder 4"/>
          <p:cNvSpPr>
            <a:spLocks noGrp="1"/>
          </p:cNvSpPr>
          <p:nvPr>
            <p:ph type="body" sz="quarter" idx="14"/>
          </p:nvPr>
        </p:nvSpPr>
        <p:spPr/>
        <p:txBody>
          <a:bodyPr/>
          <a:lstStyle/>
          <a:p>
            <a:r>
              <a:rPr lang="en-US" dirty="0"/>
              <a:t>Kubernetes</a:t>
            </a:r>
            <a:br>
              <a:rPr lang="en-US" dirty="0"/>
            </a:br>
            <a:r>
              <a:rPr lang="en-US" dirty="0">
                <a:solidFill>
                  <a:schemeClr val="accent1"/>
                </a:solidFill>
              </a:rPr>
              <a:t>Extensibility with custom resources</a:t>
            </a:r>
          </a:p>
        </p:txBody>
      </p:sp>
      <p:pic>
        <p:nvPicPr>
          <p:cNvPr id="4" name="Picture 3" descr="cid:image003.png@01D31CC6.A08B1C50">
            <a:extLst>
              <a:ext uri="{FF2B5EF4-FFF2-40B4-BE49-F238E27FC236}">
                <a16:creationId xmlns:a16="http://schemas.microsoft.com/office/drawing/2014/main" id="{CE860390-F50F-48A8-AA1A-AE0217946FC1}"/>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0780712" y="5721975"/>
            <a:ext cx="1414463" cy="1136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8" name="Illustration" descr="Example of an illustration" title="Illustration for title slide">
            <a:extLst>
              <a:ext uri="{FF2B5EF4-FFF2-40B4-BE49-F238E27FC236}">
                <a16:creationId xmlns:a16="http://schemas.microsoft.com/office/drawing/2014/main" id="{01600F65-CF7C-4978-AEE5-E81564FA87FF}"/>
              </a:ext>
            </a:extLst>
          </p:cNvPr>
          <p:cNvPicPr>
            <a:picLocks noGrp="1" noChangeAspect="1"/>
          </p:cNvPicPr>
          <p:nvPr>
            <p:ph type="pic" sz="quarter" idx="12"/>
          </p:nvPr>
        </p:nvPicPr>
        <p:blipFill>
          <a:blip r:embed="rId4"/>
          <a:srcRect t="3112" b="3112"/>
          <a:stretch>
            <a:fillRect/>
          </a:stretch>
        </p:blipFill>
        <p:spPr bwMode="gray">
          <a:xfrm>
            <a:off x="1" y="0"/>
            <a:ext cx="12195174" cy="3430006"/>
          </a:xfrm>
        </p:spPr>
      </p:pic>
    </p:spTree>
    <p:extLst>
      <p:ext uri="{BB962C8B-B14F-4D97-AF65-F5344CB8AC3E}">
        <p14:creationId xmlns:p14="http://schemas.microsoft.com/office/powerpoint/2010/main" val="2442442933"/>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0C59C333-28D0-4634-874F-97F7337CB0CD}"/>
              </a:ext>
            </a:extLst>
          </p:cNvPr>
          <p:cNvSpPr>
            <a:spLocks noGrp="1"/>
          </p:cNvSpPr>
          <p:nvPr>
            <p:ph type="title"/>
          </p:nvPr>
        </p:nvSpPr>
        <p:spPr/>
        <p:txBody>
          <a:bodyPr/>
          <a:lstStyle/>
          <a:p>
            <a:r>
              <a:rPr lang="en-US" dirty="0"/>
              <a:t>What was this something about a “controller”?</a:t>
            </a:r>
          </a:p>
        </p:txBody>
      </p:sp>
      <p:graphicFrame>
        <p:nvGraphicFramePr>
          <p:cNvPr id="6" name="Diagram 5">
            <a:extLst>
              <a:ext uri="{FF2B5EF4-FFF2-40B4-BE49-F238E27FC236}">
                <a16:creationId xmlns:a16="http://schemas.microsoft.com/office/drawing/2014/main" id="{96400DA1-E9AF-4D54-8833-28161067C5A9}"/>
              </a:ext>
            </a:extLst>
          </p:cNvPr>
          <p:cNvGraphicFramePr/>
          <p:nvPr/>
        </p:nvGraphicFramePr>
        <p:xfrm>
          <a:off x="267706" y="1179576"/>
          <a:ext cx="11422771" cy="1065354"/>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7" name="Flowchart: Alternate Process 6">
            <a:extLst>
              <a:ext uri="{FF2B5EF4-FFF2-40B4-BE49-F238E27FC236}">
                <a16:creationId xmlns:a16="http://schemas.microsoft.com/office/drawing/2014/main" id="{555CF690-EFA8-43B1-B072-7D0EA34EB271}"/>
              </a:ext>
            </a:extLst>
          </p:cNvPr>
          <p:cNvSpPr/>
          <p:nvPr/>
        </p:nvSpPr>
        <p:spPr bwMode="gray">
          <a:xfrm>
            <a:off x="5244831" y="3374212"/>
            <a:ext cx="2216880" cy="1248155"/>
          </a:xfrm>
          <a:prstGeom prst="flowChartAlternateProcess">
            <a:avLst/>
          </a:prstGeom>
          <a:ln>
            <a:headEnd/>
            <a:tailEnd/>
          </a:ln>
        </p:spPr>
        <p:style>
          <a:lnRef idx="2">
            <a:schemeClr val="accent2"/>
          </a:lnRef>
          <a:fillRef idx="1">
            <a:schemeClr val="lt1"/>
          </a:fillRef>
          <a:effectRef idx="0">
            <a:schemeClr val="accent2"/>
          </a:effectRef>
          <a:fontRef idx="minor">
            <a:schemeClr val="dk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kumimoji="0" lang="en-US" sz="1800" b="0" i="0" u="none" strike="noStrike" kern="0" cap="none" spc="0" normalizeH="0" baseline="0" noProof="0" dirty="0">
                <a:ln>
                  <a:noFill/>
                </a:ln>
                <a:effectLst/>
                <a:uLnTx/>
                <a:uFillTx/>
                <a:ea typeface="Arial Unicode MS" pitchFamily="34" charset="-128"/>
                <a:cs typeface="Arial Unicode MS" pitchFamily="34" charset="-128"/>
              </a:rPr>
              <a:t>Operator</a:t>
            </a:r>
          </a:p>
        </p:txBody>
      </p:sp>
      <p:sp>
        <p:nvSpPr>
          <p:cNvPr id="8" name="Scroll: Vertical 7">
            <a:extLst>
              <a:ext uri="{FF2B5EF4-FFF2-40B4-BE49-F238E27FC236}">
                <a16:creationId xmlns:a16="http://schemas.microsoft.com/office/drawing/2014/main" id="{150895A8-6424-40BB-94B2-76ADA3C2C250}"/>
              </a:ext>
            </a:extLst>
          </p:cNvPr>
          <p:cNvSpPr/>
          <p:nvPr/>
        </p:nvSpPr>
        <p:spPr bwMode="gray">
          <a:xfrm>
            <a:off x="1996155" y="2626691"/>
            <a:ext cx="1508760" cy="1371599"/>
          </a:xfrm>
          <a:prstGeom prst="verticalScroll">
            <a:avLst/>
          </a:prstGeom>
          <a:ln>
            <a:headEnd/>
            <a:tailEnd/>
          </a:ln>
        </p:spPr>
        <p:style>
          <a:lnRef idx="2">
            <a:schemeClr val="accent2"/>
          </a:lnRef>
          <a:fillRef idx="1">
            <a:schemeClr val="lt1"/>
          </a:fillRef>
          <a:effectRef idx="0">
            <a:schemeClr val="accent2"/>
          </a:effectRef>
          <a:fontRef idx="minor">
            <a:schemeClr val="dk1"/>
          </a:fontRef>
        </p:style>
        <p:txBody>
          <a:bodyPr vert="horz"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kumimoji="0" lang="en-US" sz="1800" b="0" i="0" u="none" strike="noStrike" kern="0" cap="none" spc="0" normalizeH="0" baseline="0" noProof="0" dirty="0">
                <a:ln>
                  <a:noFill/>
                </a:ln>
                <a:effectLst/>
                <a:uLnTx/>
                <a:uFillTx/>
                <a:ea typeface="Arial Unicode MS" pitchFamily="34" charset="-128"/>
                <a:cs typeface="Arial Unicode MS" pitchFamily="34" charset="-128"/>
              </a:rPr>
              <a:t>CRD</a:t>
            </a:r>
          </a:p>
        </p:txBody>
      </p:sp>
      <p:sp>
        <p:nvSpPr>
          <p:cNvPr id="9" name="Flowchart: Alternate Process 8">
            <a:extLst>
              <a:ext uri="{FF2B5EF4-FFF2-40B4-BE49-F238E27FC236}">
                <a16:creationId xmlns:a16="http://schemas.microsoft.com/office/drawing/2014/main" id="{BEF33497-C8DA-4C6A-95AC-86631F28F97C}"/>
              </a:ext>
            </a:extLst>
          </p:cNvPr>
          <p:cNvSpPr/>
          <p:nvPr/>
        </p:nvSpPr>
        <p:spPr bwMode="gray">
          <a:xfrm>
            <a:off x="8978877" y="4213217"/>
            <a:ext cx="1396476" cy="1274488"/>
          </a:xfrm>
          <a:prstGeom prst="flowChartAlternateProcess">
            <a:avLst/>
          </a:prstGeom>
          <a:ln>
            <a:headEnd/>
            <a:tailEnd/>
          </a:ln>
        </p:spPr>
        <p:style>
          <a:lnRef idx="2">
            <a:schemeClr val="accent2"/>
          </a:lnRef>
          <a:fillRef idx="1">
            <a:schemeClr val="lt1"/>
          </a:fillRef>
          <a:effectRef idx="0">
            <a:schemeClr val="accent2"/>
          </a:effectRef>
          <a:fontRef idx="minor">
            <a:schemeClr val="dk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kumimoji="0" lang="en-US" sz="1800" b="0" i="0" u="none" strike="noStrike" kern="0" cap="none" spc="0" normalizeH="0" baseline="0" noProof="0" dirty="0">
                <a:ln>
                  <a:noFill/>
                </a:ln>
                <a:effectLst/>
                <a:uLnTx/>
                <a:uFillTx/>
                <a:ea typeface="Arial Unicode MS" pitchFamily="34" charset="-128"/>
                <a:cs typeface="Arial Unicode MS" pitchFamily="34" charset="-128"/>
              </a:rPr>
              <a:t>Pod</a:t>
            </a:r>
          </a:p>
        </p:txBody>
      </p:sp>
      <p:sp>
        <p:nvSpPr>
          <p:cNvPr id="10" name="Scroll: Vertical 9">
            <a:extLst>
              <a:ext uri="{FF2B5EF4-FFF2-40B4-BE49-F238E27FC236}">
                <a16:creationId xmlns:a16="http://schemas.microsoft.com/office/drawing/2014/main" id="{3F63FEC2-BB88-483F-83BB-F72560D01569}"/>
              </a:ext>
            </a:extLst>
          </p:cNvPr>
          <p:cNvSpPr/>
          <p:nvPr/>
        </p:nvSpPr>
        <p:spPr bwMode="gray">
          <a:xfrm>
            <a:off x="1996155" y="4324008"/>
            <a:ext cx="1508760" cy="1371599"/>
          </a:xfrm>
          <a:prstGeom prst="verticalScroll">
            <a:avLst/>
          </a:prstGeom>
          <a:ln>
            <a:headEnd/>
            <a:tailEnd/>
          </a:ln>
        </p:spPr>
        <p:style>
          <a:lnRef idx="2">
            <a:schemeClr val="accent2"/>
          </a:lnRef>
          <a:fillRef idx="1">
            <a:schemeClr val="lt1"/>
          </a:fillRef>
          <a:effectRef idx="0">
            <a:schemeClr val="accent2"/>
          </a:effectRef>
          <a:fontRef idx="minor">
            <a:schemeClr val="dk1"/>
          </a:fontRef>
        </p:style>
        <p:txBody>
          <a:bodyPr vert="horz"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kumimoji="0" lang="en-US" sz="1800" b="0" i="0" u="none" strike="noStrike" kern="0" cap="none" spc="0" normalizeH="0" baseline="0" noProof="0" dirty="0">
                <a:ln>
                  <a:noFill/>
                </a:ln>
                <a:effectLst/>
                <a:uLnTx/>
                <a:uFillTx/>
                <a:ea typeface="Arial Unicode MS" pitchFamily="34" charset="-128"/>
                <a:cs typeface="Arial Unicode MS" pitchFamily="34" charset="-128"/>
              </a:rPr>
              <a:t>CRO</a:t>
            </a:r>
          </a:p>
        </p:txBody>
      </p:sp>
      <p:sp>
        <p:nvSpPr>
          <p:cNvPr id="11" name="Flowchart: Alternate Process 10">
            <a:extLst>
              <a:ext uri="{FF2B5EF4-FFF2-40B4-BE49-F238E27FC236}">
                <a16:creationId xmlns:a16="http://schemas.microsoft.com/office/drawing/2014/main" id="{D9AB9761-B883-4C75-80CE-78B6EA344896}"/>
              </a:ext>
            </a:extLst>
          </p:cNvPr>
          <p:cNvSpPr/>
          <p:nvPr/>
        </p:nvSpPr>
        <p:spPr bwMode="gray">
          <a:xfrm>
            <a:off x="8978877" y="2626691"/>
            <a:ext cx="1396476" cy="1274488"/>
          </a:xfrm>
          <a:prstGeom prst="flowChartAlternateProcess">
            <a:avLst/>
          </a:prstGeom>
          <a:ln>
            <a:headEnd/>
            <a:tailEnd/>
          </a:ln>
        </p:spPr>
        <p:style>
          <a:lnRef idx="2">
            <a:schemeClr val="accent2"/>
          </a:lnRef>
          <a:fillRef idx="1">
            <a:schemeClr val="lt1"/>
          </a:fillRef>
          <a:effectRef idx="0">
            <a:schemeClr val="accent2"/>
          </a:effectRef>
          <a:fontRef idx="minor">
            <a:schemeClr val="dk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kumimoji="0" lang="en-US" sz="1800" b="0" i="0" u="none" strike="noStrike" kern="0" cap="none" spc="0" normalizeH="0" baseline="0" noProof="0" dirty="0">
                <a:ln>
                  <a:noFill/>
                </a:ln>
                <a:effectLst/>
                <a:uLnTx/>
                <a:uFillTx/>
                <a:ea typeface="Arial Unicode MS" pitchFamily="34" charset="-128"/>
                <a:cs typeface="Arial Unicode MS" pitchFamily="34" charset="-128"/>
              </a:rPr>
              <a:t>Pod</a:t>
            </a:r>
          </a:p>
        </p:txBody>
      </p:sp>
      <p:cxnSp>
        <p:nvCxnSpPr>
          <p:cNvPr id="17" name="Straight Arrow Connector 16">
            <a:extLst>
              <a:ext uri="{FF2B5EF4-FFF2-40B4-BE49-F238E27FC236}">
                <a16:creationId xmlns:a16="http://schemas.microsoft.com/office/drawing/2014/main" id="{C4881647-A915-4AF8-BF46-39EA1FFEC4BE}"/>
              </a:ext>
            </a:extLst>
          </p:cNvPr>
          <p:cNvCxnSpPr>
            <a:cxnSpLocks/>
            <a:stCxn id="8" idx="2"/>
            <a:endCxn id="10" idx="0"/>
          </p:cNvCxnSpPr>
          <p:nvPr/>
        </p:nvCxnSpPr>
        <p:spPr>
          <a:xfrm>
            <a:off x="2750535" y="3998290"/>
            <a:ext cx="0" cy="325718"/>
          </a:xfrm>
          <a:prstGeom prst="straightConnector1">
            <a:avLst/>
          </a:prstGeom>
          <a:ln w="57150">
            <a:solidFill>
              <a:schemeClr val="tx1"/>
            </a:solidFill>
            <a:headEnd type="none" w="med" len="med"/>
            <a:tailEnd type="triangle"/>
          </a:ln>
        </p:spPr>
        <p:style>
          <a:lnRef idx="1">
            <a:schemeClr val="accent1"/>
          </a:lnRef>
          <a:fillRef idx="0">
            <a:schemeClr val="accent1"/>
          </a:fillRef>
          <a:effectRef idx="0">
            <a:schemeClr val="accent1"/>
          </a:effectRef>
          <a:fontRef idx="minor">
            <a:schemeClr val="tx1"/>
          </a:fontRef>
        </p:style>
      </p:cxnSp>
      <p:cxnSp>
        <p:nvCxnSpPr>
          <p:cNvPr id="18" name="Straight Arrow Connector 17">
            <a:extLst>
              <a:ext uri="{FF2B5EF4-FFF2-40B4-BE49-F238E27FC236}">
                <a16:creationId xmlns:a16="http://schemas.microsoft.com/office/drawing/2014/main" id="{AA796564-D3CB-48A7-8DA1-312179EB1493}"/>
              </a:ext>
            </a:extLst>
          </p:cNvPr>
          <p:cNvCxnSpPr>
            <a:cxnSpLocks/>
            <a:stCxn id="7" idx="1"/>
            <a:endCxn id="8" idx="3"/>
          </p:cNvCxnSpPr>
          <p:nvPr/>
        </p:nvCxnSpPr>
        <p:spPr>
          <a:xfrm flipH="1" flipV="1">
            <a:off x="3333465" y="3312491"/>
            <a:ext cx="1911366" cy="685799"/>
          </a:xfrm>
          <a:prstGeom prst="straightConnector1">
            <a:avLst/>
          </a:prstGeom>
          <a:ln w="57150">
            <a:solidFill>
              <a:schemeClr val="tx1"/>
            </a:solidFill>
            <a:headEnd type="none" w="med" len="med"/>
            <a:tailEnd type="triangle"/>
          </a:ln>
        </p:spPr>
        <p:style>
          <a:lnRef idx="1">
            <a:schemeClr val="accent1"/>
          </a:lnRef>
          <a:fillRef idx="0">
            <a:schemeClr val="accent1"/>
          </a:fillRef>
          <a:effectRef idx="0">
            <a:schemeClr val="accent1"/>
          </a:effectRef>
          <a:fontRef idx="minor">
            <a:schemeClr val="tx1"/>
          </a:fontRef>
        </p:style>
      </p:cxnSp>
      <p:cxnSp>
        <p:nvCxnSpPr>
          <p:cNvPr id="21" name="Straight Arrow Connector 20">
            <a:extLst>
              <a:ext uri="{FF2B5EF4-FFF2-40B4-BE49-F238E27FC236}">
                <a16:creationId xmlns:a16="http://schemas.microsoft.com/office/drawing/2014/main" id="{475C0C7B-918A-4516-8A24-5D9F230EF895}"/>
              </a:ext>
            </a:extLst>
          </p:cNvPr>
          <p:cNvCxnSpPr>
            <a:cxnSpLocks/>
            <a:stCxn id="7" idx="1"/>
            <a:endCxn id="10" idx="3"/>
          </p:cNvCxnSpPr>
          <p:nvPr/>
        </p:nvCxnSpPr>
        <p:spPr>
          <a:xfrm flipH="1">
            <a:off x="3333465" y="3998290"/>
            <a:ext cx="1911366" cy="1011518"/>
          </a:xfrm>
          <a:prstGeom prst="straightConnector1">
            <a:avLst/>
          </a:prstGeom>
          <a:ln w="57150">
            <a:solidFill>
              <a:schemeClr val="tx1"/>
            </a:solidFill>
            <a:headEnd type="none" w="med" len="med"/>
            <a:tailEnd type="triangle"/>
          </a:ln>
        </p:spPr>
        <p:style>
          <a:lnRef idx="1">
            <a:schemeClr val="accent1"/>
          </a:lnRef>
          <a:fillRef idx="0">
            <a:schemeClr val="accent1"/>
          </a:fillRef>
          <a:effectRef idx="0">
            <a:schemeClr val="accent1"/>
          </a:effectRef>
          <a:fontRef idx="minor">
            <a:schemeClr val="tx1"/>
          </a:fontRef>
        </p:style>
      </p:cxnSp>
      <p:cxnSp>
        <p:nvCxnSpPr>
          <p:cNvPr id="25" name="Straight Arrow Connector 24">
            <a:extLst>
              <a:ext uri="{FF2B5EF4-FFF2-40B4-BE49-F238E27FC236}">
                <a16:creationId xmlns:a16="http://schemas.microsoft.com/office/drawing/2014/main" id="{2B18D363-4106-4F15-B4DA-0BE8BA1CA451}"/>
              </a:ext>
            </a:extLst>
          </p:cNvPr>
          <p:cNvCxnSpPr>
            <a:cxnSpLocks/>
            <a:stCxn id="7" idx="3"/>
            <a:endCxn id="9" idx="1"/>
          </p:cNvCxnSpPr>
          <p:nvPr/>
        </p:nvCxnSpPr>
        <p:spPr>
          <a:xfrm>
            <a:off x="7461711" y="3998290"/>
            <a:ext cx="1517166" cy="852171"/>
          </a:xfrm>
          <a:prstGeom prst="straightConnector1">
            <a:avLst/>
          </a:prstGeom>
          <a:ln w="57150">
            <a:solidFill>
              <a:schemeClr val="tx1"/>
            </a:solidFill>
            <a:headEnd type="none" w="med" len="med"/>
            <a:tailEnd type="triangle"/>
          </a:ln>
        </p:spPr>
        <p:style>
          <a:lnRef idx="1">
            <a:schemeClr val="accent1"/>
          </a:lnRef>
          <a:fillRef idx="0">
            <a:schemeClr val="accent1"/>
          </a:fillRef>
          <a:effectRef idx="0">
            <a:schemeClr val="accent1"/>
          </a:effectRef>
          <a:fontRef idx="minor">
            <a:schemeClr val="tx1"/>
          </a:fontRef>
        </p:style>
      </p:cxnSp>
      <p:cxnSp>
        <p:nvCxnSpPr>
          <p:cNvPr id="28" name="Straight Arrow Connector 27">
            <a:extLst>
              <a:ext uri="{FF2B5EF4-FFF2-40B4-BE49-F238E27FC236}">
                <a16:creationId xmlns:a16="http://schemas.microsoft.com/office/drawing/2014/main" id="{B81C3205-BAFC-4DF3-9EB5-62487BE70D2F}"/>
              </a:ext>
            </a:extLst>
          </p:cNvPr>
          <p:cNvCxnSpPr>
            <a:cxnSpLocks/>
            <a:stCxn id="7" idx="3"/>
            <a:endCxn id="11" idx="1"/>
          </p:cNvCxnSpPr>
          <p:nvPr/>
        </p:nvCxnSpPr>
        <p:spPr>
          <a:xfrm flipV="1">
            <a:off x="7461711" y="3263935"/>
            <a:ext cx="1517166" cy="734355"/>
          </a:xfrm>
          <a:prstGeom prst="straightConnector1">
            <a:avLst/>
          </a:prstGeom>
          <a:ln w="57150">
            <a:solidFill>
              <a:schemeClr val="tx1"/>
            </a:solidFill>
            <a:headEnd type="none" w="med" len="med"/>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866573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7"/>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10"/>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8"/>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7"/>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21"/>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9"/>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25"/>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28"/>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8" grpId="0" animBg="1"/>
      <p:bldP spid="9" grpId="0" animBg="1"/>
      <p:bldP spid="10" grpId="0" animBg="1"/>
      <p:bldP spid="11" grpId="0" animBg="1"/>
    </p:bld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5628F058-60DD-4407-8BAB-257B7CBA7802}"/>
              </a:ext>
            </a:extLst>
          </p:cNvPr>
          <p:cNvPicPr>
            <a:picLocks noChangeAspect="1"/>
          </p:cNvPicPr>
          <p:nvPr/>
        </p:nvPicPr>
        <p:blipFill>
          <a:blip r:embed="rId2"/>
          <a:stretch>
            <a:fillRect/>
          </a:stretch>
        </p:blipFill>
        <p:spPr>
          <a:xfrm>
            <a:off x="504001" y="969917"/>
            <a:ext cx="3237980" cy="5560879"/>
          </a:xfrm>
          <a:prstGeom prst="rect">
            <a:avLst/>
          </a:prstGeom>
          <a:ln>
            <a:solidFill>
              <a:schemeClr val="tx1"/>
            </a:solidFill>
          </a:ln>
        </p:spPr>
      </p:pic>
      <p:pic>
        <p:nvPicPr>
          <p:cNvPr id="10" name="Picture 9">
            <a:extLst>
              <a:ext uri="{FF2B5EF4-FFF2-40B4-BE49-F238E27FC236}">
                <a16:creationId xmlns:a16="http://schemas.microsoft.com/office/drawing/2014/main" id="{93F5C68F-E879-4B51-9EAF-54BF7B5C7048}"/>
              </a:ext>
            </a:extLst>
          </p:cNvPr>
          <p:cNvPicPr>
            <a:picLocks noChangeAspect="1"/>
          </p:cNvPicPr>
          <p:nvPr/>
        </p:nvPicPr>
        <p:blipFill>
          <a:blip r:embed="rId3"/>
          <a:stretch>
            <a:fillRect/>
          </a:stretch>
        </p:blipFill>
        <p:spPr>
          <a:xfrm>
            <a:off x="7952510" y="2196225"/>
            <a:ext cx="3146480" cy="2278485"/>
          </a:xfrm>
          <a:prstGeom prst="rect">
            <a:avLst/>
          </a:prstGeom>
          <a:ln>
            <a:solidFill>
              <a:schemeClr val="tx1"/>
            </a:solidFill>
          </a:ln>
        </p:spPr>
      </p:pic>
      <p:sp>
        <p:nvSpPr>
          <p:cNvPr id="3" name="Title 2">
            <a:extLst>
              <a:ext uri="{FF2B5EF4-FFF2-40B4-BE49-F238E27FC236}">
                <a16:creationId xmlns:a16="http://schemas.microsoft.com/office/drawing/2014/main" id="{A4432EFF-05F9-4C4E-AE9E-F6A3F8C70928}"/>
              </a:ext>
            </a:extLst>
          </p:cNvPr>
          <p:cNvSpPr>
            <a:spLocks noGrp="1"/>
          </p:cNvSpPr>
          <p:nvPr>
            <p:ph type="title"/>
          </p:nvPr>
        </p:nvSpPr>
        <p:spPr/>
        <p:txBody>
          <a:bodyPr/>
          <a:lstStyle/>
          <a:p>
            <a:r>
              <a:rPr lang="en-US" dirty="0"/>
              <a:t>CRD/CRO Example</a:t>
            </a:r>
          </a:p>
        </p:txBody>
      </p:sp>
      <p:sp>
        <p:nvSpPr>
          <p:cNvPr id="6" name="Speech Bubble: Rectangle 5">
            <a:extLst>
              <a:ext uri="{FF2B5EF4-FFF2-40B4-BE49-F238E27FC236}">
                <a16:creationId xmlns:a16="http://schemas.microsoft.com/office/drawing/2014/main" id="{3168BAB8-9930-4B26-8068-27A9400AD305}"/>
              </a:ext>
            </a:extLst>
          </p:cNvPr>
          <p:cNvSpPr/>
          <p:nvPr/>
        </p:nvSpPr>
        <p:spPr bwMode="gray">
          <a:xfrm>
            <a:off x="4046371" y="1462271"/>
            <a:ext cx="3067662" cy="521977"/>
          </a:xfrm>
          <a:prstGeom prst="wedgeRectCallout">
            <a:avLst>
              <a:gd name="adj1" fmla="val -73263"/>
              <a:gd name="adj2" fmla="val 64322"/>
            </a:avLst>
          </a:prstGeom>
          <a:ln>
            <a:headEnd/>
            <a:tailEnd/>
          </a:ln>
        </p:spPr>
        <p:style>
          <a:lnRef idx="2">
            <a:schemeClr val="accent5"/>
          </a:lnRef>
          <a:fillRef idx="1">
            <a:schemeClr val="lt1"/>
          </a:fillRef>
          <a:effectRef idx="0">
            <a:schemeClr val="accent5"/>
          </a:effectRef>
          <a:fontRef idx="minor">
            <a:schemeClr val="dk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lang="en-US" sz="1800" kern="0" dirty="0">
                <a:ea typeface="Arial Unicode MS" pitchFamily="34" charset="-128"/>
                <a:cs typeface="Arial Unicode MS" pitchFamily="34" charset="-128"/>
              </a:rPr>
              <a:t>API specification</a:t>
            </a:r>
            <a:endParaRPr kumimoji="0" lang="en-US" sz="1800" b="0" i="0" u="none" strike="noStrike" kern="0" cap="none" spc="0" normalizeH="0" baseline="0" noProof="0" dirty="0">
              <a:ln>
                <a:noFill/>
              </a:ln>
              <a:effectLst/>
              <a:uLnTx/>
              <a:uFillTx/>
              <a:ea typeface="Arial Unicode MS" pitchFamily="34" charset="-128"/>
              <a:cs typeface="Arial Unicode MS" pitchFamily="34" charset="-128"/>
            </a:endParaRPr>
          </a:p>
        </p:txBody>
      </p:sp>
      <p:sp>
        <p:nvSpPr>
          <p:cNvPr id="7" name="Speech Bubble: Rectangle 6">
            <a:extLst>
              <a:ext uri="{FF2B5EF4-FFF2-40B4-BE49-F238E27FC236}">
                <a16:creationId xmlns:a16="http://schemas.microsoft.com/office/drawing/2014/main" id="{B5D4B24E-CE04-46FC-8814-BE49D39643E6}"/>
              </a:ext>
            </a:extLst>
          </p:cNvPr>
          <p:cNvSpPr/>
          <p:nvPr/>
        </p:nvSpPr>
        <p:spPr bwMode="gray">
          <a:xfrm>
            <a:off x="3558691" y="2920579"/>
            <a:ext cx="3067662" cy="829778"/>
          </a:xfrm>
          <a:prstGeom prst="wedgeRectCallout">
            <a:avLst>
              <a:gd name="adj1" fmla="val -73263"/>
              <a:gd name="adj2" fmla="val 64322"/>
            </a:avLst>
          </a:prstGeom>
          <a:ln>
            <a:headEnd/>
            <a:tailEnd/>
          </a:ln>
        </p:spPr>
        <p:style>
          <a:lnRef idx="2">
            <a:schemeClr val="accent5"/>
          </a:lnRef>
          <a:fillRef idx="1">
            <a:schemeClr val="lt1"/>
          </a:fillRef>
          <a:effectRef idx="0">
            <a:schemeClr val="accent5"/>
          </a:effectRef>
          <a:fontRef idx="minor">
            <a:schemeClr val="dk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lang="en-US" sz="1800" kern="0" dirty="0">
                <a:ea typeface="Arial Unicode MS" pitchFamily="34" charset="-128"/>
                <a:cs typeface="Arial Unicode MS" pitchFamily="34" charset="-128"/>
              </a:rPr>
              <a:t>Validation schema to outline resource structure </a:t>
            </a:r>
            <a:endParaRPr kumimoji="0" lang="en-US" sz="1800" b="0" i="0" u="none" strike="noStrike" kern="0" cap="none" spc="0" normalizeH="0" baseline="0" noProof="0" dirty="0">
              <a:ln>
                <a:noFill/>
              </a:ln>
              <a:effectLst/>
              <a:uLnTx/>
              <a:uFillTx/>
              <a:ea typeface="Arial Unicode MS" pitchFamily="34" charset="-128"/>
              <a:cs typeface="Arial Unicode MS" pitchFamily="34" charset="-128"/>
            </a:endParaRPr>
          </a:p>
        </p:txBody>
      </p:sp>
      <p:sp>
        <p:nvSpPr>
          <p:cNvPr id="8" name="Speech Bubble: Rectangle 7">
            <a:extLst>
              <a:ext uri="{FF2B5EF4-FFF2-40B4-BE49-F238E27FC236}">
                <a16:creationId xmlns:a16="http://schemas.microsoft.com/office/drawing/2014/main" id="{796FB130-0865-43A3-975C-FA99EB64E93E}"/>
              </a:ext>
            </a:extLst>
          </p:cNvPr>
          <p:cNvSpPr/>
          <p:nvPr/>
        </p:nvSpPr>
        <p:spPr bwMode="gray">
          <a:xfrm>
            <a:off x="4654296" y="4988132"/>
            <a:ext cx="3393646" cy="829778"/>
          </a:xfrm>
          <a:prstGeom prst="wedgeRectCallout">
            <a:avLst>
              <a:gd name="adj1" fmla="val 58487"/>
              <a:gd name="adj2" fmla="val -108688"/>
            </a:avLst>
          </a:prstGeom>
          <a:ln>
            <a:headEnd/>
            <a:tailEnd/>
          </a:ln>
        </p:spPr>
        <p:style>
          <a:lnRef idx="2">
            <a:schemeClr val="accent5"/>
          </a:lnRef>
          <a:fillRef idx="1">
            <a:schemeClr val="lt1"/>
          </a:fillRef>
          <a:effectRef idx="0">
            <a:schemeClr val="accent5"/>
          </a:effectRef>
          <a:fontRef idx="minor">
            <a:schemeClr val="dk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lang="en-US" sz="1800" kern="0" dirty="0">
                <a:ea typeface="Arial Unicode MS" pitchFamily="34" charset="-128"/>
                <a:cs typeface="Arial Unicode MS" pitchFamily="34" charset="-128"/>
              </a:rPr>
              <a:t>Resource structured according to validation schema</a:t>
            </a:r>
            <a:endParaRPr kumimoji="0" lang="en-US" sz="1800" b="0" i="0" u="none" strike="noStrike" kern="0" cap="none" spc="0" normalizeH="0" baseline="0" noProof="0" dirty="0">
              <a:ln>
                <a:noFill/>
              </a:ln>
              <a:effectLst/>
              <a:uLnTx/>
              <a:uFillTx/>
              <a:ea typeface="Arial Unicode MS" pitchFamily="34" charset="-128"/>
              <a:cs typeface="Arial Unicode MS" pitchFamily="34" charset="-128"/>
            </a:endParaRPr>
          </a:p>
        </p:txBody>
      </p:sp>
      <p:sp>
        <p:nvSpPr>
          <p:cNvPr id="9" name="Speech Bubble: Rectangle 8">
            <a:extLst>
              <a:ext uri="{FF2B5EF4-FFF2-40B4-BE49-F238E27FC236}">
                <a16:creationId xmlns:a16="http://schemas.microsoft.com/office/drawing/2014/main" id="{7A9578CA-9F00-4E58-8C70-B42D38A280E5}"/>
              </a:ext>
            </a:extLst>
          </p:cNvPr>
          <p:cNvSpPr/>
          <p:nvPr/>
        </p:nvSpPr>
        <p:spPr bwMode="gray">
          <a:xfrm>
            <a:off x="7705344" y="1056781"/>
            <a:ext cx="3393646" cy="591749"/>
          </a:xfrm>
          <a:prstGeom prst="wedgeRectCallout">
            <a:avLst>
              <a:gd name="adj1" fmla="val 32351"/>
              <a:gd name="adj2" fmla="val 135952"/>
            </a:avLst>
          </a:prstGeom>
          <a:ln>
            <a:headEnd/>
            <a:tailEnd/>
          </a:ln>
        </p:spPr>
        <p:style>
          <a:lnRef idx="2">
            <a:schemeClr val="accent5"/>
          </a:lnRef>
          <a:fillRef idx="1">
            <a:schemeClr val="lt1"/>
          </a:fillRef>
          <a:effectRef idx="0">
            <a:schemeClr val="accent5"/>
          </a:effectRef>
          <a:fontRef idx="minor">
            <a:schemeClr val="dk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lang="en-US" sz="1800" kern="0" dirty="0">
                <a:ea typeface="Arial Unicode MS" pitchFamily="34" charset="-128"/>
                <a:cs typeface="Arial Unicode MS" pitchFamily="34" charset="-128"/>
              </a:rPr>
              <a:t>Newly created API endpoint</a:t>
            </a:r>
            <a:endParaRPr kumimoji="0" lang="en-US" sz="1800" b="0" i="0" u="none" strike="noStrike" kern="0" cap="none" spc="0" normalizeH="0" baseline="0" noProof="0" dirty="0">
              <a:ln>
                <a:noFill/>
              </a:ln>
              <a:effectLst/>
              <a:uLnTx/>
              <a:uFillTx/>
              <a:ea typeface="Arial Unicode MS" pitchFamily="34" charset="-128"/>
              <a:cs typeface="Arial Unicode MS" pitchFamily="34" charset="-128"/>
            </a:endParaRPr>
          </a:p>
        </p:txBody>
      </p:sp>
    </p:spTree>
    <p:extLst>
      <p:ext uri="{BB962C8B-B14F-4D97-AF65-F5344CB8AC3E}">
        <p14:creationId xmlns:p14="http://schemas.microsoft.com/office/powerpoint/2010/main" val="411549746"/>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lstStyle/>
          <a:p>
            <a:r>
              <a:rPr lang="en-US" dirty="0"/>
              <a:t>Demo</a:t>
            </a:r>
          </a:p>
        </p:txBody>
      </p:sp>
      <p:pic>
        <p:nvPicPr>
          <p:cNvPr id="5" name="Picture 4">
            <a:extLst>
              <a:ext uri="{FF2B5EF4-FFF2-40B4-BE49-F238E27FC236}">
                <a16:creationId xmlns:a16="http://schemas.microsoft.com/office/drawing/2014/main" id="{1586E469-D4BE-4FD2-8C2F-DB3709242579}"/>
              </a:ext>
            </a:extLst>
          </p:cNvPr>
          <p:cNvPicPr>
            <a:picLocks noChangeAspect="1"/>
          </p:cNvPicPr>
          <p:nvPr/>
        </p:nvPicPr>
        <p:blipFill>
          <a:blip r:embed="rId3"/>
          <a:stretch>
            <a:fillRect/>
          </a:stretch>
        </p:blipFill>
        <p:spPr>
          <a:xfrm>
            <a:off x="3645157" y="976918"/>
            <a:ext cx="4904163" cy="4904163"/>
          </a:xfrm>
          <a:prstGeom prst="rect">
            <a:avLst/>
          </a:prstGeom>
        </p:spPr>
      </p:pic>
    </p:spTree>
    <p:extLst>
      <p:ext uri="{BB962C8B-B14F-4D97-AF65-F5344CB8AC3E}">
        <p14:creationId xmlns:p14="http://schemas.microsoft.com/office/powerpoint/2010/main" val="3929190446"/>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 Placeholder 4"/>
          <p:cNvSpPr>
            <a:spLocks noGrp="1"/>
          </p:cNvSpPr>
          <p:nvPr>
            <p:ph type="body" sz="quarter" idx="14"/>
          </p:nvPr>
        </p:nvSpPr>
        <p:spPr/>
        <p:txBody>
          <a:bodyPr/>
          <a:lstStyle/>
          <a:p>
            <a:r>
              <a:rPr lang="en-US" dirty="0"/>
              <a:t>Kubernetes</a:t>
            </a:r>
            <a:br>
              <a:rPr lang="en-US" dirty="0"/>
            </a:br>
            <a:r>
              <a:rPr lang="en-US" dirty="0">
                <a:solidFill>
                  <a:schemeClr val="accent1"/>
                </a:solidFill>
              </a:rPr>
              <a:t>Dashboard addon</a:t>
            </a:r>
          </a:p>
        </p:txBody>
      </p:sp>
      <p:pic>
        <p:nvPicPr>
          <p:cNvPr id="4" name="Picture 3" descr="cid:image003.png@01D31CC6.A08B1C50">
            <a:extLst>
              <a:ext uri="{FF2B5EF4-FFF2-40B4-BE49-F238E27FC236}">
                <a16:creationId xmlns:a16="http://schemas.microsoft.com/office/drawing/2014/main" id="{CE860390-F50F-48A8-AA1A-AE0217946FC1}"/>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0780712" y="5721975"/>
            <a:ext cx="1414463" cy="1136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8" name="Illustration" descr="Example of an illustration" title="Illustration for title slide">
            <a:extLst>
              <a:ext uri="{FF2B5EF4-FFF2-40B4-BE49-F238E27FC236}">
                <a16:creationId xmlns:a16="http://schemas.microsoft.com/office/drawing/2014/main" id="{01600F65-CF7C-4978-AEE5-E81564FA87FF}"/>
              </a:ext>
            </a:extLst>
          </p:cNvPr>
          <p:cNvPicPr>
            <a:picLocks noGrp="1" noChangeAspect="1"/>
          </p:cNvPicPr>
          <p:nvPr>
            <p:ph type="pic" sz="quarter" idx="12"/>
          </p:nvPr>
        </p:nvPicPr>
        <p:blipFill>
          <a:blip r:embed="rId4"/>
          <a:srcRect t="3112" b="3112"/>
          <a:stretch>
            <a:fillRect/>
          </a:stretch>
        </p:blipFill>
        <p:spPr bwMode="gray">
          <a:xfrm>
            <a:off x="1" y="0"/>
            <a:ext cx="12195174" cy="3430006"/>
          </a:xfrm>
        </p:spPr>
      </p:pic>
    </p:spTree>
    <p:extLst>
      <p:ext uri="{BB962C8B-B14F-4D97-AF65-F5344CB8AC3E}">
        <p14:creationId xmlns:p14="http://schemas.microsoft.com/office/powerpoint/2010/main" val="3023893567"/>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lstStyle/>
          <a:p>
            <a:r>
              <a:rPr lang="en-US" dirty="0"/>
              <a:t>Sometimes working with </a:t>
            </a:r>
            <a:r>
              <a:rPr lang="en-US" dirty="0" err="1"/>
              <a:t>kubernetes</a:t>
            </a:r>
            <a:r>
              <a:rPr lang="en-US" dirty="0"/>
              <a:t> is like …</a:t>
            </a:r>
          </a:p>
        </p:txBody>
      </p:sp>
      <p:pic>
        <p:nvPicPr>
          <p:cNvPr id="1028" name="Picture 4" descr="The Important Field"/>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258388" y="1370845"/>
            <a:ext cx="9753039" cy="4239116"/>
          </a:xfrm>
          <a:prstGeom prst="rect">
            <a:avLst/>
          </a:prstGeom>
          <a:noFill/>
          <a:extLst>
            <a:ext uri="{909E8E84-426E-40DD-AFC4-6F175D3DCCD1}">
              <a14:hiddenFill xmlns:a14="http://schemas.microsoft.com/office/drawing/2010/main">
                <a:solidFill>
                  <a:srgbClr val="FFFFFF"/>
                </a:solidFill>
              </a14:hiddenFill>
            </a:ext>
          </a:extLst>
        </p:spPr>
      </p:pic>
      <p:sp>
        <p:nvSpPr>
          <p:cNvPr id="5" name="Rectangle 4"/>
          <p:cNvSpPr/>
          <p:nvPr/>
        </p:nvSpPr>
        <p:spPr>
          <a:xfrm>
            <a:off x="4732922" y="5691976"/>
            <a:ext cx="2803973" cy="415498"/>
          </a:xfrm>
          <a:prstGeom prst="rect">
            <a:avLst/>
          </a:prstGeom>
        </p:spPr>
        <p:txBody>
          <a:bodyPr wrap="none">
            <a:spAutoFit/>
          </a:bodyPr>
          <a:lstStyle/>
          <a:p>
            <a:r>
              <a:rPr lang="en-US" dirty="0">
                <a:hlinkClick r:id="rId4"/>
              </a:rPr>
              <a:t>https://xkcd.com/970/</a:t>
            </a:r>
            <a:endParaRPr lang="en-US" dirty="0"/>
          </a:p>
        </p:txBody>
      </p:sp>
    </p:spTree>
    <p:extLst>
      <p:ext uri="{BB962C8B-B14F-4D97-AF65-F5344CB8AC3E}">
        <p14:creationId xmlns:p14="http://schemas.microsoft.com/office/powerpoint/2010/main" val="822933932"/>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lstStyle/>
          <a:p>
            <a:r>
              <a:rPr lang="en-US" dirty="0"/>
              <a:t> K8s Dashboard</a:t>
            </a:r>
          </a:p>
        </p:txBody>
      </p:sp>
      <p:pic>
        <p:nvPicPr>
          <p:cNvPr id="5" name="Picture 4"/>
          <p:cNvPicPr>
            <a:picLocks noChangeAspect="1"/>
          </p:cNvPicPr>
          <p:nvPr/>
        </p:nvPicPr>
        <p:blipFill>
          <a:blip r:embed="rId3"/>
          <a:stretch>
            <a:fillRect/>
          </a:stretch>
        </p:blipFill>
        <p:spPr>
          <a:xfrm>
            <a:off x="598254" y="959749"/>
            <a:ext cx="10997970" cy="5435976"/>
          </a:xfrm>
          <a:prstGeom prst="rect">
            <a:avLst/>
          </a:prstGeom>
        </p:spPr>
      </p:pic>
    </p:spTree>
    <p:extLst>
      <p:ext uri="{BB962C8B-B14F-4D97-AF65-F5344CB8AC3E}">
        <p14:creationId xmlns:p14="http://schemas.microsoft.com/office/powerpoint/2010/main" val="306142951"/>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D4BD4BF-5C0E-4BE1-A99C-25DBDC85D9CD}"/>
              </a:ext>
            </a:extLst>
          </p:cNvPr>
          <p:cNvSpPr>
            <a:spLocks noGrp="1"/>
          </p:cNvSpPr>
          <p:nvPr>
            <p:ph type="title"/>
          </p:nvPr>
        </p:nvSpPr>
        <p:spPr/>
        <p:txBody>
          <a:bodyPr/>
          <a:lstStyle/>
          <a:p>
            <a:r>
              <a:rPr lang="en-US" dirty="0"/>
              <a:t>(optional) Demo</a:t>
            </a:r>
          </a:p>
        </p:txBody>
      </p:sp>
      <p:pic>
        <p:nvPicPr>
          <p:cNvPr id="4" name="Picture 3">
            <a:extLst>
              <a:ext uri="{FF2B5EF4-FFF2-40B4-BE49-F238E27FC236}">
                <a16:creationId xmlns:a16="http://schemas.microsoft.com/office/drawing/2014/main" id="{7F798369-315D-4168-9945-CC458FC9EC6E}"/>
              </a:ext>
            </a:extLst>
          </p:cNvPr>
          <p:cNvPicPr>
            <a:picLocks noChangeAspect="1"/>
          </p:cNvPicPr>
          <p:nvPr/>
        </p:nvPicPr>
        <p:blipFill>
          <a:blip r:embed="rId3"/>
          <a:stretch>
            <a:fillRect/>
          </a:stretch>
        </p:blipFill>
        <p:spPr>
          <a:xfrm>
            <a:off x="3645157" y="976918"/>
            <a:ext cx="4904163" cy="4904163"/>
          </a:xfrm>
          <a:prstGeom prst="rect">
            <a:avLst/>
          </a:prstGeom>
        </p:spPr>
      </p:pic>
    </p:spTree>
    <p:extLst>
      <p:ext uri="{BB962C8B-B14F-4D97-AF65-F5344CB8AC3E}">
        <p14:creationId xmlns:p14="http://schemas.microsoft.com/office/powerpoint/2010/main" val="1612786956"/>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Tree>
  </p:cSld>
  <p:clrMapOvr>
    <a:masterClrMapping/>
  </p:clrMapOvr>
  <p:transition spd="med"/>
</p:sld>
</file>

<file path=ppt/theme/theme1.xml><?xml version="1.0" encoding="utf-8"?>
<a:theme xmlns:a="http://schemas.openxmlformats.org/drawingml/2006/main" name="SAP_2017_16x9_black">
  <a:themeElements>
    <a:clrScheme name="SAP_colors_2017">
      <a:dk1>
        <a:srgbClr val="000000"/>
      </a:dk1>
      <a:lt1>
        <a:srgbClr val="FFFFFF"/>
      </a:lt1>
      <a:dk2>
        <a:srgbClr val="CCCCCC"/>
      </a:dk2>
      <a:lt2>
        <a:srgbClr val="999999"/>
      </a:lt2>
      <a:accent1>
        <a:srgbClr val="F0AB00"/>
      </a:accent1>
      <a:accent2>
        <a:srgbClr val="666666"/>
      </a:accent2>
      <a:accent3>
        <a:srgbClr val="008FD3"/>
      </a:accent3>
      <a:accent4>
        <a:srgbClr val="4FB81C"/>
      </a:accent4>
      <a:accent5>
        <a:srgbClr val="E35500"/>
      </a:accent5>
      <a:accent6>
        <a:srgbClr val="970A82"/>
      </a:accent6>
      <a:hlink>
        <a:srgbClr val="008FD3"/>
      </a:hlink>
      <a:folHlink>
        <a:srgbClr val="008FD3"/>
      </a:folHlink>
    </a:clrScheme>
    <a:fontScheme name="SAP Fonts">
      <a:majorFont>
        <a:latin typeface="Arial"/>
        <a:ea typeface=""/>
        <a:cs typeface=""/>
      </a:majorFont>
      <a:minorFont>
        <a:latin typeface="Arial"/>
        <a:ea typeface=""/>
        <a:cs typeface=""/>
      </a:minorFont>
    </a:fontScheme>
    <a:fmtScheme name="Median">
      <a:fillStyleLst>
        <a:solidFill>
          <a:schemeClr val="phClr"/>
        </a:solidFill>
        <a:solidFill>
          <a:schemeClr val="phClr">
            <a:tint val="50000"/>
          </a:schemeClr>
        </a:solidFill>
        <a:solidFill>
          <a:schemeClr val="phClr"/>
        </a:solidFill>
      </a:fillStyleLst>
      <a:lnStyleLst>
        <a:ln w="10000" cap="flat" cmpd="sng" algn="ctr">
          <a:solidFill>
            <a:schemeClr val="phClr"/>
          </a:solidFill>
          <a:prstDash val="solid"/>
        </a:ln>
        <a:ln w="19050" cap="flat" cmpd="sng" algn="ctr">
          <a:solidFill>
            <a:schemeClr val="phClr"/>
          </a:solidFill>
          <a:prstDash val="solid"/>
        </a:ln>
        <a:ln w="47625" cap="flat" cmpd="dbl" algn="ctr">
          <a:solidFill>
            <a:schemeClr val="phClr"/>
          </a:solidFill>
          <a:prstDash val="solid"/>
        </a:ln>
      </a:lnStyleLst>
      <a:effectStyleLst>
        <a:effectStyle>
          <a:effectLst>
            <a:outerShdw blurRad="38100" dist="30000" dir="5400000" rotWithShape="0">
              <a:srgbClr val="000000">
                <a:alpha val="45000"/>
              </a:srgbClr>
            </a:outerShdw>
          </a:effectLst>
        </a:effectStyle>
        <a:effectStyle>
          <a:effectLst>
            <a:outerShdw blurRad="38100" dist="30000" dir="5400000" rotWithShape="0">
              <a:srgbClr val="000000">
                <a:alpha val="45000"/>
              </a:srgbClr>
            </a:outerShdw>
          </a:effectLst>
        </a:effectStyle>
        <a:effectStyle>
          <a:effectLst>
            <a:outerShdw blurRad="38100" dist="25400" dir="5400000" rotWithShape="0">
              <a:srgbClr val="000000">
                <a:alpha val="35000"/>
              </a:srgbClr>
            </a:outerShdw>
          </a:effectLst>
          <a:scene3d>
            <a:camera prst="isometricTopDown" fov="0">
              <a:rot lat="0" lon="0" rev="0"/>
            </a:camera>
            <a:lightRig rig="balanced" dir="t">
              <a:rot lat="0" lon="0" rev="13800000"/>
            </a:lightRig>
          </a:scene3d>
          <a:sp3d extrusionH="12700" prstMaterial="plastic">
            <a:bevelT w="38100" h="25400" prst="softRound"/>
            <a:contourClr>
              <a:schemeClr val="phClr"/>
            </a:contourClr>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gray">
        <a:solidFill>
          <a:schemeClr val="accent1"/>
        </a:solidFill>
        <a:ln w="6350" algn="ctr">
          <a:noFill/>
          <a:miter lim="800000"/>
          <a:headEnd/>
          <a:tailEnd/>
        </a:ln>
      </a:spPr>
      <a:bodyPr lIns="90000" tIns="72000" rIns="90000" bIns="72000" rtlCol="0" anchor="ctr"/>
      <a:lstStyle>
        <a:defPPr marR="0" algn="ctr" defTabSz="914400" eaLnBrk="1" fontAlgn="base" latinLnBrk="0" hangingPunct="1">
          <a:lnSpc>
            <a:spcPct val="100000"/>
          </a:lnSpc>
          <a:spcBef>
            <a:spcPct val="50000"/>
          </a:spcBef>
          <a:spcAft>
            <a:spcPct val="0"/>
          </a:spcAft>
          <a:buClr>
            <a:srgbClr val="F0AB00"/>
          </a:buClr>
          <a:buSzPct val="80000"/>
          <a:tabLst/>
          <a:defRPr kumimoji="0" sz="1800" b="0" i="0" u="none" strike="noStrike" kern="0" cap="none" spc="0" normalizeH="0" baseline="0" noProof="0" dirty="0" err="1" smtClean="0">
            <a:ln>
              <a:noFill/>
            </a:ln>
            <a:effectLst/>
            <a:uLnTx/>
            <a:uFillTx/>
            <a:ea typeface="Arial Unicode MS" pitchFamily="34" charset="-128"/>
            <a:cs typeface="Arial Unicode MS" pitchFamily="34" charset="-128"/>
          </a:defRPr>
        </a:defPPr>
      </a:lstStyle>
    </a:spDef>
    <a:lnDef>
      <a:spPr>
        <a:ln w="9525">
          <a:solidFill>
            <a:schemeClr val="tx1"/>
          </a:solidFill>
          <a:headEnd type="none" w="med" len="med"/>
          <a:tailEnd type="none" w="med" len="med"/>
        </a:ln>
      </a:spPr>
      <a:bodyPr/>
      <a:lstStyle/>
      <a:style>
        <a:lnRef idx="1">
          <a:schemeClr val="accent1"/>
        </a:lnRef>
        <a:fillRef idx="0">
          <a:schemeClr val="accent1"/>
        </a:fillRef>
        <a:effectRef idx="0">
          <a:schemeClr val="accent1"/>
        </a:effectRef>
        <a:fontRef idx="minor">
          <a:schemeClr val="tx1"/>
        </a:fontRef>
      </a:style>
    </a:lnDef>
    <a:txDef>
      <a:spPr>
        <a:noFill/>
      </a:spPr>
      <a:bodyPr wrap="none" lIns="0" tIns="0" rIns="0" bIns="0" rtlCol="0">
        <a:spAutoFit/>
      </a:bodyPr>
      <a:lstStyle>
        <a:defPPr fontAlgn="base">
          <a:spcBef>
            <a:spcPct val="50000"/>
          </a:spcBef>
          <a:spcAft>
            <a:spcPct val="0"/>
          </a:spcAft>
          <a:buClr>
            <a:srgbClr val="F0AB00"/>
          </a:buClr>
          <a:buSzPct val="80000"/>
          <a:defRPr sz="1800" kern="0" dirty="0" err="1" smtClean="0">
            <a:ea typeface="Arial Unicode MS" pitchFamily="34" charset="-128"/>
            <a:cs typeface="Arial Unicode MS" pitchFamily="34" charset="-128"/>
          </a:defRPr>
        </a:defPPr>
      </a:lstStyle>
    </a:txDef>
  </a:objectDefaults>
  <a:extraClrSchemeLst/>
  <a:extLst>
    <a:ext uri="{05A4C25C-085E-4340-85A3-A5531E510DB2}">
      <thm15:themeFamily xmlns:thm15="http://schemas.microsoft.com/office/thememl/2012/main" name="SAP_2017_16x9_black.potx" id="{9488014F-4BF2-4B73-9741-6D40B78C18AF}" vid="{315AB80D-2AE3-4555-B7D1-B9C512524916}"/>
    </a:ext>
  </a:extLst>
</a:theme>
</file>

<file path=ppt/theme/theme2.xml><?xml version="1.0" encoding="utf-8"?>
<a:theme xmlns:a="http://schemas.openxmlformats.org/drawingml/2006/main" name="Office Theme">
  <a:themeElements>
    <a:clrScheme name="SAP_Colors2011_1.1">
      <a:dk1>
        <a:srgbClr val="000000"/>
      </a:dk1>
      <a:lt1>
        <a:srgbClr val="FFFFFF"/>
      </a:lt1>
      <a:dk2>
        <a:srgbClr val="0076CB"/>
      </a:dk2>
      <a:lt2>
        <a:srgbClr val="CCCCCC"/>
      </a:lt2>
      <a:accent1>
        <a:srgbClr val="F0AB00"/>
      </a:accent1>
      <a:accent2>
        <a:srgbClr val="666666"/>
      </a:accent2>
      <a:accent3>
        <a:srgbClr val="0076CB"/>
      </a:accent3>
      <a:accent4>
        <a:srgbClr val="4FB81C"/>
      </a:accent4>
      <a:accent5>
        <a:srgbClr val="E35500"/>
      </a:accent5>
      <a:accent6>
        <a:srgbClr val="760A85"/>
      </a:accent6>
      <a:hlink>
        <a:srgbClr val="666666"/>
      </a:hlink>
      <a:folHlink>
        <a:srgbClr val="CCCCCC"/>
      </a:folHlink>
    </a:clrScheme>
    <a:fontScheme name="SAP_Fonts2011">
      <a:majorFont>
        <a:latin typeface="Arial"/>
        <a:ea typeface=""/>
        <a:cs typeface=""/>
      </a:majorFont>
      <a:minorFont>
        <a:latin typeface="Arial"/>
        <a:ea typeface=""/>
        <a:cs typeface=""/>
      </a:minorFont>
    </a:fontScheme>
    <a:fmtScheme name="Median">
      <a:fillStyleLst>
        <a:solidFill>
          <a:schemeClr val="phClr"/>
        </a:solidFill>
        <a:solidFill>
          <a:schemeClr val="phClr">
            <a:tint val="50000"/>
          </a:schemeClr>
        </a:solidFill>
        <a:solidFill>
          <a:schemeClr val="phClr"/>
        </a:solidFill>
      </a:fillStyleLst>
      <a:lnStyleLst>
        <a:ln w="10000" cap="flat" cmpd="sng" algn="ctr">
          <a:solidFill>
            <a:schemeClr val="phClr"/>
          </a:solidFill>
          <a:prstDash val="solid"/>
        </a:ln>
        <a:ln w="19050" cap="flat" cmpd="sng" algn="ctr">
          <a:solidFill>
            <a:schemeClr val="phClr"/>
          </a:solidFill>
          <a:prstDash val="solid"/>
        </a:ln>
        <a:ln w="47625" cap="flat" cmpd="dbl" algn="ctr">
          <a:solidFill>
            <a:schemeClr val="phClr"/>
          </a:solidFill>
          <a:prstDash val="solid"/>
        </a:ln>
      </a:lnStyleLst>
      <a:effectStyleLst>
        <a:effectStyle>
          <a:effectLst>
            <a:outerShdw blurRad="38100" dist="30000" dir="5400000" rotWithShape="0">
              <a:srgbClr val="000000">
                <a:alpha val="45000"/>
              </a:srgbClr>
            </a:outerShdw>
          </a:effectLst>
        </a:effectStyle>
        <a:effectStyle>
          <a:effectLst>
            <a:outerShdw blurRad="38100" dist="30000" dir="5400000" rotWithShape="0">
              <a:srgbClr val="000000">
                <a:alpha val="45000"/>
              </a:srgbClr>
            </a:outerShdw>
          </a:effectLst>
        </a:effectStyle>
        <a:effectStyle>
          <a:effectLst>
            <a:outerShdw blurRad="38100" dist="25400" dir="5400000" rotWithShape="0">
              <a:srgbClr val="000000">
                <a:alpha val="35000"/>
              </a:srgbClr>
            </a:outerShdw>
          </a:effectLst>
          <a:scene3d>
            <a:camera prst="isometricTopDown" fov="0">
              <a:rot lat="0" lon="0" rev="0"/>
            </a:camera>
            <a:lightRig rig="balanced" dir="t">
              <a:rot lat="0" lon="0" rev="13800000"/>
            </a:lightRig>
          </a:scene3d>
          <a:sp3d extrusionH="12700" prstMaterial="plastic">
            <a:bevelT w="38100" h="25400" prst="softRound"/>
            <a:contourClr>
              <a:schemeClr val="phClr"/>
            </a:contourClr>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Office Theme">
  <a:themeElements>
    <a:clrScheme name="SAP_Colors2011">
      <a:dk1>
        <a:srgbClr val="000000"/>
      </a:dk1>
      <a:lt1>
        <a:srgbClr val="FFFFFF"/>
      </a:lt1>
      <a:dk2>
        <a:srgbClr val="00AFE3"/>
      </a:dk2>
      <a:lt2>
        <a:srgbClr val="CCCCCC"/>
      </a:lt2>
      <a:accent1>
        <a:srgbClr val="FDB913"/>
      </a:accent1>
      <a:accent2>
        <a:srgbClr val="626366"/>
      </a:accent2>
      <a:accent3>
        <a:srgbClr val="0082C9"/>
      </a:accent3>
      <a:accent4>
        <a:srgbClr val="4BBE44"/>
      </a:accent4>
      <a:accent5>
        <a:srgbClr val="B1D249"/>
      </a:accent5>
      <a:accent6>
        <a:srgbClr val="80298F"/>
      </a:accent6>
      <a:hlink>
        <a:srgbClr val="04357B"/>
      </a:hlink>
      <a:folHlink>
        <a:srgbClr val="999999"/>
      </a:folHlink>
    </a:clrScheme>
    <a:fontScheme name="SAP_Fonts2011">
      <a:majorFont>
        <a:latin typeface="Arial"/>
        <a:ea typeface=""/>
        <a:cs typeface=""/>
      </a:majorFont>
      <a:minorFont>
        <a:latin typeface="Arial"/>
        <a:ea typeface=""/>
        <a:cs typeface=""/>
      </a:minorFont>
    </a:fontScheme>
    <a:fmtScheme name="Median">
      <a:fillStyleLst>
        <a:solidFill>
          <a:schemeClr val="phClr"/>
        </a:solidFill>
        <a:solidFill>
          <a:schemeClr val="phClr">
            <a:tint val="50000"/>
          </a:schemeClr>
        </a:solidFill>
        <a:solidFill>
          <a:schemeClr val="phClr"/>
        </a:solidFill>
      </a:fillStyleLst>
      <a:lnStyleLst>
        <a:ln w="10000" cap="flat" cmpd="sng" algn="ctr">
          <a:solidFill>
            <a:schemeClr val="phClr"/>
          </a:solidFill>
          <a:prstDash val="solid"/>
        </a:ln>
        <a:ln w="19050" cap="flat" cmpd="sng" algn="ctr">
          <a:solidFill>
            <a:schemeClr val="phClr"/>
          </a:solidFill>
          <a:prstDash val="solid"/>
        </a:ln>
        <a:ln w="47625" cap="flat" cmpd="dbl" algn="ctr">
          <a:solidFill>
            <a:schemeClr val="phClr"/>
          </a:solidFill>
          <a:prstDash val="solid"/>
        </a:ln>
      </a:lnStyleLst>
      <a:effectStyleLst>
        <a:effectStyle>
          <a:effectLst>
            <a:outerShdw blurRad="38100" dist="30000" dir="5400000" rotWithShape="0">
              <a:srgbClr val="000000">
                <a:alpha val="45000"/>
              </a:srgbClr>
            </a:outerShdw>
          </a:effectLst>
        </a:effectStyle>
        <a:effectStyle>
          <a:effectLst>
            <a:outerShdw blurRad="38100" dist="30000" dir="5400000" rotWithShape="0">
              <a:srgbClr val="000000">
                <a:alpha val="45000"/>
              </a:srgbClr>
            </a:outerShdw>
          </a:effectLst>
        </a:effectStyle>
        <a:effectStyle>
          <a:effectLst>
            <a:outerShdw blurRad="38100" dist="25400" dir="5400000" rotWithShape="0">
              <a:srgbClr val="000000">
                <a:alpha val="35000"/>
              </a:srgbClr>
            </a:outerShdw>
          </a:effectLst>
          <a:scene3d>
            <a:camera prst="isometricTopDown" fov="0">
              <a:rot lat="0" lon="0" rev="0"/>
            </a:camera>
            <a:lightRig rig="balanced" dir="t">
              <a:rot lat="0" lon="0" rev="13800000"/>
            </a:lightRig>
          </a:scene3d>
          <a:sp3d extrusionH="12700" prstMaterial="plastic">
            <a:bevelT w="38100" h="25400" prst="softRound"/>
            <a:contourClr>
              <a:schemeClr val="phClr"/>
            </a:contourClr>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
  <TotalTime>52</TotalTime>
  <Words>1681</Words>
  <Application>Microsoft Office PowerPoint</Application>
  <PresentationFormat>Custom</PresentationFormat>
  <Paragraphs>181</Paragraphs>
  <Slides>18</Slides>
  <Notes>16</Notes>
  <HiddenSlides>1</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18</vt:i4>
      </vt:variant>
    </vt:vector>
  </HeadingPairs>
  <TitlesOfParts>
    <vt:vector size="24" baseType="lpstr">
      <vt:lpstr>Arial</vt:lpstr>
      <vt:lpstr>Courier New</vt:lpstr>
      <vt:lpstr>Symbol</vt:lpstr>
      <vt:lpstr>Wingdings</vt:lpstr>
      <vt:lpstr>Wingdings</vt:lpstr>
      <vt:lpstr>SAP_2017_16x9_black</vt:lpstr>
      <vt:lpstr>PowerPoint Presentation</vt:lpstr>
      <vt:lpstr>Job &amp; CronJob</vt:lpstr>
      <vt:lpstr>Some components require to have a pod on every node!</vt:lpstr>
      <vt:lpstr>PowerPoint Presentation</vt:lpstr>
      <vt:lpstr>A note on scheduling pods…</vt:lpstr>
      <vt:lpstr>Example: NodeSelector</vt:lpstr>
      <vt:lpstr>Pod Priority &amp; Preemption</vt:lpstr>
      <vt:lpstr>Priority Classes</vt:lpstr>
      <vt:lpstr>Optional Demo</vt:lpstr>
      <vt:lpstr>PowerPoint Presentation</vt:lpstr>
      <vt:lpstr>What was this something about a “controller”?</vt:lpstr>
      <vt:lpstr>CRD/CRO Example</vt:lpstr>
      <vt:lpstr>Demo</vt:lpstr>
      <vt:lpstr>PowerPoint Presentation</vt:lpstr>
      <vt:lpstr>Sometimes working with kubernetes is like …</vt:lpstr>
      <vt:lpstr> K8s Dashboard</vt:lpstr>
      <vt:lpstr>(optional) Demo</vt:lpstr>
      <vt:lpstr>PowerPoint Presentation</vt:lpstr>
    </vt:vector>
  </TitlesOfParts>
  <Company>SAP</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SAP PPT Template</dc:title>
  <dc:creator>SAP SE</dc:creator>
  <cp:keywords>2017/16:9/black</cp:keywords>
  <cp:lastModifiedBy>Buchner, Thomas</cp:lastModifiedBy>
  <cp:revision>762</cp:revision>
  <dcterms:created xsi:type="dcterms:W3CDTF">2015-10-14T11:21:43Z</dcterms:created>
  <dcterms:modified xsi:type="dcterms:W3CDTF">2020-10-28T12:22:44Z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_AdHocReviewCycleID">
    <vt:i4>1101452479</vt:i4>
  </property>
  <property fmtid="{D5CDD505-2E9C-101B-9397-08002B2CF9AE}" pid="3" name="_NewReviewCycle">
    <vt:lpwstr/>
  </property>
  <property fmtid="{D5CDD505-2E9C-101B-9397-08002B2CF9AE}" pid="4" name="_EmailSubject">
    <vt:lpwstr>SAP - PPT Exploration (Updated)</vt:lpwstr>
  </property>
  <property fmtid="{D5CDD505-2E9C-101B-9397-08002B2CF9AE}" pid="5" name="_AuthorEmail">
    <vt:lpwstr>heidi.bitz@sap.com</vt:lpwstr>
  </property>
  <property fmtid="{D5CDD505-2E9C-101B-9397-08002B2CF9AE}" pid="6" name="_AuthorEmailDisplayName">
    <vt:lpwstr>Bitz, Heidi</vt:lpwstr>
  </property>
  <property fmtid="{D5CDD505-2E9C-101B-9397-08002B2CF9AE}" pid="7" name="_PreviousAdHocReviewCycleID">
    <vt:i4>1357826825</vt:i4>
  </property>
</Properties>
</file>