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7" r:id="rId1"/>
  </p:sldMasterIdLst>
  <p:notesMasterIdLst>
    <p:notesMasterId r:id="rId6"/>
  </p:notesMasterIdLst>
  <p:handoutMasterIdLst>
    <p:handoutMasterId r:id="rId7"/>
  </p:handoutMasterIdLst>
  <p:sldIdLst>
    <p:sldId id="433" r:id="rId2"/>
    <p:sldId id="451" r:id="rId3"/>
    <p:sldId id="885" r:id="rId4"/>
    <p:sldId id="965" r:id="rId5"/>
  </p:sldIdLst>
  <p:sldSz cx="12195175" cy="6858000"/>
  <p:notesSz cx="20561300" cy="29452888"/>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1" userDrawn="1">
          <p15:clr>
            <a:srgbClr val="A4A3A4"/>
          </p15:clr>
        </p15:guide>
        <p15:guide id="2" orient="horz" pos="1022" userDrawn="1">
          <p15:clr>
            <a:srgbClr val="A4A3A4"/>
          </p15:clr>
        </p15:guide>
        <p15:guide id="3" orient="horz" pos="4004" userDrawn="1">
          <p15:clr>
            <a:srgbClr val="A4A3A4"/>
          </p15:clr>
        </p15:guide>
        <p15:guide id="4" pos="303" userDrawn="1">
          <p15:clr>
            <a:srgbClr val="A4A3A4"/>
          </p15:clr>
        </p15:guide>
        <p15:guide id="5" pos="7356" userDrawn="1">
          <p15:clr>
            <a:srgbClr val="A4A3A4"/>
          </p15:clr>
        </p15:guide>
        <p15:guide id="7" orient="horz" pos="300" userDrawn="1">
          <p15:clr>
            <a:srgbClr val="A4A3A4"/>
          </p15:clr>
        </p15:guide>
      </p15:sldGuideLst>
    </p:ext>
    <p:ext uri="{2D200454-40CA-4A62-9FC3-DE9A4176ACB9}">
      <p15:notesGuideLst xmlns:p15="http://schemas.microsoft.com/office/powerpoint/2012/main">
        <p15:guide id="1" orient="horz" pos="9278" userDrawn="1">
          <p15:clr>
            <a:srgbClr val="A4A3A4"/>
          </p15:clr>
        </p15:guide>
        <p15:guide id="2" pos="6476"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C3ECFF"/>
    <a:srgbClr val="DEF0F2"/>
    <a:srgbClr val="7F7F7F"/>
    <a:srgbClr val="4FB81C"/>
    <a:srgbClr val="E35500"/>
    <a:srgbClr val="008FD3"/>
    <a:srgbClr val="6699FF"/>
    <a:srgbClr val="4CC5FF"/>
    <a:srgbClr val="FFFFCC"/>
    <a:srgbClr val="FECE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964" autoAdjust="0"/>
    <p:restoredTop sz="89116" autoAdjust="0"/>
  </p:normalViewPr>
  <p:slideViewPr>
    <p:cSldViewPr snapToGrid="0" showGuides="1">
      <p:cViewPr varScale="1">
        <p:scale>
          <a:sx n="113" d="100"/>
          <a:sy n="113" d="100"/>
        </p:scale>
        <p:origin x="408" y="184"/>
      </p:cViewPr>
      <p:guideLst>
        <p:guide pos="3841"/>
        <p:guide orient="horz" pos="1022"/>
        <p:guide orient="horz" pos="4004"/>
        <p:guide pos="303"/>
        <p:guide pos="7356"/>
        <p:guide orient="horz" pos="300"/>
      </p:guideLst>
    </p:cSldViewPr>
  </p:slideViewPr>
  <p:outlineViewPr>
    <p:cViewPr>
      <p:scale>
        <a:sx n="33" d="100"/>
        <a:sy n="33" d="100"/>
      </p:scale>
      <p:origin x="0" y="-6394"/>
    </p:cViewPr>
  </p:outlineViewPr>
  <p:notesTextViewPr>
    <p:cViewPr>
      <p:scale>
        <a:sx n="150" d="100"/>
        <a:sy n="150" d="100"/>
      </p:scale>
      <p:origin x="0" y="0"/>
    </p:cViewPr>
  </p:notesTextViewPr>
  <p:sorterViewPr>
    <p:cViewPr varScale="1">
      <p:scale>
        <a:sx n="1" d="1"/>
        <a:sy n="1" d="1"/>
      </p:scale>
      <p:origin x="0" y="0"/>
    </p:cViewPr>
  </p:sorterViewPr>
  <p:notesViewPr>
    <p:cSldViewPr snapToGrid="0" showGuides="1">
      <p:cViewPr varScale="1">
        <p:scale>
          <a:sx n="31" d="100"/>
          <a:sy n="31" d="100"/>
        </p:scale>
        <p:origin x="3346" y="48"/>
      </p:cViewPr>
      <p:guideLst>
        <p:guide orient="horz" pos="9278"/>
        <p:guide pos="6476"/>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handoutMaster" Target="handoutMasters/handout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5825702" y="27975134"/>
            <a:ext cx="8909897" cy="1472645"/>
          </a:xfrm>
          <a:prstGeom prst="rect">
            <a:avLst/>
          </a:prstGeom>
        </p:spPr>
        <p:txBody>
          <a:bodyPr vert="horz" lIns="273410" tIns="136703" rIns="273410" bIns="136703" rtlCol="0" anchor="b"/>
          <a:lstStyle>
            <a:lvl1pPr algn="r">
              <a:defRPr sz="3600"/>
            </a:lvl1pPr>
          </a:lstStyle>
          <a:p>
            <a:pPr algn="ctr"/>
            <a:fld id="{47855BD9-AF71-426C-9B9B-B0E52B88852E}" type="slidenum">
              <a:rPr lang="de-DE" sz="3000"/>
              <a:pPr algn="ctr"/>
              <a:t>‹Nr.›</a:t>
            </a:fld>
            <a:endParaRPr lang="de-DE" sz="3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998538" y="1974850"/>
            <a:ext cx="18564225" cy="10439400"/>
          </a:xfrm>
          <a:prstGeom prst="rect">
            <a:avLst/>
          </a:prstGeom>
          <a:noFill/>
          <a:ln w="12700">
            <a:solidFill>
              <a:prstClr val="black"/>
            </a:solidFill>
          </a:ln>
        </p:spPr>
        <p:txBody>
          <a:bodyPr vert="horz" lIns="273410" tIns="136703" rIns="273410" bIns="136703" rtlCol="0" anchor="ctr"/>
          <a:lstStyle/>
          <a:p>
            <a:endParaRPr lang="de-DE" dirty="0"/>
          </a:p>
        </p:txBody>
      </p:sp>
      <p:sp>
        <p:nvSpPr>
          <p:cNvPr id="5" name="Notes Placeholder 4"/>
          <p:cNvSpPr>
            <a:spLocks noGrp="1"/>
          </p:cNvSpPr>
          <p:nvPr>
            <p:ph type="body" sz="quarter" idx="3"/>
          </p:nvPr>
        </p:nvSpPr>
        <p:spPr>
          <a:xfrm>
            <a:off x="1645984" y="13271073"/>
            <a:ext cx="17269333" cy="1469926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8867063" y="28782023"/>
            <a:ext cx="2827180" cy="661457"/>
          </a:xfrm>
          <a:prstGeom prst="rect">
            <a:avLst/>
          </a:prstGeom>
        </p:spPr>
        <p:txBody>
          <a:bodyPr vert="horz" lIns="273410" tIns="136703" rIns="273410" bIns="136703" rtlCol="0" anchor="b"/>
          <a:lstStyle>
            <a:lvl1pPr algn="ctr">
              <a:defRPr sz="2400"/>
            </a:lvl1pPr>
          </a:lstStyle>
          <a:p>
            <a:fld id="{7D8C2C35-2B8A-446E-BEC0-FD36716C29AC}" type="slidenum">
              <a:rPr lang="de-DE" smtClean="0"/>
              <a:pPr/>
              <a:t>‹Nr.›</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000" indent="-180000" algn="l" defTabSz="1088776" rtl="0" eaLnBrk="1" latinLnBrk="0" hangingPunct="1">
      <a:buClr>
        <a:schemeClr val="accent1"/>
      </a:buClr>
      <a:buSzPct val="100000"/>
      <a:buFont typeface="Wingdings" pitchFamily="2" charset="2"/>
      <a:buChar char=""/>
      <a:defRPr sz="1400" kern="1200">
        <a:solidFill>
          <a:schemeClr val="tx1"/>
        </a:solidFill>
        <a:latin typeface="+mn-lt"/>
        <a:ea typeface="+mn-ea"/>
        <a:cs typeface="+mn-cs"/>
      </a:defRPr>
    </a:lvl2pPr>
    <a:lvl3pPr marL="360000" indent="-180000"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a:t>
            </a:fld>
            <a:endParaRPr lang="de-DE" dirty="0"/>
          </a:p>
        </p:txBody>
      </p:sp>
    </p:spTree>
    <p:extLst>
      <p:ext uri="{BB962C8B-B14F-4D97-AF65-F5344CB8AC3E}">
        <p14:creationId xmlns:p14="http://schemas.microsoft.com/office/powerpoint/2010/main" val="38294294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defTabSz="3255485">
              <a:defRPr/>
            </a:pPr>
            <a:fld id="{7D8C2C35-2B8A-446E-BEC0-FD36716C29AC}" type="slidenum">
              <a:rPr lang="de-DE">
                <a:solidFill>
                  <a:srgbClr val="000000"/>
                </a:solidFill>
              </a:rPr>
              <a:pPr defTabSz="3255485">
                <a:defRPr/>
              </a:pPr>
              <a:t>2</a:t>
            </a:fld>
            <a:endParaRPr lang="de-DE" dirty="0">
              <a:solidFill>
                <a:srgbClr val="000000"/>
              </a:solidFill>
            </a:endParaRPr>
          </a:p>
        </p:txBody>
      </p:sp>
      <p:sp>
        <p:nvSpPr>
          <p:cNvPr id="9" name="Slide Image Placeholder 8"/>
          <p:cNvSpPr>
            <a:spLocks noGrp="1" noRot="1" noChangeAspect="1"/>
          </p:cNvSpPr>
          <p:nvPr>
            <p:ph type="sldImg"/>
          </p:nvPr>
        </p:nvSpPr>
        <p:spPr>
          <a:xfrm>
            <a:off x="998538" y="1974850"/>
            <a:ext cx="18564225" cy="10439400"/>
          </a:xfrm>
        </p:spPr>
      </p:sp>
      <p:sp>
        <p:nvSpPr>
          <p:cNvPr id="10" name="Notes Placeholder 9"/>
          <p:cNvSpPr>
            <a:spLocks noGrp="1"/>
          </p:cNvSpPr>
          <p:nvPr>
            <p:ph type="body" idx="1"/>
          </p:nvPr>
        </p:nvSpPr>
        <p:spPr/>
        <p:txBody>
          <a:bodyPr>
            <a:normAutofit/>
          </a:bodyPr>
          <a:lstStyle/>
          <a:p>
            <a:r>
              <a:rPr lang="en-US" dirty="0"/>
              <a:t>Cloud Curriculum materials cover a broad learning journey ranging from application development basics to cloud native technology.</a:t>
            </a:r>
          </a:p>
          <a:p>
            <a:r>
              <a:rPr lang="en-US" dirty="0"/>
              <a:t>Fortune Cookies is a sample application used to showcase some of the cloud native traits. We will use it for this final exercise to reiterate learned content.</a:t>
            </a:r>
          </a:p>
        </p:txBody>
      </p:sp>
    </p:spTree>
    <p:extLst>
      <p:ext uri="{BB962C8B-B14F-4D97-AF65-F5344CB8AC3E}">
        <p14:creationId xmlns:p14="http://schemas.microsoft.com/office/powerpoint/2010/main" val="6722620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Discuss </a:t>
            </a:r>
            <a:r>
              <a:rPr lang="en-US" dirty="0" err="1"/>
              <a:t>statefulset</a:t>
            </a:r>
            <a:r>
              <a:rPr lang="en-US" dirty="0"/>
              <a:t> vs deployment</a:t>
            </a:r>
          </a:p>
          <a:p>
            <a:r>
              <a:rPr lang="en-US" dirty="0"/>
              <a:t>- Discuss headless service vs ???</a:t>
            </a:r>
          </a:p>
          <a:p>
            <a:r>
              <a:rPr lang="en-US" dirty="0"/>
              <a:t>- Discuss service vs ingress</a:t>
            </a:r>
          </a:p>
        </p:txBody>
      </p:sp>
      <p:sp>
        <p:nvSpPr>
          <p:cNvPr id="4" name="Slide Number Placeholder 3"/>
          <p:cNvSpPr>
            <a:spLocks noGrp="1"/>
          </p:cNvSpPr>
          <p:nvPr>
            <p:ph type="sldNum" sz="quarter" idx="10"/>
          </p:nvPr>
        </p:nvSpPr>
        <p:spPr/>
        <p:txBody>
          <a:bodyPr/>
          <a:lstStyle/>
          <a:p>
            <a:pPr defTabSz="3255485">
              <a:defRPr/>
            </a:pPr>
            <a:fld id="{7D8C2C35-2B8A-446E-BEC0-FD36716C29AC}" type="slidenum">
              <a:rPr lang="de-DE">
                <a:solidFill>
                  <a:srgbClr val="000000"/>
                </a:solidFill>
              </a:rPr>
              <a:pPr defTabSz="3255485">
                <a:defRPr/>
              </a:pPr>
              <a:t>3</a:t>
            </a:fld>
            <a:endParaRPr lang="de-DE" dirty="0">
              <a:solidFill>
                <a:srgbClr val="000000"/>
              </a:solidFill>
            </a:endParaRPr>
          </a:p>
        </p:txBody>
      </p:sp>
    </p:spTree>
    <p:extLst>
      <p:ext uri="{BB962C8B-B14F-4D97-AF65-F5344CB8AC3E}">
        <p14:creationId xmlns:p14="http://schemas.microsoft.com/office/powerpoint/2010/main" val="18596259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www.sap.com/copyright" TargetMode="External"/><Relationship Id="rId7" Type="http://schemas.openxmlformats.org/officeDocument/2006/relationships/hyperlink" Target="https://www.youtube.com/user/SAP" TargetMode="External"/><Relationship Id="rId12"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2.png"/><Relationship Id="rId11" Type="http://schemas.openxmlformats.org/officeDocument/2006/relationships/hyperlink" Target="https://www.facebook.com/SAP" TargetMode="External"/><Relationship Id="rId5" Type="http://schemas.openxmlformats.org/officeDocument/2006/relationships/hyperlink" Target="https://www.linkedin.com/company/sap" TargetMode="External"/><Relationship Id="rId10" Type="http://schemas.openxmlformats.org/officeDocument/2006/relationships/image" Target="../media/image4.png"/><Relationship Id="rId4" Type="http://schemas.openxmlformats.org/officeDocument/2006/relationships/hyperlink" Target="https://www.sap.com/registration/contact.html" TargetMode="External"/><Relationship Id="rId9" Type="http://schemas.openxmlformats.org/officeDocument/2006/relationships/hyperlink" Target="https://twitter.com/sap" TargetMode="External"/></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www.sap.com/corporate/de/legal/copyright.html" TargetMode="External"/><Relationship Id="rId7" Type="http://schemas.openxmlformats.org/officeDocument/2006/relationships/hyperlink" Target="https://www.youtube.com/user/SAP" TargetMode="External"/><Relationship Id="rId12"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2.png"/><Relationship Id="rId11" Type="http://schemas.openxmlformats.org/officeDocument/2006/relationships/hyperlink" Target="https://www.facebook.com/SAP" TargetMode="External"/><Relationship Id="rId5" Type="http://schemas.openxmlformats.org/officeDocument/2006/relationships/hyperlink" Target="https://www.linkedin.com/company/sap" TargetMode="External"/><Relationship Id="rId10" Type="http://schemas.openxmlformats.org/officeDocument/2006/relationships/image" Target="../media/image4.png"/><Relationship Id="rId4" Type="http://schemas.openxmlformats.org/officeDocument/2006/relationships/hyperlink" Target="https://www.sap.com/germany/registration/contact.html" TargetMode="External"/><Relationship Id="rId9" Type="http://schemas.openxmlformats.org/officeDocument/2006/relationships/hyperlink" Target="https://twitter.com/sap" TargetMode="Externa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hyperlink" Target="http://global.sap.com/corporate-en/legal/copyright/index.epx"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with Image">
    <p:spTree>
      <p:nvGrpSpPr>
        <p:cNvPr id="1" name=""/>
        <p:cNvGrpSpPr/>
        <p:nvPr/>
      </p:nvGrpSpPr>
      <p:grpSpPr>
        <a:xfrm>
          <a:off x="0" y="0"/>
          <a:ext cx="0" cy="0"/>
          <a:chOff x="0" y="0"/>
          <a:chExt cx="0" cy="0"/>
        </a:xfrm>
      </p:grpSpPr>
      <p:pic>
        <p:nvPicPr>
          <p:cNvPr id="11" name="SAP Logo" descr="SAP Logo" title="SAP Logo"/>
          <p:cNvPicPr>
            <a:picLocks noChangeAspect="1"/>
          </p:cNvPicPr>
          <p:nvPr userDrawn="1"/>
        </p:nvPicPr>
        <p:blipFill>
          <a:blip r:embed="rId2"/>
          <a:stretch>
            <a:fillRect/>
          </a:stretch>
        </p:blipFill>
        <p:spPr>
          <a:xfrm>
            <a:off x="9950552" y="6217668"/>
            <a:ext cx="1963636" cy="360000"/>
          </a:xfrm>
          <a:prstGeom prst="rect">
            <a:avLst/>
          </a:prstGeom>
        </p:spPr>
      </p:pic>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INTERNAL</a:t>
            </a:r>
            <a:endParaRPr lang="en-US" sz="900" b="0" dirty="0"/>
          </a:p>
        </p:txBody>
      </p:sp>
      <p:sp>
        <p:nvSpPr>
          <p:cNvPr id="19" name="Speaker"/>
          <p:cNvSpPr>
            <a:spLocks noGrp="1"/>
          </p:cNvSpPr>
          <p:nvPr userDrawn="1">
            <p:ph type="subTitle" idx="1" hasCustomPrompt="1"/>
          </p:nvPr>
        </p:nvSpPr>
        <p:spPr bwMode="black">
          <a:xfrm>
            <a:off x="288000" y="5130489"/>
            <a:ext cx="10899174"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2018</a:t>
            </a:r>
          </a:p>
        </p:txBody>
      </p:sp>
      <p:sp>
        <p:nvSpPr>
          <p:cNvPr id="3" name="Title"/>
          <p:cNvSpPr>
            <a:spLocks noGrp="1"/>
          </p:cNvSpPr>
          <p:nvPr>
            <p:ph type="title" hasCustomPrompt="1"/>
          </p:nvPr>
        </p:nvSpPr>
        <p:spPr>
          <a:xfrm>
            <a:off x="288000" y="4024430"/>
            <a:ext cx="10899174" cy="997196"/>
          </a:xfrm>
        </p:spPr>
        <p:txBody>
          <a:bodyPr vert="horz" wrap="square" lIns="0" tIns="0" rIns="0" bIns="0" rtlCol="0">
            <a:noAutofit/>
          </a:bodyPr>
          <a:lstStyle>
            <a:lvl1pPr>
              <a:lnSpc>
                <a:spcPct val="90000"/>
              </a:lnSpc>
              <a:defRPr lang="de-DE" sz="3600" dirty="0">
                <a:latin typeface="+mn-lt"/>
                <a:ea typeface="+mn-ea"/>
                <a:cs typeface="+mn-cs"/>
              </a:defRPr>
            </a:lvl1pPr>
          </a:lstStyle>
          <a:p>
            <a:pPr lvl="0"/>
            <a:r>
              <a:rPr lang="en-US" dirty="0"/>
              <a:t>Presentation Title </a:t>
            </a:r>
            <a:br>
              <a:rPr lang="en-US" dirty="0"/>
            </a:br>
            <a:r>
              <a:rPr lang="en-US" dirty="0"/>
              <a:t>Goes Here and Here.</a:t>
            </a:r>
          </a:p>
        </p:txBody>
      </p:sp>
      <p:sp>
        <p:nvSpPr>
          <p:cNvPr id="5" name="Title Image Placeholder" descr="Placeholder title image" title="Title image"/>
          <p:cNvSpPr>
            <a:spLocks noGrp="1"/>
          </p:cNvSpPr>
          <p:nvPr>
            <p:ph type="pic" sz="quarter" idx="12" hasCustomPrompt="1"/>
          </p:nvPr>
        </p:nvSpPr>
        <p:spPr bwMode="gray">
          <a:xfrm>
            <a:off x="1" y="0"/>
            <a:ext cx="11188800" cy="3430006"/>
          </a:xfrm>
          <a:solidFill>
            <a:schemeClr val="tx2">
              <a:alpha val="70000"/>
            </a:schemeClr>
          </a:solidFill>
        </p:spPr>
        <p:txBody>
          <a:bodyPr tIns="504000"/>
          <a:lstStyle>
            <a:lvl1pPr algn="ctr">
              <a:defRPr sz="1600">
                <a:solidFill>
                  <a:schemeClr val="tx1"/>
                </a:solidFill>
              </a:defRPr>
            </a:lvl1pPr>
          </a:lstStyle>
          <a:p>
            <a:r>
              <a:rPr lang="en-US" dirty="0"/>
              <a:t>Click to insert title image</a:t>
            </a:r>
          </a:p>
        </p:txBody>
      </p:sp>
      <p:grpSp>
        <p:nvGrpSpPr>
          <p:cNvPr id="2" name="Hero Motion Band" descr="Three rectangles on the roght side of the image&#10;1. SAP Gold 60%&#10;2. SAP Gold 30%&#10;3. SAP Gold" title="Hero Motion Band"/>
          <p:cNvGrpSpPr/>
          <p:nvPr userDrawn="1"/>
        </p:nvGrpSpPr>
        <p:grpSpPr>
          <a:xfrm>
            <a:off x="9171173" y="0"/>
            <a:ext cx="3024002" cy="3430006"/>
            <a:chOff x="9171173" y="0"/>
            <a:chExt cx="3024002" cy="3430006"/>
          </a:xfrm>
        </p:grpSpPr>
        <p:sp>
          <p:nvSpPr>
            <p:cNvPr id="17" name="Rectangle SAP Gold"/>
            <p:cNvSpPr/>
            <p:nvPr userDrawn="1"/>
          </p:nvSpPr>
          <p:spPr bwMode="gray">
            <a:xfrm>
              <a:off x="11187175" y="0"/>
              <a:ext cx="1008000" cy="3430006"/>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SAP Gold 30%"/>
            <p:cNvSpPr/>
            <p:nvPr userDrawn="1"/>
          </p:nvSpPr>
          <p:spPr bwMode="gray">
            <a:xfrm>
              <a:off x="10179174" y="0"/>
              <a:ext cx="1008000" cy="3430006"/>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SAP Gold 60%"/>
            <p:cNvSpPr/>
            <p:nvPr userDrawn="1"/>
          </p:nvSpPr>
          <p:spPr bwMode="gray">
            <a:xfrm>
              <a:off x="9171173" y="0"/>
              <a:ext cx="1008000" cy="3430006"/>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753387331"/>
      </p:ext>
    </p:extLst>
  </p:cSld>
  <p:clrMapOvr>
    <a:masterClrMapping/>
  </p:clrMapOvr>
  <p:extLst>
    <p:ext uri="{DCECCB84-F9BA-43D5-87BE-67443E8EF086}">
      <p15:sldGuideLst xmlns:p15="http://schemas.microsoft.com/office/powerpoint/2012/main">
        <p15:guide id="1" pos="7505">
          <p15:clr>
            <a:srgbClr val="FBAE40"/>
          </p15:clr>
        </p15:guide>
        <p15:guide id="2" orient="horz" pos="4144">
          <p15:clr>
            <a:srgbClr val="FBAE40"/>
          </p15:clr>
        </p15:guide>
        <p15:guide id="3" orient="horz" pos="2162">
          <p15:clr>
            <a:srgbClr val="FBAE40"/>
          </p15:clr>
        </p15:guide>
        <p15:guide id="4" pos="181">
          <p15:clr>
            <a:srgbClr val="FBAE40"/>
          </p15:clr>
        </p15:guide>
        <p15:guide id="5" orient="horz" pos="2534">
          <p15:clr>
            <a:srgbClr val="FBAE40"/>
          </p15:clr>
        </p15:guide>
        <p15:guide id="6" orient="horz" pos="3164">
          <p15:clr>
            <a:srgbClr val="FBAE40"/>
          </p15:clr>
        </p15:guide>
        <p15:guide id="7" orient="horz" pos="3232">
          <p15:clr>
            <a:srgbClr val="FBAE40"/>
          </p15:clr>
        </p15:guide>
        <p15:guide id="8" orient="horz" pos="35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with Illustration">
    <p:spTree>
      <p:nvGrpSpPr>
        <p:cNvPr id="1" name=""/>
        <p:cNvGrpSpPr/>
        <p:nvPr/>
      </p:nvGrpSpPr>
      <p:grpSpPr>
        <a:xfrm>
          <a:off x="0" y="0"/>
          <a:ext cx="0" cy="0"/>
          <a:chOff x="0" y="0"/>
          <a:chExt cx="0" cy="0"/>
        </a:xfrm>
      </p:grpSpPr>
      <p:pic>
        <p:nvPicPr>
          <p:cNvPr id="7" name="SAP Logo" descr="SAP Logo" title="SAP Logo"/>
          <p:cNvPicPr>
            <a:picLocks noChangeAspect="1"/>
          </p:cNvPicPr>
          <p:nvPr userDrawn="1"/>
        </p:nvPicPr>
        <p:blipFill>
          <a:blip r:embed="rId2"/>
          <a:stretch>
            <a:fillRect/>
          </a:stretch>
        </p:blipFill>
        <p:spPr>
          <a:xfrm>
            <a:off x="9950552" y="6217668"/>
            <a:ext cx="1963636" cy="360000"/>
          </a:xfrm>
          <a:prstGeom prst="rect">
            <a:avLst/>
          </a:prstGeom>
        </p:spPr>
      </p:pic>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INTERNAL</a:t>
            </a:r>
            <a:endParaRPr lang="en-US" sz="900" b="0" dirty="0"/>
          </a:p>
        </p:txBody>
      </p:sp>
      <p:sp>
        <p:nvSpPr>
          <p:cNvPr id="19" name="Speaker"/>
          <p:cNvSpPr>
            <a:spLocks noGrp="1"/>
          </p:cNvSpPr>
          <p:nvPr userDrawn="1">
            <p:ph type="subTitle" idx="1" hasCustomPrompt="1"/>
          </p:nvPr>
        </p:nvSpPr>
        <p:spPr bwMode="black">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2018</a:t>
            </a:r>
          </a:p>
        </p:txBody>
      </p:sp>
      <p:sp>
        <p:nvSpPr>
          <p:cNvPr id="3" name="Title 2"/>
          <p:cNvSpPr>
            <a:spLocks noGrp="1"/>
          </p:cNvSpPr>
          <p:nvPr>
            <p:ph type="title" hasCustomPrompt="1"/>
          </p:nvPr>
        </p:nvSpPr>
        <p:spPr>
          <a:xfrm>
            <a:off x="288000" y="4024430"/>
            <a:ext cx="10900800" cy="997196"/>
          </a:xfrm>
        </p:spPr>
        <p:txBody>
          <a:bodyPr>
            <a:noAutofit/>
          </a:bodyPr>
          <a:lstStyle>
            <a:lvl1pPr>
              <a:lnSpc>
                <a:spcPct val="90000"/>
              </a:lnSpc>
              <a:defRPr sz="3600"/>
            </a:lvl1pPr>
          </a:lstStyle>
          <a:p>
            <a:pPr fontAlgn="base">
              <a:spcBef>
                <a:spcPct val="50000"/>
              </a:spcBef>
              <a:spcAft>
                <a:spcPct val="0"/>
              </a:spcAft>
              <a:buClr>
                <a:srgbClr val="F0AB00"/>
              </a:buClr>
              <a:buSzPct val="80000"/>
            </a:pPr>
            <a:r>
              <a:rPr lang="en-US" sz="3600" dirty="0"/>
              <a:t>Presentation Title </a:t>
            </a:r>
            <a:br>
              <a:rPr lang="en-US" sz="3600" dirty="0"/>
            </a:br>
            <a:r>
              <a:rPr lang="en-US" sz="3600" dirty="0"/>
              <a:t>Goes Here and Here.</a:t>
            </a:r>
            <a:endParaRPr lang="de-DE" sz="3600" kern="0" dirty="0" err="1">
              <a:ea typeface="Arial Unicode MS" pitchFamily="34" charset="-128"/>
              <a:cs typeface="Arial Unicode MS" pitchFamily="34" charset="-128"/>
            </a:endParaRPr>
          </a:p>
        </p:txBody>
      </p:sp>
      <p:sp>
        <p:nvSpPr>
          <p:cNvPr id="5" name="Title image (illustration scene art)"/>
          <p:cNvSpPr>
            <a:spLocks noGrp="1"/>
          </p:cNvSpPr>
          <p:nvPr>
            <p:ph type="pic" sz="quarter" idx="12" hasCustomPrompt="1"/>
          </p:nvPr>
        </p:nvSpPr>
        <p:spPr>
          <a:xfrm>
            <a:off x="1" y="0"/>
            <a:ext cx="12195175" cy="3430006"/>
          </a:xfrm>
          <a:noFill/>
        </p:spPr>
        <p:txBody>
          <a:bodyPr tIns="504000"/>
          <a:lstStyle>
            <a:lvl1pPr algn="ctr">
              <a:defRPr sz="1600">
                <a:solidFill>
                  <a:schemeClr val="tx1"/>
                </a:solidFill>
              </a:defRPr>
            </a:lvl1pPr>
          </a:lstStyle>
          <a:p>
            <a:r>
              <a:rPr lang="en-US" dirty="0"/>
              <a:t>Click to insert illustration</a:t>
            </a:r>
          </a:p>
        </p:txBody>
      </p:sp>
    </p:spTree>
    <p:extLst>
      <p:ext uri="{BB962C8B-B14F-4D97-AF65-F5344CB8AC3E}">
        <p14:creationId xmlns:p14="http://schemas.microsoft.com/office/powerpoint/2010/main" val="2979826942"/>
      </p:ext>
    </p:extLst>
  </p:cSld>
  <p:clrMapOvr>
    <a:masterClrMapping/>
  </p:clrMapOvr>
  <p:extLst>
    <p:ext uri="{DCECCB84-F9BA-43D5-87BE-67443E8EF086}">
      <p15:sldGuideLst xmlns:p15="http://schemas.microsoft.com/office/powerpoint/2012/main">
        <p15:guide id="1" orient="horz" pos="2160">
          <p15:clr>
            <a:srgbClr val="FBAE40"/>
          </p15:clr>
        </p15:guide>
        <p15:guide id="2" pos="181">
          <p15:clr>
            <a:srgbClr val="FBAE40"/>
          </p15:clr>
        </p15:guide>
        <p15:guide id="3" orient="horz" pos="4145">
          <p15:clr>
            <a:srgbClr val="FBAE40"/>
          </p15:clr>
        </p15:guide>
        <p15:guide id="4" orient="horz" pos="2534">
          <p15:clr>
            <a:srgbClr val="FBAE40"/>
          </p15:clr>
        </p15:guide>
        <p15:guide id="5" orient="horz" pos="3164">
          <p15:clr>
            <a:srgbClr val="FBAE40"/>
          </p15:clr>
        </p15:guide>
        <p15:guide id="6" orient="horz" pos="3233">
          <p15:clr>
            <a:srgbClr val="FBAE40"/>
          </p15:clr>
        </p15:guide>
        <p15:guide id="7" orient="horz" pos="3505">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Black">
    <p:spTree>
      <p:nvGrpSpPr>
        <p:cNvPr id="1" name=""/>
        <p:cNvGrpSpPr/>
        <p:nvPr/>
      </p:nvGrpSpPr>
      <p:grpSpPr>
        <a:xfrm>
          <a:off x="0" y="0"/>
          <a:ext cx="0" cy="0"/>
          <a:chOff x="0" y="0"/>
          <a:chExt cx="0" cy="0"/>
        </a:xfrm>
      </p:grpSpPr>
      <p:pic>
        <p:nvPicPr>
          <p:cNvPr id="10" name="SAP Logo" descr="SAP Logo" title="SAP Logo"/>
          <p:cNvPicPr>
            <a:picLocks noChangeAspect="1"/>
          </p:cNvPicPr>
          <p:nvPr userDrawn="1"/>
        </p:nvPicPr>
        <p:blipFill>
          <a:blip r:embed="rId2"/>
          <a:stretch>
            <a:fillRect/>
          </a:stretch>
        </p:blipFill>
        <p:spPr>
          <a:xfrm>
            <a:off x="6919535" y="6217668"/>
            <a:ext cx="1963636" cy="360000"/>
          </a:xfrm>
          <a:prstGeom prst="rect">
            <a:avLst/>
          </a:prstGeom>
        </p:spPr>
      </p:pic>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INTERNAL</a:t>
            </a:r>
            <a:endParaRPr lang="en-US" sz="900" b="0" dirty="0"/>
          </a:p>
        </p:txBody>
      </p:sp>
      <p:sp>
        <p:nvSpPr>
          <p:cNvPr id="6" name="Speaker"/>
          <p:cNvSpPr>
            <a:spLocks noGrp="1"/>
          </p:cNvSpPr>
          <p:nvPr userDrawn="1">
            <p:ph type="subTitle" idx="1" hasCustomPrompt="1"/>
          </p:nvPr>
        </p:nvSpPr>
        <p:spPr bwMode="black">
          <a:xfrm>
            <a:off x="288000" y="4268503"/>
            <a:ext cx="8595171"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2018</a:t>
            </a:r>
          </a:p>
        </p:txBody>
      </p:sp>
      <p:sp>
        <p:nvSpPr>
          <p:cNvPr id="4" name="Title 3"/>
          <p:cNvSpPr>
            <a:spLocks noGrp="1"/>
          </p:cNvSpPr>
          <p:nvPr>
            <p:ph type="title" hasCustomPrompt="1"/>
          </p:nvPr>
        </p:nvSpPr>
        <p:spPr>
          <a:xfrm>
            <a:off x="288000" y="2706317"/>
            <a:ext cx="8596800" cy="997196"/>
          </a:xfrm>
        </p:spPr>
        <p:txBody>
          <a:bodyPr>
            <a:noAutofit/>
          </a:bodyPr>
          <a:lstStyle>
            <a:lvl1pPr>
              <a:lnSpc>
                <a:spcPct val="90000"/>
              </a:lnSpc>
              <a:defRPr sz="3600"/>
            </a:lvl1pPr>
          </a:lstStyle>
          <a:p>
            <a:pPr fontAlgn="base">
              <a:spcBef>
                <a:spcPct val="50000"/>
              </a:spcBef>
              <a:spcAft>
                <a:spcPct val="0"/>
              </a:spcAft>
              <a:buClr>
                <a:srgbClr val="F0AB00"/>
              </a:buClr>
              <a:buSzPct val="80000"/>
            </a:pPr>
            <a:r>
              <a:rPr lang="en-US" sz="3600" dirty="0"/>
              <a:t>Presentation Title </a:t>
            </a:r>
            <a:br>
              <a:rPr lang="en-US" sz="3600" dirty="0"/>
            </a:br>
            <a:r>
              <a:rPr lang="en-US" sz="3600" dirty="0"/>
              <a:t>Goes Here and Here.</a:t>
            </a:r>
            <a:endParaRPr lang="de-DE" sz="3600" kern="0" dirty="0" err="1">
              <a:ea typeface="Arial Unicode MS" pitchFamily="34" charset="-128"/>
              <a:cs typeface="Arial Unicode MS" pitchFamily="34" charset="-128"/>
            </a:endParaRPr>
          </a:p>
        </p:txBody>
      </p:sp>
      <p:grpSp>
        <p:nvGrpSpPr>
          <p:cNvPr id="2" name="Hero Motion Band"/>
          <p:cNvGrpSpPr/>
          <p:nvPr userDrawn="1"/>
        </p:nvGrpSpPr>
        <p:grpSpPr>
          <a:xfrm>
            <a:off x="9171173" y="0"/>
            <a:ext cx="3024002" cy="6858000"/>
            <a:chOff x="9171173" y="0"/>
            <a:chExt cx="3024002" cy="6855990"/>
          </a:xfrm>
        </p:grpSpPr>
        <p:sp>
          <p:nvSpPr>
            <p:cNvPr id="17" name="Rectangle SAP Gold"/>
            <p:cNvSpPr/>
            <p:nvPr userDrawn="1"/>
          </p:nvSpPr>
          <p:spPr bwMode="gray">
            <a:xfrm>
              <a:off x="11187175" y="0"/>
              <a:ext cx="1008000" cy="6855990"/>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SAP Gold 30%"/>
            <p:cNvSpPr/>
            <p:nvPr userDrawn="1"/>
          </p:nvSpPr>
          <p:spPr bwMode="gray">
            <a:xfrm>
              <a:off x="10179174" y="0"/>
              <a:ext cx="1008000" cy="685599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SAP Gold 60%"/>
            <p:cNvSpPr/>
            <p:nvPr userDrawn="1"/>
          </p:nvSpPr>
          <p:spPr bwMode="gray">
            <a:xfrm>
              <a:off x="9171173" y="0"/>
              <a:ext cx="1008000" cy="685599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4059984305"/>
      </p:ext>
    </p:extLst>
  </p:cSld>
  <p:clrMapOvr>
    <a:masterClrMapping/>
  </p:clrMapOvr>
  <p:extLst>
    <p:ext uri="{DCECCB84-F9BA-43D5-87BE-67443E8EF086}">
      <p15:sldGuideLst xmlns:p15="http://schemas.microsoft.com/office/powerpoint/2012/main">
        <p15:guide id="1" pos="181">
          <p15:clr>
            <a:srgbClr val="FBAE40"/>
          </p15:clr>
        </p15:guide>
        <p15:guide id="2" orient="horz" pos="1704">
          <p15:clr>
            <a:srgbClr val="FBAE40"/>
          </p15:clr>
        </p15:guide>
        <p15:guide id="3" orient="horz" pos="2688">
          <p15:clr>
            <a:srgbClr val="FBAE40"/>
          </p15:clr>
        </p15:guide>
        <p15:guide id="4" orient="horz" pos="2334">
          <p15:clr>
            <a:srgbClr val="FBAE40"/>
          </p15:clr>
        </p15:guide>
        <p15:guide id="5" orient="horz" pos="2960">
          <p15:clr>
            <a:srgbClr val="FBAE40"/>
          </p15:clr>
        </p15:guide>
        <p15:guide id="6" pos="5597">
          <p15:clr>
            <a:srgbClr val="FBAE40"/>
          </p15:clr>
        </p15:guide>
        <p15:guide id="7" orient="horz" pos="414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with Pictogram">
    <p:spTree>
      <p:nvGrpSpPr>
        <p:cNvPr id="1" name=""/>
        <p:cNvGrpSpPr/>
        <p:nvPr/>
      </p:nvGrpSpPr>
      <p:grpSpPr>
        <a:xfrm>
          <a:off x="0" y="0"/>
          <a:ext cx="0" cy="0"/>
          <a:chOff x="0" y="0"/>
          <a:chExt cx="0" cy="0"/>
        </a:xfrm>
      </p:grpSpPr>
      <p:pic>
        <p:nvPicPr>
          <p:cNvPr id="9" name="SAP Logo" descr="SAP Logo" title="SAP Logo"/>
          <p:cNvPicPr>
            <a:picLocks noChangeAspect="1"/>
          </p:cNvPicPr>
          <p:nvPr userDrawn="1"/>
        </p:nvPicPr>
        <p:blipFill>
          <a:blip r:embed="rId2"/>
          <a:stretch>
            <a:fillRect/>
          </a:stretch>
        </p:blipFill>
        <p:spPr>
          <a:xfrm>
            <a:off x="9950552" y="6217668"/>
            <a:ext cx="1963636" cy="360000"/>
          </a:xfrm>
          <a:prstGeom prst="rect">
            <a:avLst/>
          </a:prstGeom>
        </p:spPr>
      </p:pic>
      <p:sp>
        <p:nvSpPr>
          <p:cNvPr id="7" name="Pictogram Placeholder"/>
          <p:cNvSpPr>
            <a:spLocks noGrp="1"/>
          </p:cNvSpPr>
          <p:nvPr>
            <p:ph type="pic" sz="quarter" idx="16"/>
          </p:nvPr>
        </p:nvSpPr>
        <p:spPr>
          <a:xfrm>
            <a:off x="6954855" y="963000"/>
            <a:ext cx="4932000" cy="4932000"/>
          </a:xfrm>
        </p:spPr>
        <p:txBody>
          <a:bodyPr/>
          <a:lstStyle/>
          <a:p>
            <a:r>
              <a:rPr lang="en-US"/>
              <a:t>Click icon to add picture</a:t>
            </a:r>
            <a:endParaRPr lang="de-DE" dirty="0"/>
          </a:p>
        </p:txBody>
      </p:sp>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INTERNAL</a:t>
            </a:r>
            <a:endParaRPr lang="en-US" sz="900" b="0" dirty="0"/>
          </a:p>
        </p:txBody>
      </p:sp>
      <p:sp>
        <p:nvSpPr>
          <p:cNvPr id="6" name="Speaker"/>
          <p:cNvSpPr>
            <a:spLocks noGrp="1"/>
          </p:cNvSpPr>
          <p:nvPr userDrawn="1">
            <p:ph type="subTitle" idx="1" hasCustomPrompt="1"/>
          </p:nvPr>
        </p:nvSpPr>
        <p:spPr bwMode="black">
          <a:xfrm>
            <a:off x="288001" y="4268503"/>
            <a:ext cx="637343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2018</a:t>
            </a:r>
          </a:p>
        </p:txBody>
      </p:sp>
      <p:sp>
        <p:nvSpPr>
          <p:cNvPr id="8" name="Title 7"/>
          <p:cNvSpPr>
            <a:spLocks noGrp="1"/>
          </p:cNvSpPr>
          <p:nvPr>
            <p:ph type="title" hasCustomPrompt="1"/>
          </p:nvPr>
        </p:nvSpPr>
        <p:spPr>
          <a:xfrm>
            <a:off x="288001" y="2706317"/>
            <a:ext cx="6372000" cy="997196"/>
          </a:xfrm>
        </p:spPr>
        <p:txBody>
          <a:bodyPr>
            <a:noAutofit/>
          </a:bodyPr>
          <a:lstStyle>
            <a:lvl1pPr>
              <a:lnSpc>
                <a:spcPct val="90000"/>
              </a:lnSpc>
              <a:defRPr sz="3600"/>
            </a:lvl1pPr>
          </a:lstStyle>
          <a:p>
            <a:pPr fontAlgn="base">
              <a:spcBef>
                <a:spcPct val="50000"/>
              </a:spcBef>
              <a:spcAft>
                <a:spcPct val="0"/>
              </a:spcAft>
              <a:buClr>
                <a:srgbClr val="F0AB00"/>
              </a:buClr>
              <a:buSzPct val="80000"/>
            </a:pPr>
            <a:r>
              <a:rPr lang="en-US" sz="3600" dirty="0"/>
              <a:t>Presentation Title </a:t>
            </a:r>
            <a:br>
              <a:rPr lang="en-US" sz="3600" dirty="0"/>
            </a:br>
            <a:r>
              <a:rPr lang="en-US" sz="3600" dirty="0"/>
              <a:t>Goes Here and Here.</a:t>
            </a:r>
            <a:endParaRPr lang="de-DE" sz="3600" kern="0" dirty="0" err="1">
              <a:ea typeface="Arial Unicode MS" pitchFamily="34" charset="-128"/>
              <a:cs typeface="Arial Unicode MS" pitchFamily="34" charset="-128"/>
            </a:endParaRPr>
          </a:p>
        </p:txBody>
      </p:sp>
    </p:spTree>
    <p:extLst>
      <p:ext uri="{BB962C8B-B14F-4D97-AF65-F5344CB8AC3E}">
        <p14:creationId xmlns:p14="http://schemas.microsoft.com/office/powerpoint/2010/main" val="2026212337"/>
      </p:ext>
    </p:extLst>
  </p:cSld>
  <p:clrMapOvr>
    <a:masterClrMapping/>
  </p:clrMapOvr>
  <p:extLst>
    <p:ext uri="{DCECCB84-F9BA-43D5-87BE-67443E8EF086}">
      <p15:sldGuideLst xmlns:p15="http://schemas.microsoft.com/office/powerpoint/2012/main">
        <p15:guide id="1" pos="181">
          <p15:clr>
            <a:srgbClr val="FBAE40"/>
          </p15:clr>
        </p15:guide>
        <p15:guide id="2" orient="horz" pos="1704">
          <p15:clr>
            <a:srgbClr val="FBAE40"/>
          </p15:clr>
        </p15:guide>
        <p15:guide id="3" pos="4196">
          <p15:clr>
            <a:srgbClr val="FBAE40"/>
          </p15:clr>
        </p15:guide>
        <p15:guide id="4" orient="horz" pos="2688">
          <p15:clr>
            <a:srgbClr val="FBAE40"/>
          </p15:clr>
        </p15:guide>
        <p15:guide id="5" orient="horz" pos="2335">
          <p15:clr>
            <a:srgbClr val="FBAE40"/>
          </p15:clr>
        </p15:guide>
        <p15:guide id="6" orient="horz" pos="2960">
          <p15:clr>
            <a:srgbClr val="FBAE40"/>
          </p15:clr>
        </p15:guide>
        <p15:guide id="7" orient="horz" pos="414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Agenda items placeholder"/>
          <p:cNvSpPr>
            <a:spLocks noGrp="1"/>
          </p:cNvSpPr>
          <p:nvPr>
            <p:ph type="body" sz="quarter" idx="10" hasCustomPrompt="1"/>
          </p:nvPr>
        </p:nvSpPr>
        <p:spPr>
          <a:xfrm>
            <a:off x="504000" y="1620000"/>
            <a:ext cx="11185200" cy="4716000"/>
          </a:xfrm>
        </p:spPr>
        <p:txBody>
          <a:bodyPr>
            <a:normAutofit/>
          </a:bodyPr>
          <a:lstStyle>
            <a:lvl1pPr marL="0" marR="0" indent="0" algn="l" defTabSz="1088558" rtl="0" eaLnBrk="1" fontAlgn="auto" latinLnBrk="0" hangingPunct="1">
              <a:lnSpc>
                <a:spcPct val="100000"/>
              </a:lnSpc>
              <a:spcBef>
                <a:spcPts val="3000"/>
              </a:spcBef>
              <a:spcAft>
                <a:spcPts val="0"/>
              </a:spcAft>
              <a:buClr>
                <a:schemeClr val="accent1"/>
              </a:buClr>
              <a:buSzPct val="80000"/>
              <a:buFontTx/>
              <a:buNone/>
              <a:tabLst/>
              <a:defRPr sz="2000" b="0"/>
            </a:lvl1pPr>
            <a:lvl2pPr marL="179964" marR="0" indent="-179964" algn="l" defTabSz="1088558" rtl="0" eaLnBrk="1" fontAlgn="auto" latinLnBrk="0" hangingPunct="1">
              <a:lnSpc>
                <a:spcPct val="100000"/>
              </a:lnSpc>
              <a:spcBef>
                <a:spcPts val="600"/>
              </a:spcBef>
              <a:spcAft>
                <a:spcPts val="0"/>
              </a:spcAft>
              <a:buClr>
                <a:schemeClr val="accent1"/>
              </a:buClr>
              <a:buSzPct val="100000"/>
              <a:buFont typeface="Wingdings" panose="05000000000000000000" pitchFamily="2" charset="2"/>
              <a:buChar char="§"/>
              <a:tabLst/>
              <a:defRPr sz="1800"/>
            </a:lvl2pPr>
            <a:lvl3pPr marL="359928" marR="0" indent="-179352" algn="l" defTabSz="1088558" rtl="0" eaLnBrk="1" fontAlgn="auto" latinLnBrk="0" hangingPunct="1">
              <a:lnSpc>
                <a:spcPct val="100000"/>
              </a:lnSpc>
              <a:spcBef>
                <a:spcPts val="400"/>
              </a:spcBef>
              <a:spcAft>
                <a:spcPts val="0"/>
              </a:spcAft>
              <a:buClr>
                <a:schemeClr val="tx1"/>
              </a:buClr>
              <a:buSzPct val="100000"/>
              <a:buFont typeface="Arial" pitchFamily="34" charset="0"/>
              <a:buChar char="–"/>
              <a:tabLst/>
              <a:defRPr sz="1800" baseline="0"/>
            </a:lvl3pPr>
            <a:lvl4pPr marL="539892" marR="0" indent="-179964" algn="l" defTabSz="1088558" rtl="0" eaLnBrk="1" fontAlgn="auto" latinLnBrk="0" hangingPunct="1">
              <a:lnSpc>
                <a:spcPct val="100000"/>
              </a:lnSpc>
              <a:spcBef>
                <a:spcPts val="250"/>
              </a:spcBef>
              <a:spcAft>
                <a:spcPts val="0"/>
              </a:spcAft>
              <a:buClr>
                <a:schemeClr val="tx1"/>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dirty="0"/>
              <a:t>Agenda Item/Divider Headline</a:t>
            </a:r>
          </a:p>
          <a:p>
            <a:pPr lvl="1"/>
            <a:r>
              <a:rPr lang="en-US" dirty="0"/>
              <a:t>Details</a:t>
            </a:r>
          </a:p>
        </p:txBody>
      </p:sp>
      <p:sp>
        <p:nvSpPr>
          <p:cNvPr id="3" name="Agenda title"/>
          <p:cNvSpPr>
            <a:spLocks noGrp="1"/>
          </p:cNvSpPr>
          <p:nvPr>
            <p:ph type="title" hasCustomPrompt="1"/>
          </p:nvPr>
        </p:nvSpPr>
        <p:spPr/>
        <p:txBody>
          <a:bodyPr/>
          <a:lstStyle>
            <a:lvl1pPr>
              <a:defRPr/>
            </a:lvl1pPr>
          </a:lstStyle>
          <a:p>
            <a:r>
              <a:rPr lang="en-US" dirty="0"/>
              <a:t>Agenda</a:t>
            </a:r>
          </a:p>
        </p:txBody>
      </p:sp>
    </p:spTree>
    <p:extLst>
      <p:ext uri="{BB962C8B-B14F-4D97-AF65-F5344CB8AC3E}">
        <p14:creationId xmlns:p14="http://schemas.microsoft.com/office/powerpoint/2010/main" val="2378033243"/>
      </p:ext>
    </p:extLst>
  </p:cSld>
  <p:clrMapOvr>
    <a:masterClrMapping/>
  </p:clrMapOvr>
  <p:extLst>
    <p:ext uri="{DCECCB84-F9BA-43D5-87BE-67443E8EF086}">
      <p15:sldGuideLst xmlns:p15="http://schemas.microsoft.com/office/powerpoint/2012/main">
        <p15:guide id="1" pos="317">
          <p15:clr>
            <a:srgbClr val="FBAE40"/>
          </p15:clr>
        </p15:guide>
        <p15:guide id="2" orient="horz" pos="1020">
          <p15:clr>
            <a:srgbClr val="FBAE40"/>
          </p15:clr>
        </p15:guide>
        <p15:guide id="3" pos="7364">
          <p15:clr>
            <a:srgbClr val="FBAE40"/>
          </p15:clr>
        </p15:guide>
        <p15:guide id="4" orient="horz" pos="316">
          <p15:clr>
            <a:srgbClr val="FBAE40"/>
          </p15:clr>
        </p15:guide>
        <p15:guide id="5" orient="horz" pos="551">
          <p15:clr>
            <a:srgbClr val="FBAE40"/>
          </p15:clr>
        </p15:guide>
        <p15:guide id="6" orient="horz" pos="399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P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black">
          <a:xfrm>
            <a:off x="504000" y="3090446"/>
            <a:ext cx="11185200" cy="677108"/>
          </a:xfrm>
        </p:spPr>
        <p:txBody>
          <a:bodyPr anchor="ctr" anchorCtr="0">
            <a:noAutofit/>
          </a:bodyPr>
          <a:lstStyle>
            <a:lvl1pPr>
              <a:defRPr sz="4400">
                <a:solidFill>
                  <a:schemeClr val="tx1"/>
                </a:solidFill>
                <a:latin typeface="+mj-lt"/>
              </a:defRPr>
            </a:lvl1pPr>
          </a:lstStyle>
          <a:p>
            <a:r>
              <a:rPr lang="en-US" dirty="0"/>
              <a:t>Divider page</a:t>
            </a:r>
            <a:endParaRPr lang="de-DE" dirty="0"/>
          </a:p>
        </p:txBody>
      </p:sp>
    </p:spTree>
    <p:extLst>
      <p:ext uri="{BB962C8B-B14F-4D97-AF65-F5344CB8AC3E}">
        <p14:creationId xmlns:p14="http://schemas.microsoft.com/office/powerpoint/2010/main" val="3948109064"/>
      </p:ext>
    </p:extLst>
  </p:cSld>
  <p:clrMapOvr>
    <a:masterClrMapping/>
  </p:clrMapOvr>
  <p:hf sldNum="0" hdr="0" ftr="0" dt="0"/>
  <p:extLst>
    <p:ext uri="{DCECCB84-F9BA-43D5-87BE-67443E8EF086}">
      <p15:sldGuideLst xmlns:p15="http://schemas.microsoft.com/office/powerpoint/2012/main">
        <p15:guide id="1" pos="317">
          <p15:clr>
            <a:srgbClr val="FBAE40"/>
          </p15:clr>
        </p15:guide>
        <p15:guide id="2" orient="horz" pos="2160">
          <p15:clr>
            <a:srgbClr val="FBAE40"/>
          </p15:clr>
        </p15:guide>
        <p15:guide id="3" pos="736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Page with Image">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bwMode="gray">
          <a:xfrm>
            <a:off x="1" y="3427200"/>
            <a:ext cx="12195175" cy="3430800"/>
          </a:xfrm>
          <a:noFill/>
        </p:spPr>
        <p:txBody>
          <a:bodyPr tIns="324000"/>
          <a:lstStyle>
            <a:lvl1pPr marL="0" marR="0" indent="0" algn="ctr" defTabSz="1088558"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558" rtl="0" eaLnBrk="1" fontAlgn="auto" latinLnBrk="0" hangingPunct="1">
              <a:lnSpc>
                <a:spcPct val="100000"/>
              </a:lnSpc>
              <a:spcBef>
                <a:spcPts val="1200"/>
              </a:spcBef>
              <a:spcAft>
                <a:spcPts val="0"/>
              </a:spcAft>
              <a:buClr>
                <a:schemeClr val="accent1"/>
              </a:buClr>
              <a:buSzPct val="80000"/>
              <a:buFontTx/>
              <a:buNone/>
              <a:tabLst/>
              <a:defRPr/>
            </a:pPr>
            <a:r>
              <a:rPr lang="en-US" dirty="0"/>
              <a:t>Placeholder for image and illustration</a:t>
            </a:r>
          </a:p>
        </p:txBody>
      </p:sp>
      <p:sp>
        <p:nvSpPr>
          <p:cNvPr id="2" name="Divider text"/>
          <p:cNvSpPr>
            <a:spLocks noGrp="1"/>
          </p:cNvSpPr>
          <p:nvPr>
            <p:ph type="ctrTitle" hasCustomPrompt="1"/>
          </p:nvPr>
        </p:nvSpPr>
        <p:spPr bwMode="black">
          <a:xfrm>
            <a:off x="504000" y="1375046"/>
            <a:ext cx="11185200" cy="677108"/>
          </a:xfrm>
        </p:spPr>
        <p:txBody>
          <a:bodyPr anchor="t" anchorCtr="0">
            <a:noAutofit/>
          </a:bodyPr>
          <a:lstStyle>
            <a:lvl1pPr>
              <a:defRPr sz="4400">
                <a:solidFill>
                  <a:schemeClr val="tx1"/>
                </a:solidFill>
                <a:latin typeface="+mj-lt"/>
              </a:defRPr>
            </a:lvl1pPr>
          </a:lstStyle>
          <a:p>
            <a:r>
              <a:rPr lang="en-US" dirty="0"/>
              <a:t>Divider page</a:t>
            </a:r>
            <a:endParaRPr lang="de-DE" dirty="0"/>
          </a:p>
        </p:txBody>
      </p:sp>
    </p:spTree>
    <p:extLst>
      <p:ext uri="{BB962C8B-B14F-4D97-AF65-F5344CB8AC3E}">
        <p14:creationId xmlns:p14="http://schemas.microsoft.com/office/powerpoint/2010/main" val="3224314617"/>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7364">
          <p15:clr>
            <a:srgbClr val="FBAE40"/>
          </p15:clr>
        </p15:guide>
        <p15:guide id="3" pos="317">
          <p15:clr>
            <a:srgbClr val="FBAE40"/>
          </p15:clr>
        </p15:guide>
        <p15:guide id="4" orient="horz" pos="865">
          <p15:clr>
            <a:srgbClr val="FBAE40"/>
          </p15:clr>
        </p15:guide>
        <p15:guide id="5" orient="horz" pos="129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3545485112"/>
      </p:ext>
    </p:extLst>
  </p:cSld>
  <p:clrMapOvr>
    <a:masterClrMapping/>
  </p:clrMapOvr>
  <p:extLst>
    <p:ext uri="{DCECCB84-F9BA-43D5-87BE-67443E8EF086}">
      <p15:sldGuideLst xmlns:p15="http://schemas.microsoft.com/office/powerpoint/2012/main">
        <p15:guide id="1" pos="317">
          <p15:clr>
            <a:srgbClr val="FBAE40"/>
          </p15:clr>
        </p15:guide>
        <p15:guide id="2" orient="horz" pos="317">
          <p15:clr>
            <a:srgbClr val="FBAE40"/>
          </p15:clr>
        </p15:guide>
        <p15:guide id="3" pos="7364">
          <p15:clr>
            <a:srgbClr val="FBAE40"/>
          </p15:clr>
        </p15:guide>
        <p15:guide id="4" orient="horz" pos="551">
          <p15:clr>
            <a:srgbClr val="FBAE40"/>
          </p15:clr>
        </p15:guide>
        <p15:guide id="5" orient="horz" pos="399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503999" y="1620000"/>
            <a:ext cx="11186477" cy="4716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1353082148"/>
      </p:ext>
    </p:extLst>
  </p:cSld>
  <p:clrMapOvr>
    <a:masterClrMapping/>
  </p:clrMapOvr>
  <p:extLst>
    <p:ext uri="{DCECCB84-F9BA-43D5-87BE-67443E8EF086}">
      <p15:sldGuideLst xmlns:p15="http://schemas.microsoft.com/office/powerpoint/2012/main">
        <p15:guide id="1" pos="316">
          <p15:clr>
            <a:srgbClr val="FBAE40"/>
          </p15:clr>
        </p15:guide>
        <p15:guide id="2" orient="horz" pos="3991">
          <p15:clr>
            <a:srgbClr val="FBAE40"/>
          </p15:clr>
        </p15:guide>
        <p15:guide id="3" pos="7364">
          <p15:clr>
            <a:srgbClr val="FBAE40"/>
          </p15:clr>
        </p15:guide>
        <p15:guide id="4" orient="horz" pos="318">
          <p15:clr>
            <a:srgbClr val="FBAE40"/>
          </p15:clr>
        </p15:guide>
        <p15:guide id="5" orient="horz" pos="552">
          <p15:clr>
            <a:srgbClr val="FBAE40"/>
          </p15:clr>
        </p15:guide>
        <p15:guide id="6" orient="horz" pos="1019">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5" name="Text placeholder - column 2"/>
          <p:cNvSpPr>
            <a:spLocks noGrp="1"/>
          </p:cNvSpPr>
          <p:nvPr>
            <p:ph type="body" sz="quarter" idx="11" hasCustomPrompt="1"/>
          </p:nvPr>
        </p:nvSpPr>
        <p:spPr>
          <a:xfrm>
            <a:off x="6362477" y="1620000"/>
            <a:ext cx="5328000" cy="4716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 column 1"/>
          <p:cNvSpPr>
            <a:spLocks noGrp="1"/>
          </p:cNvSpPr>
          <p:nvPr>
            <p:ph type="body" sz="quarter" idx="10" hasCustomPrompt="1"/>
          </p:nvPr>
        </p:nvSpPr>
        <p:spPr>
          <a:xfrm>
            <a:off x="504000" y="1620000"/>
            <a:ext cx="5328000" cy="4716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669383791"/>
      </p:ext>
    </p:extLst>
  </p:cSld>
  <p:clrMapOvr>
    <a:masterClrMapping/>
  </p:clrMapOvr>
  <p:extLst>
    <p:ext uri="{DCECCB84-F9BA-43D5-87BE-67443E8EF086}">
      <p15:sldGuideLst xmlns:p15="http://schemas.microsoft.com/office/powerpoint/2012/main">
        <p15:guide id="1" pos="317">
          <p15:clr>
            <a:srgbClr val="FBAE40"/>
          </p15:clr>
        </p15:guide>
        <p15:guide id="2" orient="horz" pos="3991">
          <p15:clr>
            <a:srgbClr val="FBAE40"/>
          </p15:clr>
        </p15:guide>
        <p15:guide id="3" pos="7364">
          <p15:clr>
            <a:srgbClr val="FBAE40"/>
          </p15:clr>
        </p15:guide>
        <p15:guide id="4" pos="3674">
          <p15:clr>
            <a:srgbClr val="FBAE40"/>
          </p15:clr>
        </p15:guide>
        <p15:guide id="5" pos="4007">
          <p15:clr>
            <a:srgbClr val="FBAE40"/>
          </p15:clr>
        </p15:guide>
        <p15:guide id="6" orient="horz" pos="317">
          <p15:clr>
            <a:srgbClr val="FBAE40"/>
          </p15:clr>
        </p15:guide>
        <p15:guide id="7" orient="horz" pos="551">
          <p15:clr>
            <a:srgbClr val="FBAE40"/>
          </p15:clr>
        </p15:guide>
        <p15:guide id="8" orient="horz" pos="102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620000"/>
            <a:ext cx="3564000" cy="4716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 column 2"/>
          <p:cNvSpPr>
            <a:spLocks noGrp="1"/>
          </p:cNvSpPr>
          <p:nvPr>
            <p:ph type="body" sz="quarter" idx="12" hasCustomPrompt="1"/>
          </p:nvPr>
        </p:nvSpPr>
        <p:spPr>
          <a:xfrm>
            <a:off x="4315238" y="1620000"/>
            <a:ext cx="3564000" cy="4716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 column 1"/>
          <p:cNvSpPr>
            <a:spLocks noGrp="1"/>
          </p:cNvSpPr>
          <p:nvPr>
            <p:ph type="body" sz="quarter" idx="10" hasCustomPrompt="1"/>
          </p:nvPr>
        </p:nvSpPr>
        <p:spPr>
          <a:xfrm>
            <a:off x="504000" y="1620000"/>
            <a:ext cx="3564000" cy="4716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3125608669"/>
      </p:ext>
    </p:extLst>
  </p:cSld>
  <p:clrMapOvr>
    <a:masterClrMapping/>
  </p:clrMapOvr>
  <p:extLst>
    <p:ext uri="{DCECCB84-F9BA-43D5-87BE-67443E8EF086}">
      <p15:sldGuideLst xmlns:p15="http://schemas.microsoft.com/office/powerpoint/2012/main">
        <p15:guide id="1" pos="317">
          <p15:clr>
            <a:srgbClr val="FBAE40"/>
          </p15:clr>
        </p15:guide>
        <p15:guide id="2" orient="horz" pos="317">
          <p15:clr>
            <a:srgbClr val="FBAE40"/>
          </p15:clr>
        </p15:guide>
        <p15:guide id="3" pos="2563">
          <p15:clr>
            <a:srgbClr val="FBAE40"/>
          </p15:clr>
        </p15:guide>
        <p15:guide id="4" pos="2717">
          <p15:clr>
            <a:srgbClr val="FBAE40"/>
          </p15:clr>
        </p15:guide>
        <p15:guide id="5" pos="4964">
          <p15:clr>
            <a:srgbClr val="FBAE40"/>
          </p15:clr>
        </p15:guide>
        <p15:guide id="6" pos="5119">
          <p15:clr>
            <a:srgbClr val="FBAE40"/>
          </p15:clr>
        </p15:guide>
        <p15:guide id="7" pos="7364">
          <p15:clr>
            <a:srgbClr val="FBAE40"/>
          </p15:clr>
        </p15:guide>
        <p15:guide id="8" orient="horz" pos="551">
          <p15:clr>
            <a:srgbClr val="FBAE40"/>
          </p15:clr>
        </p15:guide>
        <p15:guide id="9" orient="horz" pos="1020">
          <p15:clr>
            <a:srgbClr val="FBAE40"/>
          </p15:clr>
        </p15:guide>
        <p15:guide id="10" orient="horz" pos="399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17" name="Text placeholder 2"/>
          <p:cNvSpPr>
            <a:spLocks noGrp="1"/>
          </p:cNvSpPr>
          <p:nvPr>
            <p:ph type="body" sz="quarter" idx="13" hasCustomPrompt="1"/>
          </p:nvPr>
        </p:nvSpPr>
        <p:spPr>
          <a:xfrm>
            <a:off x="6362477" y="4770000"/>
            <a:ext cx="5328000" cy="1566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2"/>
          <p:cNvSpPr>
            <a:spLocks noGrp="1"/>
          </p:cNvSpPr>
          <p:nvPr>
            <p:ph type="pic" sz="quarter" idx="14" hasCustomPrompt="1"/>
          </p:nvPr>
        </p:nvSpPr>
        <p:spPr bwMode="gray">
          <a:xfrm>
            <a:off x="6362477" y="1620000"/>
            <a:ext cx="5328000" cy="2631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3" name="Text placeholder 1"/>
          <p:cNvSpPr>
            <a:spLocks noGrp="1"/>
          </p:cNvSpPr>
          <p:nvPr>
            <p:ph type="body" sz="quarter" idx="10" hasCustomPrompt="1"/>
          </p:nvPr>
        </p:nvSpPr>
        <p:spPr>
          <a:xfrm>
            <a:off x="504000" y="4770000"/>
            <a:ext cx="5328000" cy="1566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1"/>
          <p:cNvSpPr>
            <a:spLocks noGrp="1"/>
          </p:cNvSpPr>
          <p:nvPr>
            <p:ph type="pic" sz="quarter" idx="12" hasCustomPrompt="1"/>
          </p:nvPr>
        </p:nvSpPr>
        <p:spPr bwMode="gray">
          <a:xfrm>
            <a:off x="504000" y="1620000"/>
            <a:ext cx="5328000" cy="2631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2"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3987816524"/>
      </p:ext>
    </p:extLst>
  </p:cSld>
  <p:clrMapOvr>
    <a:masterClrMapping/>
  </p:clrMapOvr>
  <p:extLst>
    <p:ext uri="{DCECCB84-F9BA-43D5-87BE-67443E8EF086}">
      <p15:sldGuideLst xmlns:p15="http://schemas.microsoft.com/office/powerpoint/2012/main">
        <p15:guide id="1" pos="317">
          <p15:clr>
            <a:srgbClr val="FBAE40"/>
          </p15:clr>
        </p15:guide>
        <p15:guide id="2" orient="horz" pos="317">
          <p15:clr>
            <a:srgbClr val="FBAE40"/>
          </p15:clr>
        </p15:guide>
        <p15:guide id="3" orient="horz" pos="551">
          <p15:clr>
            <a:srgbClr val="FBAE40"/>
          </p15:clr>
        </p15:guide>
        <p15:guide id="4" orient="horz" pos="1020">
          <p15:clr>
            <a:srgbClr val="FBAE40"/>
          </p15:clr>
        </p15:guide>
        <p15:guide id="5" orient="horz" pos="2678">
          <p15:clr>
            <a:srgbClr val="FBAE40"/>
          </p15:clr>
        </p15:guide>
        <p15:guide id="6" orient="horz" pos="3004">
          <p15:clr>
            <a:srgbClr val="FBAE40"/>
          </p15:clr>
        </p15:guide>
        <p15:guide id="7" orient="horz" pos="3991">
          <p15:clr>
            <a:srgbClr val="FBAE40"/>
          </p15:clr>
        </p15:guide>
        <p15:guide id="8" pos="3682">
          <p15:clr>
            <a:srgbClr val="FBAE40"/>
          </p15:clr>
        </p15:guide>
        <p15:guide id="9" pos="4000">
          <p15:clr>
            <a:srgbClr val="FBAE40"/>
          </p15:clr>
        </p15:guide>
        <p15:guide id="10" pos="736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17" name="Text placeholder 3"/>
          <p:cNvSpPr>
            <a:spLocks noGrp="1"/>
          </p:cNvSpPr>
          <p:nvPr>
            <p:ph type="body" sz="quarter" idx="13" hasCustomPrompt="1"/>
          </p:nvPr>
        </p:nvSpPr>
        <p:spPr>
          <a:xfrm>
            <a:off x="8299277" y="4354921"/>
            <a:ext cx="3391200" cy="1981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3"/>
          <p:cNvSpPr>
            <a:spLocks noGrp="1"/>
          </p:cNvSpPr>
          <p:nvPr>
            <p:ph type="pic" sz="quarter" idx="14" hasCustomPrompt="1"/>
          </p:nvPr>
        </p:nvSpPr>
        <p:spPr bwMode="gray">
          <a:xfrm>
            <a:off x="8299277" y="1620000"/>
            <a:ext cx="3391200" cy="2232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9" name="Text placeholder 2"/>
          <p:cNvSpPr>
            <a:spLocks noGrp="1"/>
          </p:cNvSpPr>
          <p:nvPr>
            <p:ph type="body" sz="quarter" idx="15" hasCustomPrompt="1"/>
          </p:nvPr>
        </p:nvSpPr>
        <p:spPr>
          <a:xfrm>
            <a:off x="4401639" y="4354921"/>
            <a:ext cx="3391200" cy="1981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2"/>
          <p:cNvSpPr>
            <a:spLocks noGrp="1"/>
          </p:cNvSpPr>
          <p:nvPr>
            <p:ph type="pic" sz="quarter" idx="16" hasCustomPrompt="1"/>
          </p:nvPr>
        </p:nvSpPr>
        <p:spPr bwMode="gray">
          <a:xfrm>
            <a:off x="4401639" y="1620000"/>
            <a:ext cx="3391200" cy="2232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3" name="Text placeholder 1"/>
          <p:cNvSpPr>
            <a:spLocks noGrp="1"/>
          </p:cNvSpPr>
          <p:nvPr>
            <p:ph type="body" sz="quarter" idx="10" hasCustomPrompt="1"/>
          </p:nvPr>
        </p:nvSpPr>
        <p:spPr>
          <a:xfrm>
            <a:off x="504000" y="4354921"/>
            <a:ext cx="3391200" cy="1981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1"/>
          <p:cNvSpPr>
            <a:spLocks noGrp="1"/>
          </p:cNvSpPr>
          <p:nvPr>
            <p:ph type="pic" sz="quarter" idx="12" hasCustomPrompt="1"/>
          </p:nvPr>
        </p:nvSpPr>
        <p:spPr bwMode="gray">
          <a:xfrm>
            <a:off x="504000" y="1620000"/>
            <a:ext cx="3391200" cy="2232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2"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52167082"/>
      </p:ext>
    </p:extLst>
  </p:cSld>
  <p:clrMapOvr>
    <a:masterClrMapping/>
  </p:clrMapOvr>
  <p:extLst>
    <p:ext uri="{DCECCB84-F9BA-43D5-87BE-67443E8EF086}">
      <p15:sldGuideLst xmlns:p15="http://schemas.microsoft.com/office/powerpoint/2012/main">
        <p15:guide id="1" pos="317">
          <p15:clr>
            <a:srgbClr val="FBAE40"/>
          </p15:clr>
        </p15:guide>
        <p15:guide id="2" orient="horz" pos="317">
          <p15:clr>
            <a:srgbClr val="FBAE40"/>
          </p15:clr>
        </p15:guide>
        <p15:guide id="3" pos="2455">
          <p15:clr>
            <a:srgbClr val="FBAE40"/>
          </p15:clr>
        </p15:guide>
        <p15:guide id="4" pos="2773">
          <p15:clr>
            <a:srgbClr val="FBAE40"/>
          </p15:clr>
        </p15:guide>
        <p15:guide id="5" pos="4910">
          <p15:clr>
            <a:srgbClr val="FBAE40"/>
          </p15:clr>
        </p15:guide>
        <p15:guide id="6" pos="5227">
          <p15:clr>
            <a:srgbClr val="FBAE40"/>
          </p15:clr>
        </p15:guide>
        <p15:guide id="7" pos="7364">
          <p15:clr>
            <a:srgbClr val="FBAE40"/>
          </p15:clr>
        </p15:guide>
        <p15:guide id="8" orient="horz" pos="551">
          <p15:clr>
            <a:srgbClr val="FBAE40"/>
          </p15:clr>
        </p15:guide>
        <p15:guide id="9" orient="horz" pos="1019">
          <p15:clr>
            <a:srgbClr val="FBAE40"/>
          </p15:clr>
        </p15:guide>
        <p15:guide id="10" orient="horz" pos="2428">
          <p15:clr>
            <a:srgbClr val="FBAE40"/>
          </p15:clr>
        </p15:guide>
        <p15:guide id="11" orient="horz" pos="2743">
          <p15:clr>
            <a:srgbClr val="FBAE40"/>
          </p15:clr>
        </p15:guide>
        <p15:guide id="12" orient="horz" pos="399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3" name="Text placeholder - column 2"/>
          <p:cNvSpPr>
            <a:spLocks noGrp="1"/>
          </p:cNvSpPr>
          <p:nvPr>
            <p:ph type="body" sz="quarter" idx="10" hasCustomPrompt="1"/>
          </p:nvPr>
        </p:nvSpPr>
        <p:spPr>
          <a:xfrm>
            <a:off x="504000" y="3878220"/>
            <a:ext cx="2415600" cy="2457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2415600" cy="1728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17" name="Text placeholder - column 2"/>
          <p:cNvSpPr>
            <a:spLocks noGrp="1"/>
          </p:cNvSpPr>
          <p:nvPr>
            <p:ph type="body" sz="quarter" idx="13" hasCustomPrompt="1"/>
          </p:nvPr>
        </p:nvSpPr>
        <p:spPr>
          <a:xfrm>
            <a:off x="9274877" y="3878221"/>
            <a:ext cx="2415600" cy="2457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9274877" y="1620000"/>
            <a:ext cx="2415600" cy="1728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9" name="Text placeholder - column 2"/>
          <p:cNvSpPr>
            <a:spLocks noGrp="1"/>
          </p:cNvSpPr>
          <p:nvPr>
            <p:ph type="body" sz="quarter" idx="15" hasCustomPrompt="1"/>
          </p:nvPr>
        </p:nvSpPr>
        <p:spPr>
          <a:xfrm>
            <a:off x="3427626" y="3878221"/>
            <a:ext cx="2415600" cy="2457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3427626" y="1620000"/>
            <a:ext cx="2415600" cy="1728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13" name="Text placeholder - column 2"/>
          <p:cNvSpPr>
            <a:spLocks noGrp="1"/>
          </p:cNvSpPr>
          <p:nvPr>
            <p:ph type="body" sz="quarter" idx="17" hasCustomPrompt="1"/>
          </p:nvPr>
        </p:nvSpPr>
        <p:spPr>
          <a:xfrm>
            <a:off x="6351252" y="3878221"/>
            <a:ext cx="2415600" cy="2457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4" name="Picture Placeholder 4"/>
          <p:cNvSpPr>
            <a:spLocks noGrp="1"/>
          </p:cNvSpPr>
          <p:nvPr>
            <p:ph type="pic" sz="quarter" idx="18" hasCustomPrompt="1"/>
          </p:nvPr>
        </p:nvSpPr>
        <p:spPr bwMode="gray">
          <a:xfrm>
            <a:off x="6351252" y="1620000"/>
            <a:ext cx="2415600" cy="1728000"/>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 or pictogram</a:t>
            </a:r>
            <a:endParaRPr lang="de-DE" dirty="0"/>
          </a:p>
        </p:txBody>
      </p:sp>
      <p:sp>
        <p:nvSpPr>
          <p:cNvPr id="2"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080912337"/>
      </p:ext>
    </p:extLst>
  </p:cSld>
  <p:clrMapOvr>
    <a:masterClrMapping/>
  </p:clrMapOvr>
  <p:extLst>
    <p:ext uri="{DCECCB84-F9BA-43D5-87BE-67443E8EF086}">
      <p15:sldGuideLst xmlns:p15="http://schemas.microsoft.com/office/powerpoint/2012/main">
        <p15:guide id="1" pos="317">
          <p15:clr>
            <a:srgbClr val="FBAE40"/>
          </p15:clr>
        </p15:guide>
        <p15:guide id="2" orient="horz" pos="317">
          <p15:clr>
            <a:srgbClr val="FBAE40"/>
          </p15:clr>
        </p15:guide>
        <p15:guide id="3" orient="horz" pos="551">
          <p15:clr>
            <a:srgbClr val="FBAE40"/>
          </p15:clr>
        </p15:guide>
        <p15:guide id="4" orient="horz" pos="1021">
          <p15:clr>
            <a:srgbClr val="FBAE40"/>
          </p15:clr>
        </p15:guide>
        <p15:guide id="5" orient="horz" pos="2110">
          <p15:clr>
            <a:srgbClr val="FBAE40"/>
          </p15:clr>
        </p15:guide>
        <p15:guide id="6" orient="horz" pos="2442">
          <p15:clr>
            <a:srgbClr val="FBAE40"/>
          </p15:clr>
        </p15:guide>
        <p15:guide id="7" orient="horz" pos="3990">
          <p15:clr>
            <a:srgbClr val="FBAE40"/>
          </p15:clr>
        </p15:guide>
        <p15:guide id="8" pos="1840">
          <p15:clr>
            <a:srgbClr val="FBAE40"/>
          </p15:clr>
        </p15:guide>
        <p15:guide id="9" pos="2159">
          <p15:clr>
            <a:srgbClr val="FBAE40"/>
          </p15:clr>
        </p15:guide>
        <p15:guide id="10" pos="3683">
          <p15:clr>
            <a:srgbClr val="FBAE40"/>
          </p15:clr>
        </p15:guide>
        <p15:guide id="11" pos="4000">
          <p15:clr>
            <a:srgbClr val="FBAE40"/>
          </p15:clr>
        </p15:guide>
        <p15:guide id="12" pos="5525">
          <p15:clr>
            <a:srgbClr val="FBAE40"/>
          </p15:clr>
        </p15:guide>
        <p15:guide id="13" pos="5842">
          <p15:clr>
            <a:srgbClr val="FBAE40"/>
          </p15:clr>
        </p15:guide>
        <p15:guide id="14" pos="736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4000" y="1800000"/>
            <a:ext cx="11185200" cy="3285032"/>
          </a:xfrm>
        </p:spPr>
        <p:txBody>
          <a:bodyPr/>
          <a:lstStyle>
            <a:lvl1pPr marL="395921" indent="-395921">
              <a:lnSpc>
                <a:spcPct val="90000"/>
              </a:lnSpc>
              <a:spcBef>
                <a:spcPts val="600"/>
              </a:spcBef>
              <a:defRPr sz="5999" b="1"/>
            </a:lvl1pPr>
            <a:lvl2pPr marL="395921" indent="0">
              <a:buNone/>
              <a:defRPr sz="1200"/>
            </a:lvl2pPr>
          </a:lstStyle>
          <a:p>
            <a:pPr lvl="0"/>
            <a:r>
              <a:rPr lang="en-US" noProof="0" dirty="0"/>
              <a:t>“Quote goes here </a:t>
            </a:r>
            <a:br>
              <a:rPr lang="en-US" noProof="0" dirty="0"/>
            </a:br>
            <a:r>
              <a:rPr lang="en-US" noProof="0" dirty="0"/>
              <a:t>and here.”</a:t>
            </a:r>
          </a:p>
          <a:p>
            <a:pPr lvl="1"/>
            <a:r>
              <a:rPr lang="en-US" noProof="0" dirty="0"/>
              <a:t>Source</a:t>
            </a:r>
          </a:p>
        </p:txBody>
      </p:sp>
    </p:spTree>
    <p:extLst>
      <p:ext uri="{BB962C8B-B14F-4D97-AF65-F5344CB8AC3E}">
        <p14:creationId xmlns:p14="http://schemas.microsoft.com/office/powerpoint/2010/main" val="3880844025"/>
      </p:ext>
    </p:extLst>
  </p:cSld>
  <p:clrMapOvr>
    <a:masterClrMapping/>
  </p:clrMapOvr>
  <p:extLst>
    <p:ext uri="{DCECCB84-F9BA-43D5-87BE-67443E8EF086}">
      <p15:sldGuideLst xmlns:p15="http://schemas.microsoft.com/office/powerpoint/2012/main">
        <p15:guide id="1" pos="317">
          <p15:clr>
            <a:srgbClr val="FBAE40"/>
          </p15:clr>
        </p15:guide>
        <p15:guide id="4" orient="horz" pos="1133">
          <p15:clr>
            <a:srgbClr val="FBAE40"/>
          </p15:clr>
        </p15:guide>
        <p15:guide id="5" orient="horz" pos="3204">
          <p15:clr>
            <a:srgbClr val="FBAE40"/>
          </p15:clr>
        </p15:guide>
        <p15:guide id="6" pos="7363">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el and Quote">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4000" y="1800000"/>
            <a:ext cx="11185200" cy="3285032"/>
          </a:xfrm>
        </p:spPr>
        <p:txBody>
          <a:bodyPr/>
          <a:lstStyle>
            <a:lvl1pPr marL="395921" indent="-395921">
              <a:lnSpc>
                <a:spcPct val="90000"/>
              </a:lnSpc>
              <a:spcBef>
                <a:spcPts val="600"/>
              </a:spcBef>
              <a:defRPr sz="5999" b="1"/>
            </a:lvl1pPr>
            <a:lvl2pPr marL="395921" indent="0">
              <a:buNone/>
              <a:defRPr sz="1200"/>
            </a:lvl2pPr>
          </a:lstStyle>
          <a:p>
            <a:pPr lvl="0"/>
            <a:r>
              <a:rPr lang="en-US" noProof="0" dirty="0"/>
              <a:t>“Quote goes here </a:t>
            </a:r>
            <a:br>
              <a:rPr lang="en-US" noProof="0" dirty="0"/>
            </a:br>
            <a:r>
              <a:rPr lang="en-US" noProof="0" dirty="0"/>
              <a:t>and here.”</a:t>
            </a:r>
          </a:p>
          <a:p>
            <a:pPr lvl="1"/>
            <a:r>
              <a:rPr lang="en-US" noProof="0" dirty="0"/>
              <a:t>Source</a:t>
            </a:r>
          </a:p>
        </p:txBody>
      </p:sp>
      <p:sp>
        <p:nvSpPr>
          <p:cNvPr id="2" name="Title"/>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4139433456"/>
      </p:ext>
    </p:extLst>
  </p:cSld>
  <p:clrMapOvr>
    <a:masterClrMapping/>
  </p:clrMapOvr>
  <p:extLst>
    <p:ext uri="{DCECCB84-F9BA-43D5-87BE-67443E8EF086}">
      <p15:sldGuideLst xmlns:p15="http://schemas.microsoft.com/office/powerpoint/2012/main">
        <p15:guide id="1" pos="317">
          <p15:clr>
            <a:srgbClr val="FBAE40"/>
          </p15:clr>
        </p15:guide>
        <p15:guide id="2" orient="horz" pos="317">
          <p15:clr>
            <a:srgbClr val="FBAE40"/>
          </p15:clr>
        </p15:guide>
        <p15:guide id="3" orient="horz" pos="551">
          <p15:clr>
            <a:srgbClr val="FBAE40"/>
          </p15:clr>
        </p15:guide>
        <p15:guide id="4" orient="horz" pos="1133">
          <p15:clr>
            <a:srgbClr val="FBAE40"/>
          </p15:clr>
        </p15:guide>
        <p15:guide id="5" orient="horz" pos="3204">
          <p15:clr>
            <a:srgbClr val="FBAE40"/>
          </p15:clr>
        </p15:guide>
        <p15:guide id="6" pos="736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ext with Image 1/3">
    <p:spTree>
      <p:nvGrpSpPr>
        <p:cNvPr id="1" name=""/>
        <p:cNvGrpSpPr/>
        <p:nvPr/>
      </p:nvGrpSpPr>
      <p:grpSpPr>
        <a:xfrm>
          <a:off x="0" y="0"/>
          <a:ext cx="0" cy="0"/>
          <a:chOff x="0" y="0"/>
          <a:chExt cx="0" cy="0"/>
        </a:xfrm>
      </p:grpSpPr>
      <p:sp>
        <p:nvSpPr>
          <p:cNvPr id="5" name="Picture Placeholder 1/3 right"/>
          <p:cNvSpPr>
            <a:spLocks noGrp="1"/>
          </p:cNvSpPr>
          <p:nvPr>
            <p:ph type="pic" sz="quarter" idx="10" hasCustomPrompt="1"/>
          </p:nvPr>
        </p:nvSpPr>
        <p:spPr bwMode="gray">
          <a:xfrm>
            <a:off x="8127175" y="252000"/>
            <a:ext cx="4068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7" name="Text Placeholder"/>
          <p:cNvSpPr>
            <a:spLocks noGrp="1"/>
          </p:cNvSpPr>
          <p:nvPr>
            <p:ph type="body" sz="quarter" idx="11" hasCustomPrompt="1"/>
          </p:nvPr>
        </p:nvSpPr>
        <p:spPr bwMode="black">
          <a:xfrm>
            <a:off x="503999" y="1620000"/>
            <a:ext cx="7092000" cy="4716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3" name="Title"/>
          <p:cNvSpPr>
            <a:spLocks noGrp="1"/>
          </p:cNvSpPr>
          <p:nvPr>
            <p:ph type="title" hasCustomPrompt="1"/>
          </p:nvPr>
        </p:nvSpPr>
        <p:spPr>
          <a:xfrm>
            <a:off x="504001" y="504000"/>
            <a:ext cx="709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3228929297"/>
      </p:ext>
    </p:extLst>
  </p:cSld>
  <p:clrMapOvr>
    <a:masterClrMapping/>
  </p:clrMapOvr>
  <p:extLst>
    <p:ext uri="{DCECCB84-F9BA-43D5-87BE-67443E8EF086}">
      <p15:sldGuideLst xmlns:p15="http://schemas.microsoft.com/office/powerpoint/2012/main">
        <p15:guide id="1" pos="317">
          <p15:clr>
            <a:srgbClr val="FBAE40"/>
          </p15:clr>
        </p15:guide>
        <p15:guide id="2" orient="horz" pos="3991">
          <p15:clr>
            <a:srgbClr val="FBAE40"/>
          </p15:clr>
        </p15:guide>
        <p15:guide id="3" pos="4786">
          <p15:clr>
            <a:srgbClr val="FBAE40"/>
          </p15:clr>
        </p15:guide>
        <p15:guide id="4" pos="5119">
          <p15:clr>
            <a:srgbClr val="FBAE40"/>
          </p15:clr>
        </p15:guide>
        <p15:guide id="5" orient="horz" pos="317">
          <p15:clr>
            <a:srgbClr val="FBAE40"/>
          </p15:clr>
        </p15:guide>
        <p15:guide id="6" orient="horz" pos="551">
          <p15:clr>
            <a:srgbClr val="FBAE40"/>
          </p15:clr>
        </p15:guide>
        <p15:guide id="7" orient="horz" pos="102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Text with Image 1/2">
    <p:spTree>
      <p:nvGrpSpPr>
        <p:cNvPr id="1" name=""/>
        <p:cNvGrpSpPr/>
        <p:nvPr/>
      </p:nvGrpSpPr>
      <p:grpSpPr>
        <a:xfrm>
          <a:off x="0" y="0"/>
          <a:ext cx="0" cy="0"/>
          <a:chOff x="0" y="0"/>
          <a:chExt cx="0" cy="0"/>
        </a:xfrm>
      </p:grpSpPr>
      <p:sp>
        <p:nvSpPr>
          <p:cNvPr id="5" name="Picture Placeholder 1/2 right"/>
          <p:cNvSpPr>
            <a:spLocks noGrp="1"/>
          </p:cNvSpPr>
          <p:nvPr>
            <p:ph type="pic" sz="quarter" idx="10" hasCustomPrompt="1"/>
          </p:nvPr>
        </p:nvSpPr>
        <p:spPr bwMode="gray">
          <a:xfrm>
            <a:off x="6097588" y="252000"/>
            <a:ext cx="6097587"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7" name="Text Placeholder 1/2"/>
          <p:cNvSpPr>
            <a:spLocks noGrp="1"/>
          </p:cNvSpPr>
          <p:nvPr>
            <p:ph type="body" sz="quarter" idx="11" hasCustomPrompt="1"/>
          </p:nvPr>
        </p:nvSpPr>
        <p:spPr bwMode="black">
          <a:xfrm>
            <a:off x="503999" y="1620000"/>
            <a:ext cx="5112000" cy="4716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2" name="Title"/>
          <p:cNvSpPr>
            <a:spLocks noGrp="1"/>
          </p:cNvSpPr>
          <p:nvPr>
            <p:ph type="title" hasCustomPrompt="1"/>
          </p:nvPr>
        </p:nvSpPr>
        <p:spPr>
          <a:xfrm>
            <a:off x="504001" y="504000"/>
            <a:ext cx="511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625355588"/>
      </p:ext>
    </p:extLst>
  </p:cSld>
  <p:clrMapOvr>
    <a:masterClrMapping/>
  </p:clrMapOvr>
  <p:extLst>
    <p:ext uri="{DCECCB84-F9BA-43D5-87BE-67443E8EF086}">
      <p15:sldGuideLst xmlns:p15="http://schemas.microsoft.com/office/powerpoint/2012/main">
        <p15:guide id="1" pos="3841">
          <p15:clr>
            <a:srgbClr val="FBAE40"/>
          </p15:clr>
        </p15:guide>
        <p15:guide id="2" orient="horz" pos="317">
          <p15:clr>
            <a:srgbClr val="FBAE40"/>
          </p15:clr>
        </p15:guide>
        <p15:guide id="3" orient="horz" pos="551">
          <p15:clr>
            <a:srgbClr val="FBAE40"/>
          </p15:clr>
        </p15:guide>
        <p15:guide id="4" orient="horz" pos="1020">
          <p15:clr>
            <a:srgbClr val="FBAE40"/>
          </p15:clr>
        </p15:guide>
        <p15:guide id="5" orient="horz" pos="3991">
          <p15:clr>
            <a:srgbClr val="FBAE40"/>
          </p15:clr>
        </p15:guide>
        <p15:guide id="6" pos="3538">
          <p15:clr>
            <a:srgbClr val="FBAE40"/>
          </p15:clr>
        </p15:guide>
        <p15:guide id="7" pos="317">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mage with Motion Band">
    <p:spTree>
      <p:nvGrpSpPr>
        <p:cNvPr id="1" name=""/>
        <p:cNvGrpSpPr/>
        <p:nvPr/>
      </p:nvGrpSpPr>
      <p:grpSpPr>
        <a:xfrm>
          <a:off x="0" y="0"/>
          <a:ext cx="0" cy="0"/>
          <a:chOff x="0" y="0"/>
          <a:chExt cx="0" cy="0"/>
        </a:xfrm>
      </p:grpSpPr>
      <p:sp>
        <p:nvSpPr>
          <p:cNvPr id="5" name="Picture Placeholder with motion band"/>
          <p:cNvSpPr>
            <a:spLocks noGrp="1"/>
          </p:cNvSpPr>
          <p:nvPr>
            <p:ph type="pic" sz="quarter" idx="10" hasCustomPrompt="1"/>
          </p:nvPr>
        </p:nvSpPr>
        <p:spPr bwMode="gray">
          <a:xfrm>
            <a:off x="1" y="252000"/>
            <a:ext cx="12195175"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3" name="Slide number"/>
          <p:cNvSpPr txBox="1"/>
          <p:nvPr userDrawn="1"/>
        </p:nvSpPr>
        <p:spPr bwMode="black">
          <a:xfrm>
            <a:off x="11549413" y="6536751"/>
            <a:ext cx="141064"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noProof="0" smtClean="0"/>
              <a:pPr marL="0" lvl="0" indent="0" algn="r">
                <a:buNone/>
              </a:pPr>
              <a:t>‹Nr.›</a:t>
            </a:fld>
            <a:endParaRPr lang="en-US" sz="900" noProof="0" dirty="0"/>
          </a:p>
        </p:txBody>
      </p:sp>
      <p:sp>
        <p:nvSpPr>
          <p:cNvPr id="4" name="Classification"/>
          <p:cNvSpPr txBox="1"/>
          <p:nvPr userDrawn="1"/>
        </p:nvSpPr>
        <p:spPr bwMode="black">
          <a:xfrm>
            <a:off x="2814655" y="6559834"/>
            <a:ext cx="381515" cy="92333"/>
          </a:xfrm>
          <a:prstGeom prst="rect">
            <a:avLst/>
          </a:prstGeom>
          <a:noFill/>
        </p:spPr>
        <p:txBody>
          <a:bodyPr wrap="none" lIns="0" tIns="0" rIns="0" bIns="0" rtlCol="0">
            <a:spAutoFit/>
          </a:bodyPr>
          <a:lstStyle/>
          <a:p>
            <a:pPr marL="0" marR="0" indent="0" algn="l" defTabSz="1088558" rtl="0" eaLnBrk="1" fontAlgn="auto" latinLnBrk="0" hangingPunct="1">
              <a:lnSpc>
                <a:spcPct val="100000"/>
              </a:lnSpc>
              <a:spcBef>
                <a:spcPts val="0"/>
              </a:spcBef>
              <a:spcAft>
                <a:spcPts val="0"/>
              </a:spcAft>
              <a:buClr>
                <a:schemeClr val="tx1"/>
              </a:buClr>
              <a:buSzTx/>
              <a:buFont typeface="Arial" pitchFamily="34" charset="0"/>
              <a:buNone/>
              <a:tabLst/>
              <a:defRPr/>
            </a:pPr>
            <a:r>
              <a:rPr kumimoji="0" lang="en-US" sz="600" b="0" i="0" u="none" kern="0" baseline="0">
                <a:solidFill>
                  <a:schemeClr val="tx1"/>
                </a:solidFill>
                <a:latin typeface="Arial"/>
                <a:ea typeface="Arial Unicode MS"/>
                <a:cs typeface="Arial Unicode MS" pitchFamily="34" charset="-128"/>
                <a:sym typeface="Arial"/>
              </a:rPr>
              <a:t>INTERNAL</a:t>
            </a:r>
            <a:endParaRPr kumimoji="0" lang="en-US" sz="600" b="0" i="0" u="none" kern="0" baseline="0" dirty="0">
              <a:solidFill>
                <a:schemeClr val="tx1"/>
              </a:solidFill>
              <a:latin typeface="Arial"/>
              <a:ea typeface="Arial Unicode MS"/>
              <a:cs typeface="Arial Unicode MS" pitchFamily="34" charset="-128"/>
              <a:sym typeface="Arial"/>
            </a:endParaRPr>
          </a:p>
        </p:txBody>
      </p:sp>
      <p:sp>
        <p:nvSpPr>
          <p:cNvPr id="6" name="Copyright"/>
          <p:cNvSpPr txBox="1"/>
          <p:nvPr userDrawn="1"/>
        </p:nvSpPr>
        <p:spPr bwMode="black">
          <a:xfrm>
            <a:off x="504001" y="6559834"/>
            <a:ext cx="2269679" cy="92333"/>
          </a:xfrm>
          <a:prstGeom prst="rect">
            <a:avLst/>
          </a:prstGeom>
          <a:noFill/>
        </p:spPr>
        <p:txBody>
          <a:bodyPr wrap="square" lIns="0" tIns="0" rIns="0" bIns="0" rtlCol="0">
            <a:spAutoFit/>
          </a:bodyPr>
          <a:lstStyle/>
          <a:p>
            <a:pPr marL="84121" marR="0" indent="-84121" algn="l" defTabSz="1088558" rtl="0" eaLnBrk="1" fontAlgn="auto" latinLnBrk="0" hangingPunct="1">
              <a:lnSpc>
                <a:spcPct val="100000"/>
              </a:lnSpc>
              <a:spcBef>
                <a:spcPts val="0"/>
              </a:spcBef>
              <a:spcAft>
                <a:spcPts val="0"/>
              </a:spcAft>
              <a:buClr>
                <a:schemeClr val="tx1"/>
              </a:buClr>
              <a:buSzTx/>
              <a:buFont typeface="Arial" pitchFamily="34" charset="0"/>
              <a:buChar char="©"/>
              <a:tabLst/>
              <a:defRPr/>
            </a:pPr>
            <a:r>
              <a:rPr lang="en-US" sz="600" noProof="0" dirty="0">
                <a:solidFill>
                  <a:schemeClr val="tx1"/>
                </a:solidFill>
              </a:rPr>
              <a:t>2018 SAP SE or an SAP affiliate company. All rights reserved.  </a:t>
            </a:r>
            <a:r>
              <a:rPr kumimoji="0" lang="en-US" sz="600" b="0" i="0" u="none" kern="0" baseline="0" dirty="0">
                <a:solidFill>
                  <a:schemeClr val="tx1"/>
                </a:solidFill>
                <a:latin typeface="Arial"/>
                <a:ea typeface="Arial Unicode MS"/>
                <a:cs typeface="Arial Unicode MS" pitchFamily="34" charset="-128"/>
                <a:sym typeface="Arial"/>
              </a:rPr>
              <a:t>ǀ</a:t>
            </a:r>
          </a:p>
        </p:txBody>
      </p:sp>
    </p:spTree>
    <p:extLst>
      <p:ext uri="{BB962C8B-B14F-4D97-AF65-F5344CB8AC3E}">
        <p14:creationId xmlns:p14="http://schemas.microsoft.com/office/powerpoint/2010/main" val="18388246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Full Bleed Image ">
    <p:spTree>
      <p:nvGrpSpPr>
        <p:cNvPr id="1" name=""/>
        <p:cNvGrpSpPr/>
        <p:nvPr/>
      </p:nvGrpSpPr>
      <p:grpSpPr>
        <a:xfrm>
          <a:off x="0" y="0"/>
          <a:ext cx="0" cy="0"/>
          <a:chOff x="0" y="0"/>
          <a:chExt cx="0" cy="0"/>
        </a:xfrm>
      </p:grpSpPr>
      <p:sp>
        <p:nvSpPr>
          <p:cNvPr id="5" name="Picture Placeholder full image"/>
          <p:cNvSpPr>
            <a:spLocks noGrp="1"/>
          </p:cNvSpPr>
          <p:nvPr>
            <p:ph type="pic" sz="quarter" idx="10" hasCustomPrompt="1"/>
          </p:nvPr>
        </p:nvSpPr>
        <p:spPr bwMode="gray">
          <a:xfrm>
            <a:off x="1" y="0"/>
            <a:ext cx="12195175" cy="6858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3" name="Slide number"/>
          <p:cNvSpPr txBox="1"/>
          <p:nvPr userDrawn="1"/>
        </p:nvSpPr>
        <p:spPr bwMode="black">
          <a:xfrm>
            <a:off x="11549413" y="6536751"/>
            <a:ext cx="141064"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noProof="0" smtClean="0"/>
              <a:pPr marL="0" lvl="0" indent="0" algn="r">
                <a:buNone/>
              </a:pPr>
              <a:t>‹Nr.›</a:t>
            </a:fld>
            <a:endParaRPr lang="en-US" sz="900" noProof="0" dirty="0"/>
          </a:p>
        </p:txBody>
      </p:sp>
      <p:sp>
        <p:nvSpPr>
          <p:cNvPr id="4" name="Classification"/>
          <p:cNvSpPr txBox="1"/>
          <p:nvPr userDrawn="1"/>
        </p:nvSpPr>
        <p:spPr bwMode="black">
          <a:xfrm>
            <a:off x="2814655" y="6559834"/>
            <a:ext cx="381515" cy="92333"/>
          </a:xfrm>
          <a:prstGeom prst="rect">
            <a:avLst/>
          </a:prstGeom>
          <a:noFill/>
        </p:spPr>
        <p:txBody>
          <a:bodyPr wrap="none" lIns="0" tIns="0" rIns="0" bIns="0" rtlCol="0">
            <a:spAutoFit/>
          </a:bodyPr>
          <a:lstStyle/>
          <a:p>
            <a:pPr marL="0" marR="0" indent="0" algn="l" defTabSz="1088558" rtl="0" eaLnBrk="1" fontAlgn="auto" latinLnBrk="0" hangingPunct="1">
              <a:lnSpc>
                <a:spcPct val="100000"/>
              </a:lnSpc>
              <a:spcBef>
                <a:spcPts val="0"/>
              </a:spcBef>
              <a:spcAft>
                <a:spcPts val="0"/>
              </a:spcAft>
              <a:buClr>
                <a:schemeClr val="tx1"/>
              </a:buClr>
              <a:buSzTx/>
              <a:buFont typeface="Arial" pitchFamily="34" charset="0"/>
              <a:buNone/>
              <a:tabLst/>
              <a:defRPr/>
            </a:pPr>
            <a:r>
              <a:rPr kumimoji="0" lang="en-US" sz="600" b="0" i="0" u="none" kern="0" baseline="0">
                <a:solidFill>
                  <a:schemeClr val="tx1"/>
                </a:solidFill>
                <a:latin typeface="Arial"/>
                <a:ea typeface="Arial Unicode MS"/>
                <a:cs typeface="Arial Unicode MS" pitchFamily="34" charset="-128"/>
                <a:sym typeface="Arial"/>
              </a:rPr>
              <a:t>INTERNAL</a:t>
            </a:r>
            <a:endParaRPr kumimoji="0" lang="en-US" sz="600" b="0" i="0" u="none" kern="0" baseline="0" dirty="0">
              <a:solidFill>
                <a:schemeClr val="tx1"/>
              </a:solidFill>
              <a:latin typeface="Arial"/>
              <a:ea typeface="Arial Unicode MS"/>
              <a:cs typeface="Arial Unicode MS" pitchFamily="34" charset="-128"/>
              <a:sym typeface="Arial"/>
            </a:endParaRPr>
          </a:p>
        </p:txBody>
      </p:sp>
      <p:sp>
        <p:nvSpPr>
          <p:cNvPr id="6" name="Copyright"/>
          <p:cNvSpPr txBox="1"/>
          <p:nvPr userDrawn="1"/>
        </p:nvSpPr>
        <p:spPr bwMode="black">
          <a:xfrm>
            <a:off x="504001" y="6559834"/>
            <a:ext cx="2269679" cy="92333"/>
          </a:xfrm>
          <a:prstGeom prst="rect">
            <a:avLst/>
          </a:prstGeom>
          <a:noFill/>
        </p:spPr>
        <p:txBody>
          <a:bodyPr wrap="square" lIns="0" tIns="0" rIns="0" bIns="0" rtlCol="0">
            <a:spAutoFit/>
          </a:bodyPr>
          <a:lstStyle/>
          <a:p>
            <a:pPr marL="84121" marR="0" indent="-84121" algn="l" defTabSz="1088558" rtl="0" eaLnBrk="1" fontAlgn="auto" latinLnBrk="0" hangingPunct="1">
              <a:lnSpc>
                <a:spcPct val="100000"/>
              </a:lnSpc>
              <a:spcBef>
                <a:spcPts val="0"/>
              </a:spcBef>
              <a:spcAft>
                <a:spcPts val="0"/>
              </a:spcAft>
              <a:buClr>
                <a:schemeClr val="tx1"/>
              </a:buClr>
              <a:buSzTx/>
              <a:buFont typeface="Arial" pitchFamily="34" charset="0"/>
              <a:buChar char="©"/>
              <a:tabLst/>
              <a:defRPr/>
            </a:pPr>
            <a:r>
              <a:rPr lang="en-US" sz="600" noProof="0" dirty="0">
                <a:solidFill>
                  <a:schemeClr val="tx1"/>
                </a:solidFill>
              </a:rPr>
              <a:t>2018 SAP SE or an SAP affiliate company. All rights reserved.  </a:t>
            </a:r>
            <a:r>
              <a:rPr kumimoji="0" lang="en-US" sz="600" b="0" i="0" u="none" kern="0" baseline="0" dirty="0">
                <a:solidFill>
                  <a:schemeClr val="tx1"/>
                </a:solidFill>
                <a:latin typeface="Arial"/>
                <a:ea typeface="Arial Unicode MS"/>
                <a:cs typeface="Arial Unicode MS" pitchFamily="34" charset="-128"/>
                <a:sym typeface="Arial"/>
              </a:rPr>
              <a:t>ǀ</a:t>
            </a:r>
          </a:p>
        </p:txBody>
      </p:sp>
    </p:spTree>
    <p:extLst>
      <p:ext uri="{BB962C8B-B14F-4D97-AF65-F5344CB8AC3E}">
        <p14:creationId xmlns:p14="http://schemas.microsoft.com/office/powerpoint/2010/main" val="34109763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p:cNvSpPr>
            <a:spLocks noGrp="1"/>
          </p:cNvSpPr>
          <p:nvPr>
            <p:ph type="pic" sz="quarter" idx="13" hasCustomPrompt="1"/>
          </p:nvPr>
        </p:nvSpPr>
        <p:spPr bwMode="gray">
          <a:xfrm>
            <a:off x="6362477" y="1620000"/>
            <a:ext cx="5328000" cy="4716000"/>
          </a:xfrm>
          <a:solidFill>
            <a:schemeClr val="tx2">
              <a:alpha val="70000"/>
            </a:schemeClr>
          </a:solid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screenshot</a:t>
            </a:r>
            <a:endParaRPr lang="de-DE" dirty="0"/>
          </a:p>
        </p:txBody>
      </p:sp>
      <p:sp>
        <p:nvSpPr>
          <p:cNvPr id="4" name="Text Placeholder"/>
          <p:cNvSpPr>
            <a:spLocks noGrp="1"/>
          </p:cNvSpPr>
          <p:nvPr>
            <p:ph type="body" sz="quarter" idx="10" hasCustomPrompt="1"/>
          </p:nvPr>
        </p:nvSpPr>
        <p:spPr>
          <a:xfrm>
            <a:off x="504000" y="1620000"/>
            <a:ext cx="5328000" cy="4716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876780"/>
      </p:ext>
    </p:extLst>
  </p:cSld>
  <p:clrMapOvr>
    <a:masterClrMapping/>
  </p:clrMapOvr>
  <p:extLst>
    <p:ext uri="{DCECCB84-F9BA-43D5-87BE-67443E8EF086}">
      <p15:sldGuideLst xmlns:p15="http://schemas.microsoft.com/office/powerpoint/2012/main">
        <p15:guide id="1" pos="317">
          <p15:clr>
            <a:srgbClr val="FBAE40"/>
          </p15:clr>
        </p15:guide>
        <p15:guide id="2" orient="horz" pos="1020">
          <p15:clr>
            <a:srgbClr val="FBAE40"/>
          </p15:clr>
        </p15:guide>
        <p15:guide id="3" pos="3674">
          <p15:clr>
            <a:srgbClr val="FBAE40"/>
          </p15:clr>
        </p15:guide>
        <p15:guide id="4" pos="4008">
          <p15:clr>
            <a:srgbClr val="FBAE40"/>
          </p15:clr>
        </p15:guide>
        <p15:guide id="5" pos="7364">
          <p15:clr>
            <a:srgbClr val="FBAE40"/>
          </p15:clr>
        </p15:guide>
        <p15:guide id="6" orient="horz" pos="317">
          <p15:clr>
            <a:srgbClr val="FBAE40"/>
          </p15:clr>
        </p15:guide>
        <p15:guide id="7" orient="horz" pos="551">
          <p15:clr>
            <a:srgbClr val="FBAE40"/>
          </p15:clr>
        </p15:guide>
        <p15:guide id="8" orient="horz" pos="399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p:cNvSpPr>
            <a:spLocks noGrp="1"/>
          </p:cNvSpPr>
          <p:nvPr>
            <p:ph idx="1" hasCustomPrompt="1"/>
          </p:nvPr>
        </p:nvSpPr>
        <p:spPr bwMode="gray">
          <a:xfrm>
            <a:off x="504000" y="1620000"/>
            <a:ext cx="11185200" cy="4716000"/>
          </a:xfrm>
          <a:solidFill>
            <a:schemeClr val="tx2">
              <a:alpha val="70000"/>
            </a:schemeClr>
          </a:solidFill>
        </p:spPr>
        <p:txBody>
          <a:bodyPr tIns="1368000"/>
          <a:lstStyle>
            <a:lvl1pPr algn="ctr">
              <a:defRPr sz="1400" b="0"/>
            </a:lvl1pPr>
          </a:lstStyle>
          <a:p>
            <a:pPr lvl="0"/>
            <a:r>
              <a:rPr lang="en-US" dirty="0"/>
              <a:t>Click to add content</a:t>
            </a:r>
          </a:p>
        </p:txBody>
      </p:sp>
      <p:sp>
        <p:nvSpPr>
          <p:cNvPr id="2" name="Title"/>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3679175643"/>
      </p:ext>
    </p:extLst>
  </p:cSld>
  <p:clrMapOvr>
    <a:masterClrMapping/>
  </p:clrMapOvr>
  <p:extLst>
    <p:ext uri="{DCECCB84-F9BA-43D5-87BE-67443E8EF086}">
      <p15:sldGuideLst xmlns:p15="http://schemas.microsoft.com/office/powerpoint/2012/main">
        <p15:guide id="1" pos="317">
          <p15:clr>
            <a:srgbClr val="FBAE40"/>
          </p15:clr>
        </p15:guide>
        <p15:guide id="2" orient="horz" pos="317">
          <p15:clr>
            <a:srgbClr val="FBAE40"/>
          </p15:clr>
        </p15:guide>
        <p15:guide id="3" orient="horz" pos="551">
          <p15:clr>
            <a:srgbClr val="FBAE40"/>
          </p15:clr>
        </p15:guide>
        <p15:guide id="4" orient="horz" pos="1020">
          <p15:clr>
            <a:srgbClr val="FBAE40"/>
          </p15:clr>
        </p15:guide>
        <p15:guide id="5" orient="horz" pos="3991">
          <p15:clr>
            <a:srgbClr val="FBAE40"/>
          </p15:clr>
        </p15:guide>
        <p15:guide id="6" pos="736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Blank with Motion Band">
    <p:spTree>
      <p:nvGrpSpPr>
        <p:cNvPr id="1" name=""/>
        <p:cNvGrpSpPr/>
        <p:nvPr/>
      </p:nvGrpSpPr>
      <p:grpSpPr>
        <a:xfrm>
          <a:off x="0" y="0"/>
          <a:ext cx="0" cy="0"/>
          <a:chOff x="0" y="0"/>
          <a:chExt cx="0" cy="0"/>
        </a:xfrm>
      </p:grpSpPr>
    </p:spTree>
    <p:extLst>
      <p:ext uri="{BB962C8B-B14F-4D97-AF65-F5344CB8AC3E}">
        <p14:creationId xmlns:p14="http://schemas.microsoft.com/office/powerpoint/2010/main" val="68540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4219377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Thank You and Contact Information">
    <p:spTree>
      <p:nvGrpSpPr>
        <p:cNvPr id="1" name=""/>
        <p:cNvGrpSpPr/>
        <p:nvPr/>
      </p:nvGrpSpPr>
      <p:grpSpPr>
        <a:xfrm>
          <a:off x="0" y="0"/>
          <a:ext cx="0" cy="0"/>
          <a:chOff x="0" y="0"/>
          <a:chExt cx="0" cy="0"/>
        </a:xfrm>
      </p:grpSpPr>
      <p:pic>
        <p:nvPicPr>
          <p:cNvPr id="6" name="SAP Logo" descr="SAP Logo" title="SAP Logo"/>
          <p:cNvPicPr>
            <a:picLocks noChangeAspect="1"/>
          </p:cNvPicPr>
          <p:nvPr userDrawn="1"/>
        </p:nvPicPr>
        <p:blipFill>
          <a:blip r:embed="rId2"/>
          <a:stretch>
            <a:fillRect/>
          </a:stretch>
        </p:blipFill>
        <p:spPr>
          <a:xfrm>
            <a:off x="9727200" y="5994000"/>
            <a:ext cx="1963636" cy="360000"/>
          </a:xfrm>
          <a:prstGeom prst="rect">
            <a:avLst/>
          </a:prstGeom>
        </p:spPr>
      </p:pic>
      <p:sp>
        <p:nvSpPr>
          <p:cNvPr id="93" name="Contact information"/>
          <p:cNvSpPr>
            <a:spLocks noGrp="1"/>
          </p:cNvSpPr>
          <p:nvPr>
            <p:ph type="body" sz="quarter" idx="10" hasCustomPrompt="1"/>
          </p:nvPr>
        </p:nvSpPr>
        <p:spPr>
          <a:xfrm>
            <a:off x="504000" y="2905487"/>
            <a:ext cx="5593588" cy="2501010"/>
          </a:xfrm>
        </p:spPr>
        <p:txBody>
          <a:bodyPr anchor="t" anchorCtr="0">
            <a:noAutofit/>
          </a:bodyPr>
          <a:lstStyle>
            <a:lvl1pPr>
              <a:spcBef>
                <a:spcPts val="0"/>
              </a:spcBef>
              <a:spcAft>
                <a:spcPts val="1200"/>
              </a:spcAft>
              <a:defRPr sz="1600" b="0"/>
            </a:lvl1pPr>
            <a:lvl2pPr marL="0" indent="0">
              <a:spcBef>
                <a:spcPts val="0"/>
              </a:spcBef>
              <a:buNone/>
              <a:defRPr sz="1600" b="0"/>
            </a:lvl2pPr>
          </a:lstStyle>
          <a:p>
            <a:r>
              <a:rPr lang="en-US" dirty="0"/>
              <a:t>Contact information:</a:t>
            </a:r>
          </a:p>
          <a:p>
            <a:pPr lvl="1"/>
            <a:r>
              <a:rPr lang="en-US" dirty="0"/>
              <a:t>F name L name</a:t>
            </a:r>
          </a:p>
          <a:p>
            <a:pPr lvl="1"/>
            <a:r>
              <a:rPr lang="en-US" dirty="0"/>
              <a:t>Title</a:t>
            </a:r>
          </a:p>
          <a:p>
            <a:pPr lvl="1"/>
            <a:r>
              <a:rPr lang="en-US" dirty="0"/>
              <a:t>Address</a:t>
            </a:r>
          </a:p>
          <a:p>
            <a:pPr lvl="1"/>
            <a:r>
              <a:rPr lang="en-US" dirty="0"/>
              <a:t>Phone number</a:t>
            </a:r>
          </a:p>
        </p:txBody>
      </p:sp>
      <p:sp>
        <p:nvSpPr>
          <p:cNvPr id="2" name="Thank you"/>
          <p:cNvSpPr>
            <a:spLocks noGrp="1"/>
          </p:cNvSpPr>
          <p:nvPr>
            <p:ph type="ctrTitle" hasCustomPrompt="1"/>
          </p:nvPr>
        </p:nvSpPr>
        <p:spPr bwMode="gray">
          <a:xfrm>
            <a:off x="504000" y="1467009"/>
            <a:ext cx="5593588" cy="923116"/>
          </a:xfrm>
        </p:spPr>
        <p:txBody>
          <a:bodyPr anchor="t" anchorCtr="0">
            <a:noAutofit/>
          </a:bodyPr>
          <a:lstStyle>
            <a:lvl1pPr>
              <a:defRPr sz="5500">
                <a:solidFill>
                  <a:schemeClr val="accent1"/>
                </a:solidFill>
                <a:latin typeface="+mj-lt"/>
              </a:defRPr>
            </a:lvl1pPr>
          </a:lstStyle>
          <a:p>
            <a:r>
              <a:rPr lang="en-US" dirty="0"/>
              <a:t>Thank you.</a:t>
            </a:r>
            <a:endParaRPr lang="de-DE" dirty="0"/>
          </a:p>
        </p:txBody>
      </p:sp>
    </p:spTree>
    <p:extLst>
      <p:ext uri="{BB962C8B-B14F-4D97-AF65-F5344CB8AC3E}">
        <p14:creationId xmlns:p14="http://schemas.microsoft.com/office/powerpoint/2010/main" val="2892637426"/>
      </p:ext>
    </p:extLst>
  </p:cSld>
  <p:clrMapOvr>
    <a:masterClrMapping/>
  </p:clrMapOvr>
  <p:hf sldNum="0" hdr="0" ftr="0" dt="0"/>
  <p:extLst>
    <p:ext uri="{DCECCB84-F9BA-43D5-87BE-67443E8EF086}">
      <p15:sldGuideLst xmlns:p15="http://schemas.microsoft.com/office/powerpoint/2012/main">
        <p15:guide id="1" pos="7364">
          <p15:clr>
            <a:srgbClr val="FBAE40"/>
          </p15:clr>
        </p15:guide>
        <p15:guide id="2" orient="horz" pos="924">
          <p15:clr>
            <a:srgbClr val="FBAE40"/>
          </p15:clr>
        </p15:guide>
        <p15:guide id="4" orient="horz" pos="1830">
          <p15:clr>
            <a:srgbClr val="FBAE40"/>
          </p15:clr>
        </p15:guide>
        <p15:guide id="5" orient="horz" pos="4000">
          <p15:clr>
            <a:srgbClr val="FBAE40"/>
          </p15:clr>
        </p15:guide>
        <p15:guide id="6" pos="317">
          <p15:clr>
            <a:srgbClr val="FBAE40"/>
          </p15:clr>
        </p15:guide>
        <p15:guide id="8" pos="3841">
          <p15:clr>
            <a:srgbClr val="FBAE40"/>
          </p15:clr>
        </p15:guide>
        <p15:guide id="9" orient="horz" pos="318">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pyright">
    <p:spTree>
      <p:nvGrpSpPr>
        <p:cNvPr id="1" name=""/>
        <p:cNvGrpSpPr/>
        <p:nvPr/>
      </p:nvGrpSpPr>
      <p:grpSpPr>
        <a:xfrm>
          <a:off x="0" y="0"/>
          <a:ext cx="0" cy="0"/>
          <a:chOff x="0" y="0"/>
          <a:chExt cx="0" cy="0"/>
        </a:xfrm>
      </p:grpSpPr>
      <p:pic>
        <p:nvPicPr>
          <p:cNvPr id="19" name="SAP Logo" descr="SAP Logo" title="SAP Logo"/>
          <p:cNvPicPr>
            <a:picLocks noChangeAspect="1"/>
          </p:cNvPicPr>
          <p:nvPr userDrawn="1"/>
        </p:nvPicPr>
        <p:blipFill>
          <a:blip r:embed="rId2"/>
          <a:stretch>
            <a:fillRect/>
          </a:stretch>
        </p:blipFill>
        <p:spPr>
          <a:xfrm>
            <a:off x="9727200" y="5994000"/>
            <a:ext cx="1963636" cy="360000"/>
          </a:xfrm>
          <a:prstGeom prst="rect">
            <a:avLst/>
          </a:prstGeom>
        </p:spPr>
      </p:pic>
      <p:sp>
        <p:nvSpPr>
          <p:cNvPr id="30" name="Copyright information English"/>
          <p:cNvSpPr txBox="1"/>
          <p:nvPr userDrawn="1"/>
        </p:nvSpPr>
        <p:spPr bwMode="black">
          <a:xfrm>
            <a:off x="503998" y="2645292"/>
            <a:ext cx="5872310" cy="3708708"/>
          </a:xfrm>
          <a:prstGeom prst="rect">
            <a:avLst/>
          </a:prstGeom>
          <a:noFill/>
        </p:spPr>
        <p:txBody>
          <a:bodyPr wrap="square" lIns="0" tIns="0" rIns="0" bIns="0" rtlCol="0" anchor="b">
            <a:noAutofit/>
          </a:bodyPr>
          <a:lstStyle/>
          <a:p>
            <a:pPr marL="0" marR="0" lvl="0" indent="0" algn="l" defTabSz="1088776" rtl="0" eaLnBrk="1" fontAlgn="auto" latinLnBrk="0" hangingPunct="1">
              <a:lnSpc>
                <a:spcPct val="100000"/>
              </a:lnSpc>
              <a:spcBef>
                <a:spcPts val="1200"/>
              </a:spcBef>
              <a:spcAft>
                <a:spcPts val="0"/>
              </a:spcAft>
              <a:buClrTx/>
              <a:buSzTx/>
              <a:buFontTx/>
              <a:buNone/>
              <a:tabLst/>
              <a:defRPr/>
            </a:pPr>
            <a:r>
              <a:rPr lang="en-US" sz="800" b="0" noProof="0" dirty="0"/>
              <a:t>© 2018 SAP SE or an SAP affiliate company. All rights reserved.</a:t>
            </a:r>
            <a:endParaRPr lang="de-DE" sz="800" kern="0" dirty="0">
              <a:ea typeface="Arial Unicode MS" pitchFamily="34" charset="-128"/>
              <a:cs typeface="Arial Unicode MS" pitchFamily="34" charset="-128"/>
            </a:endParaRPr>
          </a:p>
          <a:p>
            <a:pPr>
              <a:spcBef>
                <a:spcPts val="600"/>
              </a:spcBef>
            </a:pPr>
            <a:r>
              <a:rPr lang="en-US" sz="800" kern="1200" dirty="0">
                <a:solidFill>
                  <a:schemeClr val="tx1"/>
                </a:solidFill>
                <a:latin typeface="Arial"/>
                <a:ea typeface="Arial Unicode MS" panose="020B0604020202020204" pitchFamily="34" charset="-128"/>
                <a:cs typeface="+mn-cs"/>
              </a:rPr>
              <a:t>No part of this publication may be reproduced or transmitted in any form or for any purpose without the express permission of SAP SE or an SAP affiliate company.</a:t>
            </a:r>
          </a:p>
          <a:p>
            <a:pPr>
              <a:spcBef>
                <a:spcPts val="600"/>
              </a:spcBef>
            </a:pPr>
            <a:r>
              <a:rPr lang="en-US" sz="800" kern="1200" dirty="0">
                <a:solidFill>
                  <a:schemeClr val="tx1"/>
                </a:solidFill>
                <a:latin typeface="Arial"/>
                <a:ea typeface="Arial Unicode MS" panose="020B0604020202020204" pitchFamily="34" charset="-128"/>
                <a:cs typeface="+mn-cs"/>
              </a:rPr>
              <a:t>The information contained herein may be changed without prior notice. Some software products marketed by SAP SE and its distributors contain proprietary software components of other software vendors. National product specifications may vary.</a:t>
            </a:r>
          </a:p>
          <a:p>
            <a:pPr>
              <a:spcBef>
                <a:spcPts val="600"/>
              </a:spcBef>
            </a:pPr>
            <a:r>
              <a:rPr lang="en-US" sz="800" kern="1200" dirty="0">
                <a:solidFill>
                  <a:schemeClr val="tx1"/>
                </a:solidFill>
                <a:latin typeface="Arial"/>
                <a:ea typeface="Arial Unicode MS" panose="020B0604020202020204" pitchFamily="34" charset="-128"/>
                <a:cs typeface="+mn-cs"/>
              </a:rPr>
              <a:t>These materials are provided by SAP SE or an SAP affiliate company for informational purposes only, without representation or warranty of any kind, and SAP or its affiliated companies shall not be liable for errors or omissions with respect to the materials. The only warranties for SAP or SAP affiliate company products and services are those that are set forth in the express warranty statements accompanying such products and services, if any. Nothing herein should be construed as constituting an additional warranty. </a:t>
            </a:r>
          </a:p>
          <a:p>
            <a:pPr>
              <a:spcBef>
                <a:spcPts val="600"/>
              </a:spcBef>
            </a:pPr>
            <a:r>
              <a:rPr lang="en-US" sz="800" kern="1200" dirty="0">
                <a:solidFill>
                  <a:schemeClr val="tx1"/>
                </a:solidFill>
                <a:latin typeface="Arial"/>
                <a:ea typeface="Arial Unicode MS" panose="020B0604020202020204" pitchFamily="34" charset="-128"/>
                <a:cs typeface="+mn-cs"/>
              </a:rPr>
              <a:t>In particular, SAP SE or its affiliated companies have no obligation to pursue any course of business outlined in this document or any related presentation, or to develop or release any functionality mentioned therein. This document, or any related presentation, and SAP SE’s or its affiliated companies’ strategy and possible future developments, products, and/or platforms, directions, and functionality are all subject to change and may be changed by SAP SE or its affiliated companies at any time for any reason without notice. The information in this document is not a commitment, promise, or legal obligation to deliver any material, code, or functionality. All forward-looking statements are subject to various</a:t>
            </a:r>
            <a:r>
              <a:rPr lang="en-US" sz="800" kern="1200" baseline="0" dirty="0">
                <a:solidFill>
                  <a:schemeClr val="tx1"/>
                </a:solidFill>
                <a:latin typeface="Arial"/>
                <a:ea typeface="Arial Unicode MS" panose="020B0604020202020204" pitchFamily="34" charset="-128"/>
                <a:cs typeface="+mn-cs"/>
              </a:rPr>
              <a:t> </a:t>
            </a:r>
            <a:r>
              <a:rPr lang="en-US" sz="800" kern="1200" dirty="0">
                <a:solidFill>
                  <a:schemeClr val="tx1"/>
                </a:solidFill>
                <a:latin typeface="Arial"/>
                <a:ea typeface="Arial Unicode MS" panose="020B0604020202020204" pitchFamily="34" charset="-128"/>
                <a:cs typeface="+mn-cs"/>
              </a:rPr>
              <a:t>risks and uncertainties that could cause actual results to differ materially from expectations. Readers are cautioned not to place undue reliance on these forward-looking statements, and they should not be relied upon in making purchasing decisions.</a:t>
            </a:r>
          </a:p>
          <a:p>
            <a:pPr>
              <a:spcBef>
                <a:spcPts val="600"/>
              </a:spcBef>
            </a:pPr>
            <a:r>
              <a:rPr lang="en-US" sz="800" kern="1200" dirty="0">
                <a:solidFill>
                  <a:schemeClr val="tx1"/>
                </a:solidFill>
                <a:latin typeface="Arial"/>
                <a:ea typeface="Arial Unicode MS" panose="020B0604020202020204" pitchFamily="34" charset="-128"/>
                <a:cs typeface="+mn-cs"/>
              </a:rPr>
              <a:t>SAP and other SAP products and services mentioned herein as well as their respective logos are trademarks or registered trademarks of SAP SE (or an SAP affiliate company) in Germany and other countries. All other product and service names mentioned are the trademarks of their respective companies. </a:t>
            </a:r>
          </a:p>
          <a:p>
            <a:pPr>
              <a:spcBef>
                <a:spcPts val="600"/>
              </a:spcBef>
            </a:pPr>
            <a:r>
              <a:rPr lang="en-US" sz="800" kern="1200" dirty="0">
                <a:solidFill>
                  <a:schemeClr val="tx1"/>
                </a:solidFill>
                <a:latin typeface="Arial"/>
                <a:ea typeface="Arial Unicode MS" panose="020B0604020202020204" pitchFamily="34" charset="-128"/>
                <a:cs typeface="+mn-cs"/>
              </a:rPr>
              <a:t>See </a:t>
            </a:r>
            <a:r>
              <a:rPr lang="en-US" sz="800" kern="1200" dirty="0">
                <a:solidFill>
                  <a:schemeClr val="tx1"/>
                </a:solidFill>
                <a:latin typeface="Arial"/>
                <a:ea typeface="Arial Unicode MS" panose="020B0604020202020204" pitchFamily="34" charset="-128"/>
                <a:cs typeface="+mn-cs"/>
                <a:hlinkClick r:id="rId3"/>
              </a:rPr>
              <a:t>https://www.sap.com/copyright</a:t>
            </a:r>
            <a:r>
              <a:rPr lang="en-US" sz="800" kern="1200" dirty="0">
                <a:solidFill>
                  <a:schemeClr val="tx1"/>
                </a:solidFill>
                <a:latin typeface="Arial"/>
                <a:ea typeface="Arial Unicode MS" panose="020B0604020202020204" pitchFamily="34" charset="-128"/>
                <a:cs typeface="+mn-cs"/>
              </a:rPr>
              <a:t> for additional trademark information and notices.</a:t>
            </a:r>
          </a:p>
        </p:txBody>
      </p:sp>
      <p:sp>
        <p:nvSpPr>
          <p:cNvPr id="31" name="www.sap.com - contact SAP link">
            <a:hlinkClick r:id="rId4" tooltip="www.sap.com/contactsap"/>
          </p:cNvPr>
          <p:cNvSpPr txBox="1"/>
          <p:nvPr userDrawn="1"/>
        </p:nvSpPr>
        <p:spPr bwMode="black">
          <a:xfrm>
            <a:off x="503238" y="2461398"/>
            <a:ext cx="2215390" cy="169277"/>
          </a:xfrm>
          <a:prstGeom prst="rect">
            <a:avLst/>
          </a:prstGeom>
          <a:noFill/>
        </p:spPr>
        <p:txBody>
          <a:bodyPr wrap="square" lIns="0" tIns="0" rIns="0" bIns="0" rtlCol="0" anchor="b">
            <a:noAutofit/>
          </a:bodyPr>
          <a:lstStyle/>
          <a:p>
            <a:pPr marL="0" marR="0" lvl="0" indent="0" algn="l" defTabSz="1088776" rtl="0" eaLnBrk="1" fontAlgn="auto" latinLnBrk="0" hangingPunct="1">
              <a:lnSpc>
                <a:spcPct val="100000"/>
              </a:lnSpc>
              <a:spcBef>
                <a:spcPts val="1200"/>
              </a:spcBef>
              <a:spcAft>
                <a:spcPts val="0"/>
              </a:spcAft>
              <a:buClrTx/>
              <a:buSzTx/>
              <a:buFontTx/>
              <a:buNone/>
              <a:tabLst/>
              <a:defRPr/>
            </a:pPr>
            <a:r>
              <a:rPr lang="en-US" sz="1100" b="1" kern="1200" dirty="0">
                <a:solidFill>
                  <a:schemeClr val="accent1"/>
                </a:solidFill>
                <a:latin typeface="Arial"/>
                <a:ea typeface="Arial Unicode MS" panose="020B0604020202020204" pitchFamily="34" charset="-128"/>
                <a:cs typeface="+mn-cs"/>
              </a:rPr>
              <a:t>www.sap.com</a:t>
            </a:r>
            <a:r>
              <a:rPr lang="en-US" sz="1100" b="1" kern="1200" dirty="0">
                <a:solidFill>
                  <a:schemeClr val="tx1"/>
                </a:solidFill>
                <a:latin typeface="Arial"/>
                <a:ea typeface="Arial Unicode MS" panose="020B0604020202020204" pitchFamily="34" charset="-128"/>
                <a:cs typeface="+mn-cs"/>
              </a:rPr>
              <a:t>/contactsap</a:t>
            </a:r>
          </a:p>
        </p:txBody>
      </p:sp>
      <p:pic>
        <p:nvPicPr>
          <p:cNvPr id="13" name="Linkedin icon with link" descr="Linkedin icon " title="Linkedin icon ">
            <a:hlinkClick r:id="rId5"/>
          </p:cNvPr>
          <p:cNvPicPr>
            <a:picLocks noChangeAspect="1"/>
          </p:cNvPicPr>
          <p:nvPr userDrawn="1"/>
        </p:nvPicPr>
        <p:blipFill>
          <a:blip r:embed="rId6"/>
          <a:stretch>
            <a:fillRect/>
          </a:stretch>
        </p:blipFill>
        <p:spPr>
          <a:xfrm>
            <a:off x="2273143" y="1751480"/>
            <a:ext cx="363600" cy="363600"/>
          </a:xfrm>
          <a:prstGeom prst="ellipse">
            <a:avLst/>
          </a:prstGeom>
        </p:spPr>
      </p:pic>
      <p:pic>
        <p:nvPicPr>
          <p:cNvPr id="14" name="YouTube icon with link">
            <a:hlinkClick r:id="rId7"/>
          </p:cNvPr>
          <p:cNvPicPr>
            <a:picLocks noChangeAspect="1"/>
          </p:cNvPicPr>
          <p:nvPr userDrawn="1"/>
        </p:nvPicPr>
        <p:blipFill rotWithShape="1">
          <a:blip r:embed="rId8"/>
          <a:srcRect l="13793" t="1405" r="17847" b="2165"/>
          <a:stretch/>
        </p:blipFill>
        <p:spPr>
          <a:xfrm>
            <a:off x="1682827" y="1751480"/>
            <a:ext cx="364501" cy="363600"/>
          </a:xfrm>
          <a:prstGeom prst="ellipse">
            <a:avLst/>
          </a:prstGeom>
        </p:spPr>
      </p:pic>
      <p:pic>
        <p:nvPicPr>
          <p:cNvPr id="15" name="Twitter icon with link" descr="Twitter icon" title="Twitter icon">
            <a:hlinkClick r:id="rId9"/>
          </p:cNvPr>
          <p:cNvPicPr>
            <a:picLocks noChangeAspect="1"/>
          </p:cNvPicPr>
          <p:nvPr userDrawn="1"/>
        </p:nvPicPr>
        <p:blipFill>
          <a:blip r:embed="rId10"/>
          <a:stretch>
            <a:fillRect/>
          </a:stretch>
        </p:blipFill>
        <p:spPr>
          <a:xfrm>
            <a:off x="1093412" y="1751480"/>
            <a:ext cx="363600" cy="363600"/>
          </a:xfrm>
          <a:prstGeom prst="ellipse">
            <a:avLst/>
          </a:prstGeom>
        </p:spPr>
      </p:pic>
      <p:pic>
        <p:nvPicPr>
          <p:cNvPr id="16" name="Facebook icon with link">
            <a:hlinkClick r:id="rId11"/>
          </p:cNvPr>
          <p:cNvPicPr>
            <a:picLocks noChangeAspect="1"/>
          </p:cNvPicPr>
          <p:nvPr userDrawn="1"/>
        </p:nvPicPr>
        <p:blipFill>
          <a:blip r:embed="rId12"/>
          <a:stretch>
            <a:fillRect/>
          </a:stretch>
        </p:blipFill>
        <p:spPr>
          <a:xfrm>
            <a:off x="503997" y="1751480"/>
            <a:ext cx="363600" cy="363600"/>
          </a:xfrm>
          <a:prstGeom prst="rect">
            <a:avLst/>
          </a:prstGeom>
        </p:spPr>
      </p:pic>
      <p:sp>
        <p:nvSpPr>
          <p:cNvPr id="37" name="Follow all of SAP"/>
          <p:cNvSpPr txBox="1"/>
          <p:nvPr userDrawn="1"/>
        </p:nvSpPr>
        <p:spPr bwMode="black">
          <a:xfrm>
            <a:off x="503997" y="1461001"/>
            <a:ext cx="1228549" cy="169277"/>
          </a:xfrm>
          <a:prstGeom prst="rect">
            <a:avLst/>
          </a:prstGeom>
          <a:noFill/>
        </p:spPr>
        <p:txBody>
          <a:bodyPr wrap="square" lIns="0" tIns="0" rIns="0" bIns="0" rtlCol="0" anchor="b">
            <a:noAutofit/>
          </a:bodyPr>
          <a:lstStyle/>
          <a:p>
            <a:pPr marL="0" marR="0" lvl="0" indent="0" algn="l" defTabSz="1088776" rtl="0" eaLnBrk="1" fontAlgn="auto" latinLnBrk="0" hangingPunct="1">
              <a:lnSpc>
                <a:spcPct val="100000"/>
              </a:lnSpc>
              <a:spcBef>
                <a:spcPts val="1200"/>
              </a:spcBef>
              <a:spcAft>
                <a:spcPts val="0"/>
              </a:spcAft>
              <a:buClrTx/>
              <a:buSzTx/>
              <a:buFontTx/>
              <a:buNone/>
              <a:tabLst/>
              <a:defRPr/>
            </a:pPr>
            <a:r>
              <a:rPr lang="en-US" sz="1100" b="0" kern="1200" dirty="0">
                <a:solidFill>
                  <a:schemeClr val="tx1"/>
                </a:solidFill>
                <a:latin typeface="Arial"/>
                <a:ea typeface="Arial Unicode MS" panose="020B0604020202020204" pitchFamily="34" charset="-128"/>
                <a:cs typeface="+mn-cs"/>
              </a:rPr>
              <a:t>Follow us</a:t>
            </a:r>
          </a:p>
        </p:txBody>
      </p:sp>
    </p:spTree>
    <p:extLst>
      <p:ext uri="{BB962C8B-B14F-4D97-AF65-F5344CB8AC3E}">
        <p14:creationId xmlns:p14="http://schemas.microsoft.com/office/powerpoint/2010/main" val="136732747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opyright German">
    <p:spTree>
      <p:nvGrpSpPr>
        <p:cNvPr id="1" name=""/>
        <p:cNvGrpSpPr/>
        <p:nvPr/>
      </p:nvGrpSpPr>
      <p:grpSpPr>
        <a:xfrm>
          <a:off x="0" y="0"/>
          <a:ext cx="0" cy="0"/>
          <a:chOff x="0" y="0"/>
          <a:chExt cx="0" cy="0"/>
        </a:xfrm>
      </p:grpSpPr>
      <p:pic>
        <p:nvPicPr>
          <p:cNvPr id="19" name="SAP Logo" descr="SAP Logo" title="SAP Logo"/>
          <p:cNvPicPr>
            <a:picLocks noChangeAspect="1"/>
          </p:cNvPicPr>
          <p:nvPr userDrawn="1"/>
        </p:nvPicPr>
        <p:blipFill>
          <a:blip r:embed="rId2"/>
          <a:stretch>
            <a:fillRect/>
          </a:stretch>
        </p:blipFill>
        <p:spPr>
          <a:xfrm>
            <a:off x="9727200" y="5994000"/>
            <a:ext cx="1963636" cy="360000"/>
          </a:xfrm>
          <a:prstGeom prst="rect">
            <a:avLst/>
          </a:prstGeom>
        </p:spPr>
      </p:pic>
      <p:sp>
        <p:nvSpPr>
          <p:cNvPr id="27" name="Copyright information-German"/>
          <p:cNvSpPr txBox="1"/>
          <p:nvPr userDrawn="1"/>
        </p:nvSpPr>
        <p:spPr bwMode="black">
          <a:xfrm>
            <a:off x="503238" y="2645292"/>
            <a:ext cx="6076808" cy="3708708"/>
          </a:xfrm>
          <a:prstGeom prst="rect">
            <a:avLst/>
          </a:prstGeom>
          <a:noFill/>
        </p:spPr>
        <p:txBody>
          <a:bodyPr wrap="square" lIns="0" tIns="0" rIns="0" bIns="0" rtlCol="0" anchor="b">
            <a:noAutofit/>
          </a:bodyPr>
          <a:lstStyle/>
          <a:p>
            <a:pPr marL="0" marR="0" lvl="0" indent="0" algn="l" defTabSz="1088776" rtl="0" eaLnBrk="1" fontAlgn="auto" latinLnBrk="0" hangingPunct="1">
              <a:lnSpc>
                <a:spcPct val="100000"/>
              </a:lnSpc>
              <a:spcBef>
                <a:spcPts val="1200"/>
              </a:spcBef>
              <a:spcAft>
                <a:spcPts val="0"/>
              </a:spcAft>
              <a:buClrTx/>
              <a:buSzTx/>
              <a:buFontTx/>
              <a:buNone/>
              <a:tabLst/>
              <a:defRPr/>
            </a:pPr>
            <a:r>
              <a:rPr lang="en-US" sz="800" b="0" noProof="0" dirty="0"/>
              <a:t>© 2018 SAP SE </a:t>
            </a:r>
            <a:r>
              <a:rPr lang="de-DE" sz="800" b="0" noProof="0" dirty="0"/>
              <a:t>oder ein SAP-Konzernunternehmen. Alle Rechte vorbehalten</a:t>
            </a:r>
            <a:r>
              <a:rPr lang="en-US" sz="800" b="0" noProof="0" dirty="0"/>
              <a:t>.</a:t>
            </a:r>
            <a:endParaRPr lang="de-DE" sz="800" kern="0" dirty="0">
              <a:ea typeface="Arial Unicode MS" pitchFamily="34" charset="-128"/>
              <a:cs typeface="Arial Unicode MS" pitchFamily="34" charset="-128"/>
            </a:endParaRPr>
          </a:p>
          <a:p>
            <a:pPr>
              <a:spcBef>
                <a:spcPts val="600"/>
              </a:spcBef>
            </a:pPr>
            <a:r>
              <a:rPr lang="de-DE" sz="800" kern="1200" noProof="0" dirty="0">
                <a:solidFill>
                  <a:schemeClr val="tx1"/>
                </a:solidFill>
                <a:effectLst/>
                <a:latin typeface="Arial"/>
                <a:ea typeface="+mn-ea"/>
                <a:cs typeface="+mn-cs"/>
              </a:rPr>
              <a:t>Weitergabe und Vervielfältigung dieser Publikation oder von Teilen daraus sind, zu welchem Zweck und in welcher Form auch immer, ohne die ausdrückliche schriftliche Genehmigung durch SAP SE oder ein SAP-Konzernunternehmen nicht gestattet.</a:t>
            </a:r>
          </a:p>
          <a:p>
            <a:pPr>
              <a:spcBef>
                <a:spcPts val="600"/>
              </a:spcBef>
            </a:pPr>
            <a:r>
              <a:rPr lang="de-DE" sz="800" kern="1200" noProof="0" dirty="0">
                <a:solidFill>
                  <a:schemeClr val="tx1"/>
                </a:solidFill>
                <a:effectLst/>
                <a:latin typeface="Arial"/>
                <a:ea typeface="+mn-ea"/>
                <a:cs typeface="+mn-cs"/>
              </a:rPr>
              <a:t>In dieser Publikation enthaltene Informationen können ohne vorherige Ankündigung geändert werden. Die von SAP SE oder deren Vertriebsfirmen angebotenen Softwareprodukte können Softwarekomponenten auch anderer Softwarehersteller enthalten. Produkte können länderspezifische Unterschiede aufweisen.</a:t>
            </a:r>
          </a:p>
          <a:p>
            <a:pPr>
              <a:spcBef>
                <a:spcPts val="600"/>
              </a:spcBef>
            </a:pPr>
            <a:r>
              <a:rPr lang="de-DE" sz="800" kern="1200" noProof="0" dirty="0">
                <a:solidFill>
                  <a:schemeClr val="tx1"/>
                </a:solidFill>
                <a:effectLst/>
                <a:latin typeface="Arial"/>
                <a:ea typeface="+mn-ea"/>
                <a:cs typeface="+mn-cs"/>
              </a:rPr>
              <a:t>Die vorliegenden Unterlagen werden von der SAP SE oder einem SAP-Konzernunternehmen bereitgestellt und dienen ausschließlich zu Informationszwecken. Die SAP SE oder ihre Konzernunternehmen übernehmen keinerlei Haftung oder Gewährleistung für Fehler oder Unvollständigkeiten in dieser Publikation. Die SAP SE oder ein SAP-Konzernunternehmen steht lediglich für Produkte und Dienstleistungen nach der Maßgabe ein, die in der Vereinbarung über die jeweiligen Produkte und Dienstleistungen ausdrücklich geregelt ist. Keine der hierin enthaltenen Informationen ist als zusätzliche Garantie zu interpretieren. </a:t>
            </a:r>
          </a:p>
          <a:p>
            <a:pPr>
              <a:spcBef>
                <a:spcPts val="600"/>
              </a:spcBef>
            </a:pPr>
            <a:r>
              <a:rPr lang="de-DE" sz="800" kern="1200" noProof="0" dirty="0">
                <a:solidFill>
                  <a:schemeClr val="tx1"/>
                </a:solidFill>
                <a:effectLst/>
                <a:latin typeface="Arial"/>
                <a:ea typeface="+mn-ea"/>
                <a:cs typeface="+mn-cs"/>
              </a:rPr>
              <a:t>Insbesondere sind die SAP SE oder ihre Konzernunternehmen in keiner Weise verpflichtet, in dieser Publikation oder einer zugehörigen Präsentation dargestellte Geschäftsabläufe zu verfolgen oder hierin wiedergegebene Funktionen zu entwickeln oder zu veröffentlichen. Diese Publikation oder eine zugehörige Präsentation, die Strategie und etwaige künftige Entwicklungen, Produkte und/oder Plattformen der SAP SE oder ihrer Konzernunternehmen können von der SAP SE oder ihren Konzernunternehmen jederzeit und ohne Angabe von Gründen unangekündigt geändert werden. Die in dieser Publikation enthaltenen Informationen stellen keine Zusage, kein Versprechen und keine rechtliche Verpflichtung zur Lieferung von Material, Code oder Funktionen dar. Sämtliche vorausschauenden Aussagen unterliegen unterschiedlichen Risiken und Unsicherheiten, durch die die tatsächlichen Ergebnisse von den Erwartungen abweichen können. Dem Leser wird empfohlen, diesen vorausschauenden Aussagen kein übertriebenes Vertrauen zu schenken und sich bei Kaufentscheidungen nicht auf sie zu stützen.</a:t>
            </a:r>
          </a:p>
          <a:p>
            <a:pPr>
              <a:spcBef>
                <a:spcPts val="600"/>
              </a:spcBef>
            </a:pPr>
            <a:r>
              <a:rPr lang="de-DE" sz="800" kern="1200" noProof="0" dirty="0">
                <a:solidFill>
                  <a:schemeClr val="tx1"/>
                </a:solidFill>
                <a:effectLst/>
                <a:latin typeface="Arial"/>
                <a:ea typeface="+mn-ea"/>
                <a:cs typeface="+mn-cs"/>
              </a:rPr>
              <a:t>SAP und andere in diesem Dokument erwähnte Produkte und Dienstleistungen von SAP sowie die dazugehörigen Logos sind Marken oder eingetragene Marken der SAP SE (oder von einem SAP-Konzernunternehmen) in Deutschland und verschiedenen anderen Ländern weltweit.</a:t>
            </a:r>
            <a:r>
              <a:rPr lang="de-DE" sz="800" kern="1200" baseline="0" noProof="0" dirty="0">
                <a:solidFill>
                  <a:schemeClr val="tx1"/>
                </a:solidFill>
                <a:effectLst/>
                <a:latin typeface="Arial"/>
                <a:ea typeface="+mn-ea"/>
                <a:cs typeface="+mn-cs"/>
              </a:rPr>
              <a:t> </a:t>
            </a:r>
            <a:r>
              <a:rPr lang="de-DE" sz="800" kern="1200" noProof="0" dirty="0">
                <a:solidFill>
                  <a:schemeClr val="tx1"/>
                </a:solidFill>
                <a:effectLst/>
                <a:latin typeface="Arial"/>
                <a:ea typeface="+mn-ea"/>
                <a:cs typeface="+mn-cs"/>
              </a:rPr>
              <a:t>Alle anderen Namen von Produkten und Dienstleistungen sind Marken der jeweiligen Firmen. </a:t>
            </a:r>
          </a:p>
          <a:p>
            <a:pPr>
              <a:spcBef>
                <a:spcPts val="600"/>
              </a:spcBef>
            </a:pPr>
            <a:r>
              <a:rPr lang="de-DE" sz="800" kern="1200" noProof="0" dirty="0">
                <a:solidFill>
                  <a:schemeClr val="tx1"/>
                </a:solidFill>
                <a:effectLst/>
                <a:latin typeface="Arial"/>
                <a:ea typeface="+mn-ea"/>
                <a:cs typeface="+mn-cs"/>
              </a:rPr>
              <a:t>Zusätzliche Informationen zur Marke und Vermerke finden Sie auf der Seite </a:t>
            </a:r>
            <a:r>
              <a:rPr lang="de-DE" sz="800" kern="1200" noProof="0" dirty="0">
                <a:solidFill>
                  <a:schemeClr val="tx1"/>
                </a:solidFill>
                <a:effectLst/>
                <a:latin typeface="Arial"/>
                <a:ea typeface="+mn-ea"/>
                <a:cs typeface="+mn-cs"/>
                <a:hlinkClick r:id="rId3"/>
              </a:rPr>
              <a:t>https://www.sap.com/corporate/de/legal/copyright.html</a:t>
            </a:r>
            <a:r>
              <a:rPr lang="de-DE" sz="800" kern="1200" noProof="0" dirty="0">
                <a:solidFill>
                  <a:schemeClr val="tx1"/>
                </a:solidFill>
                <a:effectLst/>
                <a:latin typeface="Arial"/>
                <a:ea typeface="+mn-ea"/>
                <a:cs typeface="+mn-cs"/>
              </a:rPr>
              <a:t>.</a:t>
            </a:r>
          </a:p>
        </p:txBody>
      </p:sp>
      <p:sp>
        <p:nvSpPr>
          <p:cNvPr id="16" name="Copyright information">
            <a:hlinkClick r:id="rId4" tooltip="www.sap.com/contactsap"/>
          </p:cNvPr>
          <p:cNvSpPr txBox="1"/>
          <p:nvPr userDrawn="1"/>
        </p:nvSpPr>
        <p:spPr bwMode="black">
          <a:xfrm>
            <a:off x="503238" y="2461398"/>
            <a:ext cx="2580640" cy="169277"/>
          </a:xfrm>
          <a:prstGeom prst="rect">
            <a:avLst/>
          </a:prstGeom>
          <a:noFill/>
        </p:spPr>
        <p:txBody>
          <a:bodyPr wrap="square" lIns="0" tIns="0" rIns="0" bIns="0" rtlCol="0" anchor="b">
            <a:noAutofit/>
          </a:bodyPr>
          <a:lstStyle/>
          <a:p>
            <a:pPr marL="0" marR="0" lvl="0" indent="0" algn="l" defTabSz="1088776" rtl="0" eaLnBrk="1" fontAlgn="auto" latinLnBrk="0" hangingPunct="1">
              <a:lnSpc>
                <a:spcPct val="100000"/>
              </a:lnSpc>
              <a:spcBef>
                <a:spcPts val="1200"/>
              </a:spcBef>
              <a:spcAft>
                <a:spcPts val="0"/>
              </a:spcAft>
              <a:buClrTx/>
              <a:buSzTx/>
              <a:buFontTx/>
              <a:buNone/>
              <a:tabLst/>
              <a:defRPr/>
            </a:pPr>
            <a:r>
              <a:rPr lang="en-US" sz="1100" b="1" kern="1200" dirty="0">
                <a:solidFill>
                  <a:schemeClr val="accent1"/>
                </a:solidFill>
                <a:latin typeface="Arial"/>
                <a:ea typeface="Arial Unicode MS" panose="020B0604020202020204" pitchFamily="34" charset="-128"/>
                <a:cs typeface="+mn-cs"/>
              </a:rPr>
              <a:t>www.sap.com/germany</a:t>
            </a:r>
            <a:r>
              <a:rPr lang="en-US" sz="1100" b="1" kern="1200" dirty="0">
                <a:solidFill>
                  <a:schemeClr val="tx1"/>
                </a:solidFill>
                <a:latin typeface="Arial"/>
                <a:ea typeface="Arial Unicode MS" panose="020B0604020202020204" pitchFamily="34" charset="-128"/>
                <a:cs typeface="+mn-cs"/>
              </a:rPr>
              <a:t>/contactsap</a:t>
            </a:r>
          </a:p>
        </p:txBody>
      </p:sp>
      <p:pic>
        <p:nvPicPr>
          <p:cNvPr id="12" name="Linkedin icon with link" descr="Linkedin icon " title="Linkedin icon ">
            <a:hlinkClick r:id="rId5"/>
          </p:cNvPr>
          <p:cNvPicPr>
            <a:picLocks noChangeAspect="1"/>
          </p:cNvPicPr>
          <p:nvPr userDrawn="1"/>
        </p:nvPicPr>
        <p:blipFill>
          <a:blip r:embed="rId6"/>
          <a:stretch>
            <a:fillRect/>
          </a:stretch>
        </p:blipFill>
        <p:spPr>
          <a:xfrm>
            <a:off x="2273143" y="1751480"/>
            <a:ext cx="363600" cy="363600"/>
          </a:xfrm>
          <a:prstGeom prst="ellipse">
            <a:avLst/>
          </a:prstGeom>
        </p:spPr>
      </p:pic>
      <p:pic>
        <p:nvPicPr>
          <p:cNvPr id="13" name="YouTube icon with link">
            <a:hlinkClick r:id="rId7"/>
          </p:cNvPr>
          <p:cNvPicPr>
            <a:picLocks noChangeAspect="1"/>
          </p:cNvPicPr>
          <p:nvPr userDrawn="1"/>
        </p:nvPicPr>
        <p:blipFill rotWithShape="1">
          <a:blip r:embed="rId8"/>
          <a:srcRect l="13793" t="1405" r="17847" b="2165"/>
          <a:stretch/>
        </p:blipFill>
        <p:spPr>
          <a:xfrm>
            <a:off x="1682827" y="1751480"/>
            <a:ext cx="364501" cy="363600"/>
          </a:xfrm>
          <a:prstGeom prst="ellipse">
            <a:avLst/>
          </a:prstGeom>
        </p:spPr>
      </p:pic>
      <p:pic>
        <p:nvPicPr>
          <p:cNvPr id="14" name="Twitter icon with link" descr="Twitter icon" title="Twitter icon">
            <a:hlinkClick r:id="rId9"/>
          </p:cNvPr>
          <p:cNvPicPr>
            <a:picLocks noChangeAspect="1"/>
          </p:cNvPicPr>
          <p:nvPr userDrawn="1"/>
        </p:nvPicPr>
        <p:blipFill>
          <a:blip r:embed="rId10"/>
          <a:stretch>
            <a:fillRect/>
          </a:stretch>
        </p:blipFill>
        <p:spPr>
          <a:xfrm>
            <a:off x="1093412" y="1751480"/>
            <a:ext cx="363600" cy="363600"/>
          </a:xfrm>
          <a:prstGeom prst="ellipse">
            <a:avLst/>
          </a:prstGeom>
        </p:spPr>
      </p:pic>
      <p:pic>
        <p:nvPicPr>
          <p:cNvPr id="15" name="Facebook icon with link">
            <a:hlinkClick r:id="rId11"/>
          </p:cNvPr>
          <p:cNvPicPr>
            <a:picLocks noChangeAspect="1"/>
          </p:cNvPicPr>
          <p:nvPr userDrawn="1"/>
        </p:nvPicPr>
        <p:blipFill>
          <a:blip r:embed="rId12"/>
          <a:stretch>
            <a:fillRect/>
          </a:stretch>
        </p:blipFill>
        <p:spPr>
          <a:xfrm>
            <a:off x="503997" y="1751480"/>
            <a:ext cx="363600" cy="363600"/>
          </a:xfrm>
          <a:prstGeom prst="rect">
            <a:avLst/>
          </a:prstGeom>
        </p:spPr>
      </p:pic>
      <p:sp>
        <p:nvSpPr>
          <p:cNvPr id="26" name="SAP folgen auf"/>
          <p:cNvSpPr txBox="1"/>
          <p:nvPr userDrawn="1"/>
        </p:nvSpPr>
        <p:spPr bwMode="black">
          <a:xfrm>
            <a:off x="503997" y="1461001"/>
            <a:ext cx="1228549" cy="169277"/>
          </a:xfrm>
          <a:prstGeom prst="rect">
            <a:avLst/>
          </a:prstGeom>
          <a:noFill/>
        </p:spPr>
        <p:txBody>
          <a:bodyPr wrap="square" lIns="0" tIns="0" rIns="0" bIns="0" rtlCol="0" anchor="b">
            <a:noAutofit/>
          </a:bodyPr>
          <a:lstStyle/>
          <a:p>
            <a:pPr marL="0" marR="0" lvl="0" indent="0" algn="l" defTabSz="1088776" rtl="0" eaLnBrk="1" fontAlgn="auto" latinLnBrk="0" hangingPunct="1">
              <a:lnSpc>
                <a:spcPct val="100000"/>
              </a:lnSpc>
              <a:spcBef>
                <a:spcPts val="1200"/>
              </a:spcBef>
              <a:spcAft>
                <a:spcPts val="0"/>
              </a:spcAft>
              <a:buClrTx/>
              <a:buSzTx/>
              <a:buFontTx/>
              <a:buNone/>
              <a:tabLst/>
              <a:defRPr/>
            </a:pPr>
            <a:r>
              <a:rPr lang="de-DE" sz="1100" b="0" kern="1200" noProof="0" dirty="0">
                <a:solidFill>
                  <a:schemeClr val="tx1"/>
                </a:solidFill>
                <a:latin typeface="Arial"/>
                <a:ea typeface="Arial Unicode MS" panose="020B0604020202020204" pitchFamily="34" charset="-128"/>
                <a:cs typeface="+mn-cs"/>
              </a:rPr>
              <a:t>SAP folgen auf</a:t>
            </a:r>
          </a:p>
        </p:txBody>
      </p:sp>
    </p:spTree>
    <p:extLst>
      <p:ext uri="{BB962C8B-B14F-4D97-AF65-F5344CB8AC3E}">
        <p14:creationId xmlns:p14="http://schemas.microsoft.com/office/powerpoint/2010/main" val="362907530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userDrawn="1">
  <p:cSld name="Cover with illustration scene art">
    <p:spTree>
      <p:nvGrpSpPr>
        <p:cNvPr id="1" name=""/>
        <p:cNvGrpSpPr/>
        <p:nvPr/>
      </p:nvGrpSpPr>
      <p:grpSpPr>
        <a:xfrm>
          <a:off x="0" y="0"/>
          <a:ext cx="0" cy="0"/>
          <a:chOff x="0" y="0"/>
          <a:chExt cx="0" cy="0"/>
        </a:xfrm>
      </p:grpSpPr>
      <p:sp>
        <p:nvSpPr>
          <p:cNvPr id="5" name="Cover Image Placeholder"/>
          <p:cNvSpPr>
            <a:spLocks noGrp="1"/>
          </p:cNvSpPr>
          <p:nvPr>
            <p:ph type="pic" sz="quarter" idx="12" hasCustomPrompt="1"/>
          </p:nvPr>
        </p:nvSpPr>
        <p:spPr>
          <a:xfrm>
            <a:off x="1" y="0"/>
            <a:ext cx="12195175" cy="3430006"/>
          </a:xfrm>
          <a:noFill/>
        </p:spPr>
        <p:txBody>
          <a:bodyPr tIns="504000"/>
          <a:lstStyle>
            <a:lvl1pPr algn="ctr">
              <a:defRPr sz="1600">
                <a:solidFill>
                  <a:schemeClr val="tx1"/>
                </a:solidFill>
              </a:defRPr>
            </a:lvl1pPr>
          </a:lstStyle>
          <a:p>
            <a:r>
              <a:rPr lang="en-US" dirty="0"/>
              <a:t>Click to insert illustration scene art</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INTERNAL</a:t>
            </a:r>
            <a:endParaRPr lang="en-US" sz="900" b="0" dirty="0"/>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3579134234"/>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1_Cover with image">
    <p:spTree>
      <p:nvGrpSpPr>
        <p:cNvPr id="1" name=""/>
        <p:cNvGrpSpPr/>
        <p:nvPr/>
      </p:nvGrpSpPr>
      <p:grpSpPr>
        <a:xfrm>
          <a:off x="0" y="0"/>
          <a:ext cx="0" cy="0"/>
          <a:chOff x="0" y="0"/>
          <a:chExt cx="0" cy="0"/>
        </a:xfrm>
      </p:grpSpPr>
      <p:sp>
        <p:nvSpPr>
          <p:cNvPr id="5" name="Cover Image Placeholder"/>
          <p:cNvSpPr>
            <a:spLocks noGrp="1"/>
          </p:cNvSpPr>
          <p:nvPr>
            <p:ph type="pic" sz="quarter" idx="12" hasCustomPrompt="1"/>
          </p:nvPr>
        </p:nvSpPr>
        <p:spPr>
          <a:xfrm>
            <a:off x="1" y="0"/>
            <a:ext cx="12195175" cy="3430006"/>
          </a:xfrm>
          <a:solidFill>
            <a:schemeClr val="tx2">
              <a:alpha val="70000"/>
            </a:schemeClr>
          </a:solidFill>
        </p:spPr>
        <p:txBody>
          <a:bodyPr tIns="504000"/>
          <a:lstStyle>
            <a:lvl1pPr algn="ctr">
              <a:defRPr sz="1600">
                <a:solidFill>
                  <a:schemeClr val="tx1"/>
                </a:solidFill>
              </a:defRPr>
            </a:lvl1pPr>
          </a:lstStyle>
          <a:p>
            <a:r>
              <a:rPr lang="en-US" dirty="0"/>
              <a:t>Click to insert title image</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grpSp>
        <p:nvGrpSpPr>
          <p:cNvPr id="2" name="Group 1"/>
          <p:cNvGrpSpPr/>
          <p:nvPr userDrawn="1"/>
        </p:nvGrpSpPr>
        <p:grpSpPr>
          <a:xfrm>
            <a:off x="9171173" y="0"/>
            <a:ext cx="3024002" cy="3430006"/>
            <a:chOff x="9171173" y="0"/>
            <a:chExt cx="3024002" cy="3430006"/>
          </a:xfrm>
        </p:grpSpPr>
        <p:sp>
          <p:nvSpPr>
            <p:cNvPr id="17" name="Rectangle 16"/>
            <p:cNvSpPr/>
            <p:nvPr userDrawn="1"/>
          </p:nvSpPr>
          <p:spPr bwMode="gray">
            <a:xfrm>
              <a:off x="11187175" y="0"/>
              <a:ext cx="1008000" cy="3430006"/>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3430006"/>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3430006"/>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INTERNAL</a:t>
            </a:r>
            <a:endParaRPr lang="en-US" sz="900" b="0" dirty="0"/>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2452717617"/>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1_Cover black">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INTERNAL</a:t>
            </a:r>
            <a:endParaRPr lang="en-US" sz="900" b="0" dirty="0"/>
          </a:p>
        </p:txBody>
      </p:sp>
      <p:sp>
        <p:nvSpPr>
          <p:cNvPr id="6" name="Speaker"/>
          <p:cNvSpPr>
            <a:spLocks noGrp="1"/>
          </p:cNvSpPr>
          <p:nvPr userDrawn="1">
            <p:ph type="subTitle" idx="1" hasCustomPrompt="1"/>
          </p:nvPr>
        </p:nvSpPr>
        <p:spPr bwMode="gray">
          <a:xfrm>
            <a:off x="288000" y="4268503"/>
            <a:ext cx="8595171"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0" y="2706317"/>
            <a:ext cx="8595171"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grpSp>
        <p:nvGrpSpPr>
          <p:cNvPr id="2" name="Group 1"/>
          <p:cNvGrpSpPr/>
          <p:nvPr userDrawn="1"/>
        </p:nvGrpSpPr>
        <p:grpSpPr>
          <a:xfrm>
            <a:off x="9171173" y="0"/>
            <a:ext cx="3024002" cy="6858000"/>
            <a:chOff x="9171173" y="0"/>
            <a:chExt cx="3024002" cy="6855990"/>
          </a:xfrm>
        </p:grpSpPr>
        <p:sp>
          <p:nvSpPr>
            <p:cNvPr id="17" name="Rectangle 16"/>
            <p:cNvSpPr/>
            <p:nvPr userDrawn="1"/>
          </p:nvSpPr>
          <p:spPr bwMode="gray">
            <a:xfrm>
              <a:off x="11187175" y="0"/>
              <a:ext cx="1008000" cy="6855990"/>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685599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685599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Tree>
    <p:extLst>
      <p:ext uri="{BB962C8B-B14F-4D97-AF65-F5344CB8AC3E}">
        <p14:creationId xmlns:p14="http://schemas.microsoft.com/office/powerpoint/2010/main" val="1982410628"/>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1_Cover with pictogram">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INTERNAL</a:t>
            </a:r>
            <a:endParaRPr lang="en-US" sz="900" b="0" dirty="0"/>
          </a:p>
        </p:txBody>
      </p:sp>
      <p:sp>
        <p:nvSpPr>
          <p:cNvPr id="6" name="Speaker"/>
          <p:cNvSpPr>
            <a:spLocks noGrp="1"/>
          </p:cNvSpPr>
          <p:nvPr userDrawn="1">
            <p:ph type="subTitle" idx="1" hasCustomPrompt="1"/>
          </p:nvPr>
        </p:nvSpPr>
        <p:spPr bwMode="gray">
          <a:xfrm>
            <a:off x="288001" y="4268503"/>
            <a:ext cx="637343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1" y="2706317"/>
            <a:ext cx="6373430"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7" name="Picture Placeholder 6"/>
          <p:cNvSpPr>
            <a:spLocks noGrp="1"/>
          </p:cNvSpPr>
          <p:nvPr>
            <p:ph type="pic" sz="quarter" idx="16"/>
          </p:nvPr>
        </p:nvSpPr>
        <p:spPr>
          <a:xfrm>
            <a:off x="6954855" y="963000"/>
            <a:ext cx="4932000" cy="4932000"/>
          </a:xfrm>
        </p:spPr>
        <p:txBody>
          <a:bodyPr/>
          <a:lstStyle/>
          <a:p>
            <a:endParaRPr lang="de-DE" dirty="0"/>
          </a:p>
        </p:txBody>
      </p:sp>
    </p:spTree>
    <p:extLst>
      <p:ext uri="{BB962C8B-B14F-4D97-AF65-F5344CB8AC3E}">
        <p14:creationId xmlns:p14="http://schemas.microsoft.com/office/powerpoint/2010/main" val="3048046299"/>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4" name="Agenda items placeholder"/>
          <p:cNvSpPr>
            <a:spLocks noGrp="1"/>
          </p:cNvSpPr>
          <p:nvPr>
            <p:ph type="body" sz="quarter" idx="10" hasCustomPrompt="1"/>
          </p:nvPr>
        </p:nvSpPr>
        <p:spPr>
          <a:xfrm>
            <a:off x="504000" y="1620000"/>
            <a:ext cx="11185200" cy="4230000"/>
          </a:xfrm>
        </p:spPr>
        <p:txBody>
          <a:bodyPr>
            <a:noAutofit/>
          </a:bodyPr>
          <a:lstStyle>
            <a:lvl1pPr marL="0" marR="0" indent="0" algn="l" defTabSz="1088558" rtl="0" eaLnBrk="1" fontAlgn="auto" latinLnBrk="0" hangingPunct="1">
              <a:lnSpc>
                <a:spcPct val="100000"/>
              </a:lnSpc>
              <a:spcBef>
                <a:spcPts val="3000"/>
              </a:spcBef>
              <a:spcAft>
                <a:spcPts val="0"/>
              </a:spcAft>
              <a:buClr>
                <a:schemeClr val="accent1"/>
              </a:buClr>
              <a:buSzPct val="80000"/>
              <a:buFontTx/>
              <a:buNone/>
              <a:tabLst/>
              <a:defRPr sz="2000" b="0"/>
            </a:lvl1pPr>
            <a:lvl2pPr marL="179964" marR="0" indent="-179964" algn="l" defTabSz="1088558" rtl="0" eaLnBrk="1" fontAlgn="auto" latinLnBrk="0" hangingPunct="1">
              <a:lnSpc>
                <a:spcPct val="100000"/>
              </a:lnSpc>
              <a:spcBef>
                <a:spcPts val="600"/>
              </a:spcBef>
              <a:spcAft>
                <a:spcPts val="0"/>
              </a:spcAft>
              <a:buClr>
                <a:schemeClr val="accent1"/>
              </a:buClr>
              <a:buSzPct val="100000"/>
              <a:buFont typeface="Wingdings" panose="05000000000000000000" pitchFamily="2" charset="2"/>
              <a:buChar char="§"/>
              <a:tabLst/>
              <a:defRPr sz="1800"/>
            </a:lvl2pPr>
            <a:lvl3pPr marL="359928" marR="0" indent="-179352" algn="l" defTabSz="1088558" rtl="0" eaLnBrk="1" fontAlgn="auto" latinLnBrk="0" hangingPunct="1">
              <a:lnSpc>
                <a:spcPct val="100000"/>
              </a:lnSpc>
              <a:spcBef>
                <a:spcPts val="400"/>
              </a:spcBef>
              <a:spcAft>
                <a:spcPts val="0"/>
              </a:spcAft>
              <a:buClr>
                <a:schemeClr val="tx1"/>
              </a:buClr>
              <a:buSzPct val="100000"/>
              <a:buFont typeface="Arial" pitchFamily="34" charset="0"/>
              <a:buChar char="–"/>
              <a:tabLst/>
              <a:defRPr sz="1800" baseline="0"/>
            </a:lvl3pPr>
            <a:lvl4pPr marL="539892" marR="0" indent="-179964" algn="l" defTabSz="1088558" rtl="0" eaLnBrk="1" fontAlgn="auto" latinLnBrk="0" hangingPunct="1">
              <a:lnSpc>
                <a:spcPct val="100000"/>
              </a:lnSpc>
              <a:spcBef>
                <a:spcPts val="250"/>
              </a:spcBef>
              <a:spcAft>
                <a:spcPts val="0"/>
              </a:spcAft>
              <a:buClr>
                <a:schemeClr val="tx1"/>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dirty="0"/>
              <a:t>Agenda Item/Divider Headline</a:t>
            </a:r>
          </a:p>
          <a:p>
            <a:pPr lvl="1"/>
            <a:r>
              <a:rPr lang="en-US" dirty="0"/>
              <a:t>Details</a:t>
            </a:r>
          </a:p>
        </p:txBody>
      </p:sp>
      <p:sp>
        <p:nvSpPr>
          <p:cNvPr id="3" name="Agenda title"/>
          <p:cNvSpPr>
            <a:spLocks noGrp="1"/>
          </p:cNvSpPr>
          <p:nvPr>
            <p:ph type="title" hasCustomPrompt="1"/>
          </p:nvPr>
        </p:nvSpPr>
        <p:spPr/>
        <p:txBody>
          <a:bodyPr/>
          <a:lstStyle>
            <a:lvl1pPr>
              <a:defRPr/>
            </a:lvl1pPr>
          </a:lstStyle>
          <a:p>
            <a:r>
              <a:rPr lang="en-US" dirty="0"/>
              <a:t>Agenda</a:t>
            </a:r>
          </a:p>
        </p:txBody>
      </p:sp>
    </p:spTree>
    <p:extLst>
      <p:ext uri="{BB962C8B-B14F-4D97-AF65-F5344CB8AC3E}">
        <p14:creationId xmlns:p14="http://schemas.microsoft.com/office/powerpoint/2010/main" val="185936061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1_Divider P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gray">
          <a:xfrm>
            <a:off x="504000" y="3090446"/>
            <a:ext cx="11185200" cy="677108"/>
          </a:xfrm>
        </p:spPr>
        <p:txBody>
          <a:bodyPr anchor="ctr" anchorCtr="0">
            <a:noAutofit/>
          </a:bodyPr>
          <a:lstStyle>
            <a:lvl1pPr>
              <a:defRPr sz="4400">
                <a:solidFill>
                  <a:schemeClr val="tx1"/>
                </a:solidFill>
                <a:latin typeface="+mj-lt"/>
              </a:defRPr>
            </a:lvl1pPr>
          </a:lstStyle>
          <a:p>
            <a:r>
              <a:rPr lang="en-US" dirty="0"/>
              <a:t>Divider page</a:t>
            </a:r>
            <a:endParaRPr lang="de-DE" dirty="0"/>
          </a:p>
        </p:txBody>
      </p:sp>
    </p:spTree>
    <p:extLst>
      <p:ext uri="{BB962C8B-B14F-4D97-AF65-F5344CB8AC3E}">
        <p14:creationId xmlns:p14="http://schemas.microsoft.com/office/powerpoint/2010/main" val="4109527874"/>
      </p:ext>
    </p:extLst>
  </p:cSld>
  <p:clrMapOvr>
    <a:masterClrMapping/>
  </p:clrMapOvr>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Divider Page with image">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a:xfrm>
            <a:off x="1" y="3427200"/>
            <a:ext cx="12195175" cy="3430800"/>
          </a:xfrm>
          <a:noFill/>
        </p:spPr>
        <p:txBody>
          <a:bodyPr tIns="324000"/>
          <a:lstStyle>
            <a:lvl1pPr marL="0" marR="0" indent="0" algn="ctr" defTabSz="1088558"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558" rtl="0" eaLnBrk="1" fontAlgn="auto" latinLnBrk="0" hangingPunct="1">
              <a:lnSpc>
                <a:spcPct val="100000"/>
              </a:lnSpc>
              <a:spcBef>
                <a:spcPts val="1200"/>
              </a:spcBef>
              <a:spcAft>
                <a:spcPts val="0"/>
              </a:spcAft>
              <a:buClr>
                <a:schemeClr val="accent1"/>
              </a:buClr>
              <a:buSzPct val="80000"/>
              <a:buFontTx/>
              <a:buNone/>
              <a:tabLst/>
              <a:defRPr/>
            </a:pPr>
            <a:r>
              <a:rPr lang="en-US" dirty="0"/>
              <a:t>Placeholder for image and illustration scene art</a:t>
            </a:r>
          </a:p>
        </p:txBody>
      </p:sp>
      <p:sp>
        <p:nvSpPr>
          <p:cNvPr id="2" name="Divider text"/>
          <p:cNvSpPr>
            <a:spLocks noGrp="1"/>
          </p:cNvSpPr>
          <p:nvPr>
            <p:ph type="ctrTitle" hasCustomPrompt="1"/>
          </p:nvPr>
        </p:nvSpPr>
        <p:spPr bwMode="gray">
          <a:xfrm>
            <a:off x="504000" y="1375046"/>
            <a:ext cx="11185200" cy="677108"/>
          </a:xfrm>
        </p:spPr>
        <p:txBody>
          <a:bodyPr anchor="t" anchorCtr="0">
            <a:noAutofit/>
          </a:bodyPr>
          <a:lstStyle>
            <a:lvl1pPr>
              <a:defRPr sz="4400">
                <a:solidFill>
                  <a:schemeClr val="tx1"/>
                </a:solidFill>
                <a:latin typeface="+mj-lt"/>
              </a:defRPr>
            </a:lvl1pPr>
          </a:lstStyle>
          <a:p>
            <a:r>
              <a:rPr lang="en-US" dirty="0"/>
              <a:t>Divider page</a:t>
            </a:r>
            <a:endParaRPr lang="de-DE" dirty="0"/>
          </a:p>
        </p:txBody>
      </p:sp>
    </p:spTree>
    <p:extLst>
      <p:ext uri="{BB962C8B-B14F-4D97-AF65-F5344CB8AC3E}">
        <p14:creationId xmlns:p14="http://schemas.microsoft.com/office/powerpoint/2010/main" val="1008985274"/>
      </p:ext>
    </p:extLst>
  </p:cSld>
  <p:clrMapOvr>
    <a:masterClrMapping/>
  </p:clrMapOvr>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46674363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itle and text">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3999" y="1620000"/>
            <a:ext cx="11186477"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12933222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Title and text: 2 columns">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 column 1"/>
          <p:cNvSpPr>
            <a:spLocks noGrp="1"/>
          </p:cNvSpPr>
          <p:nvPr>
            <p:ph type="body" sz="quarter" idx="11" hasCustomPrompt="1"/>
          </p:nvPr>
        </p:nvSpPr>
        <p:spPr>
          <a:xfrm>
            <a:off x="6362477"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63048145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 column 2"/>
          <p:cNvSpPr>
            <a:spLocks noGrp="1"/>
          </p:cNvSpPr>
          <p:nvPr>
            <p:ph type="body" sz="quarter" idx="12" hasCustomPrompt="1"/>
          </p:nvPr>
        </p:nvSpPr>
        <p:spPr>
          <a:xfrm>
            <a:off x="4315238"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 column 1"/>
          <p:cNvSpPr>
            <a:spLocks noGrp="1"/>
          </p:cNvSpPr>
          <p:nvPr>
            <p:ph type="body" sz="quarter" idx="10" hasCustomPrompt="1"/>
          </p:nvPr>
        </p:nvSpPr>
        <p:spPr>
          <a:xfrm>
            <a:off x="504000"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86641637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2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17" name="Text placeholder - column 2"/>
          <p:cNvSpPr>
            <a:spLocks noGrp="1"/>
          </p:cNvSpPr>
          <p:nvPr>
            <p:ph type="body" sz="quarter" idx="13" hasCustomPrompt="1"/>
          </p:nvPr>
        </p:nvSpPr>
        <p:spPr>
          <a:xfrm>
            <a:off x="6362477"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6362477"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250494129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3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17" name="Text placeholder - column 2"/>
          <p:cNvSpPr>
            <a:spLocks noGrp="1"/>
          </p:cNvSpPr>
          <p:nvPr>
            <p:ph type="body" sz="quarter" idx="13" hasCustomPrompt="1"/>
          </p:nvPr>
        </p:nvSpPr>
        <p:spPr>
          <a:xfrm>
            <a:off x="8299277"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8299277"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9" name="Text placeholder - column 2"/>
          <p:cNvSpPr>
            <a:spLocks noGrp="1"/>
          </p:cNvSpPr>
          <p:nvPr>
            <p:ph type="body" sz="quarter" idx="15" hasCustomPrompt="1"/>
          </p:nvPr>
        </p:nvSpPr>
        <p:spPr>
          <a:xfrm>
            <a:off x="4401639"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4401639"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7276675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4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3878220"/>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17" name="Text placeholder - column 2"/>
          <p:cNvSpPr>
            <a:spLocks noGrp="1"/>
          </p:cNvSpPr>
          <p:nvPr>
            <p:ph type="body" sz="quarter" idx="13" hasCustomPrompt="1"/>
          </p:nvPr>
        </p:nvSpPr>
        <p:spPr>
          <a:xfrm>
            <a:off x="9274877"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9274877"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9" name="Text placeholder - column 2"/>
          <p:cNvSpPr>
            <a:spLocks noGrp="1"/>
          </p:cNvSpPr>
          <p:nvPr>
            <p:ph type="body" sz="quarter" idx="15" hasCustomPrompt="1"/>
          </p:nvPr>
        </p:nvSpPr>
        <p:spPr>
          <a:xfrm>
            <a:off x="3427626"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3427626"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13" name="Text placeholder - column 2"/>
          <p:cNvSpPr>
            <a:spLocks noGrp="1"/>
          </p:cNvSpPr>
          <p:nvPr>
            <p:ph type="body" sz="quarter" idx="17" hasCustomPrompt="1"/>
          </p:nvPr>
        </p:nvSpPr>
        <p:spPr>
          <a:xfrm>
            <a:off x="6351252"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4" name="Picture Placeholder 4"/>
          <p:cNvSpPr>
            <a:spLocks noGrp="1"/>
          </p:cNvSpPr>
          <p:nvPr>
            <p:ph type="pic" sz="quarter" idx="18" hasCustomPrompt="1"/>
          </p:nvPr>
        </p:nvSpPr>
        <p:spPr bwMode="gray">
          <a:xfrm>
            <a:off x="6351252"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268059447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Quote">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4000" y="1800000"/>
            <a:ext cx="11185200" cy="3285032"/>
          </a:xfrm>
        </p:spPr>
        <p:txBody>
          <a:bodyPr/>
          <a:lstStyle>
            <a:lvl1pPr marL="395921" indent="-395921">
              <a:lnSpc>
                <a:spcPct val="90000"/>
              </a:lnSpc>
              <a:spcBef>
                <a:spcPts val="600"/>
              </a:spcBef>
              <a:defRPr sz="5999" b="1"/>
            </a:lvl1pPr>
            <a:lvl2pPr marL="395921" indent="0">
              <a:buNone/>
              <a:defRPr sz="1200"/>
            </a:lvl2pPr>
          </a:lstStyle>
          <a:p>
            <a:pPr lvl="0"/>
            <a:r>
              <a:rPr lang="en-US" noProof="0" dirty="0"/>
              <a:t>“Quote goes here </a:t>
            </a:r>
            <a:br>
              <a:rPr lang="en-US" noProof="0" dirty="0"/>
            </a:br>
            <a:r>
              <a:rPr lang="en-US" noProof="0" dirty="0"/>
              <a:t>and here.”</a:t>
            </a:r>
          </a:p>
          <a:p>
            <a:pPr lvl="1"/>
            <a:r>
              <a:rPr lang="en-US" noProof="0" dirty="0"/>
              <a:t>Source</a:t>
            </a:r>
          </a:p>
        </p:txBody>
      </p:sp>
      <p:sp>
        <p:nvSpPr>
          <p:cNvPr id="2" name="Title 1"/>
          <p:cNvSpPr>
            <a:spLocks noGrp="1"/>
          </p:cNvSpPr>
          <p:nvPr>
            <p:ph type="title" hasCustomPrompt="1"/>
          </p:nvPr>
        </p:nvSpPr>
        <p:spPr/>
        <p:txBody>
          <a:bodyPr/>
          <a:lstStyle/>
          <a:p>
            <a:r>
              <a:rPr lang="en-US" noProof="0" dirty="0"/>
              <a:t>Insert page title (sentence case)</a:t>
            </a:r>
            <a:endParaRPr lang="en-US" dirty="0"/>
          </a:p>
        </p:txBody>
      </p:sp>
      <p:grpSp>
        <p:nvGrpSpPr>
          <p:cNvPr id="3" name="Group 2"/>
          <p:cNvGrpSpPr/>
          <p:nvPr userDrawn="1"/>
        </p:nvGrpSpPr>
        <p:grpSpPr>
          <a:xfrm>
            <a:off x="0" y="0"/>
            <a:ext cx="12195175" cy="251942"/>
            <a:chOff x="0" y="0"/>
            <a:chExt cx="12195175" cy="251942"/>
          </a:xfrm>
        </p:grpSpPr>
        <p:sp>
          <p:nvSpPr>
            <p:cNvPr id="9" name="Rectangle 8"/>
            <p:cNvSpPr/>
            <p:nvPr userDrawn="1"/>
          </p:nvSpPr>
          <p:spPr bwMode="gray">
            <a:xfrm>
              <a:off x="0" y="0"/>
              <a:ext cx="12195175" cy="251942"/>
            </a:xfrm>
            <a:prstGeom prst="rect">
              <a:avLst/>
            </a:prstGeom>
            <a:solidFill>
              <a:schemeClr val="bg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4" name="Secondary Motion Band"/>
            <p:cNvGrpSpPr/>
            <p:nvPr userDrawn="1"/>
          </p:nvGrpSpPr>
          <p:grpSpPr>
            <a:xfrm>
              <a:off x="10682127" y="0"/>
              <a:ext cx="1513048" cy="251942"/>
              <a:chOff x="10682127" y="0"/>
              <a:chExt cx="1513048" cy="252000"/>
            </a:xfrm>
          </p:grpSpPr>
          <p:sp>
            <p:nvSpPr>
              <p:cNvPr id="6" name="Rectangle 5"/>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7" name="Rectangle 6"/>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93278590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and text with image 1">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8127175" y="252000"/>
            <a:ext cx="4068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7" name="Text Placeholder 6"/>
          <p:cNvSpPr>
            <a:spLocks noGrp="1"/>
          </p:cNvSpPr>
          <p:nvPr>
            <p:ph type="body" sz="quarter" idx="11" hasCustomPrompt="1"/>
          </p:nvPr>
        </p:nvSpPr>
        <p:spPr bwMode="gray">
          <a:xfrm>
            <a:off x="503999" y="1620000"/>
            <a:ext cx="709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3" name="Title 2"/>
          <p:cNvSpPr>
            <a:spLocks noGrp="1"/>
          </p:cNvSpPr>
          <p:nvPr>
            <p:ph type="title" hasCustomPrompt="1"/>
          </p:nvPr>
        </p:nvSpPr>
        <p:spPr>
          <a:xfrm>
            <a:off x="504001" y="504000"/>
            <a:ext cx="709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342502026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and text with image 2">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6111175" y="252000"/>
            <a:ext cx="6084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7" name="Text Placeholder 6"/>
          <p:cNvSpPr>
            <a:spLocks noGrp="1"/>
          </p:cNvSpPr>
          <p:nvPr>
            <p:ph type="body" sz="quarter" idx="11" hasCustomPrompt="1"/>
          </p:nvPr>
        </p:nvSpPr>
        <p:spPr bwMode="gray">
          <a:xfrm>
            <a:off x="503999" y="1620000"/>
            <a:ext cx="511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2" name="Title 1"/>
          <p:cNvSpPr>
            <a:spLocks noGrp="1"/>
          </p:cNvSpPr>
          <p:nvPr>
            <p:ph type="title" hasCustomPrompt="1"/>
          </p:nvPr>
        </p:nvSpPr>
        <p:spPr>
          <a:xfrm>
            <a:off x="504001" y="504000"/>
            <a:ext cx="511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55278771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Image with motion band">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252000"/>
            <a:ext cx="12195175"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190104987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1_Full bleed image ">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0"/>
            <a:ext cx="12195175" cy="6858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413979114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Text and screenshot">
    <p:spTree>
      <p:nvGrpSpPr>
        <p:cNvPr id="1" name=""/>
        <p:cNvGrpSpPr/>
        <p:nvPr/>
      </p:nvGrpSpPr>
      <p:grpSpPr>
        <a:xfrm>
          <a:off x="0" y="0"/>
          <a:ext cx="0" cy="0"/>
          <a:chOff x="0" y="0"/>
          <a:chExt cx="0" cy="0"/>
        </a:xfrm>
      </p:grpSpPr>
      <p:sp>
        <p:nvSpPr>
          <p:cNvPr id="5" name="Picture Placeholder 4"/>
          <p:cNvSpPr>
            <a:spLocks noGrp="1"/>
          </p:cNvSpPr>
          <p:nvPr>
            <p:ph type="pic" sz="quarter" idx="13" hasCustomPrompt="1"/>
          </p:nvPr>
        </p:nvSpPr>
        <p:spPr bwMode="gray">
          <a:xfrm>
            <a:off x="6362477" y="1601628"/>
            <a:ext cx="5328000" cy="4230000"/>
          </a:xfrm>
          <a:solidFill>
            <a:schemeClr val="tx2">
              <a:alpha val="70000"/>
            </a:schemeClr>
          </a:solid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screenshot</a:t>
            </a:r>
            <a:endParaRPr lang="de-DE" dirty="0"/>
          </a:p>
        </p:txBody>
      </p:sp>
      <p:sp>
        <p:nvSpPr>
          <p:cNvPr id="4" name="Text Placeholder 3"/>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1287227243"/>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Content Placeholder 2"/>
          <p:cNvSpPr>
            <a:spLocks noGrp="1"/>
          </p:cNvSpPr>
          <p:nvPr>
            <p:ph idx="1" hasCustomPrompt="1"/>
          </p:nvPr>
        </p:nvSpPr>
        <p:spPr>
          <a:xfrm>
            <a:off x="504000" y="1620000"/>
            <a:ext cx="11185200" cy="4230000"/>
          </a:xfrm>
          <a:solidFill>
            <a:schemeClr val="tx2">
              <a:alpha val="70000"/>
            </a:schemeClr>
          </a:solidFill>
        </p:spPr>
        <p:txBody>
          <a:bodyPr tIns="1368000"/>
          <a:lstStyle>
            <a:lvl1pPr algn="ctr">
              <a:defRPr sz="1400" b="0"/>
            </a:lvl1pPr>
          </a:lstStyle>
          <a:p>
            <a:pPr lvl="0"/>
            <a:r>
              <a:rPr lang="en-US" dirty="0"/>
              <a:t>Click to add content</a:t>
            </a:r>
          </a:p>
        </p:txBody>
      </p:sp>
      <p:sp>
        <p:nvSpPr>
          <p:cNvPr id="2" name="Title 1"/>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418609874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1_Copyright">
    <p:spTree>
      <p:nvGrpSpPr>
        <p:cNvPr id="1" name=""/>
        <p:cNvGrpSpPr/>
        <p:nvPr/>
      </p:nvGrpSpPr>
      <p:grpSpPr>
        <a:xfrm>
          <a:off x="0" y="0"/>
          <a:ext cx="0" cy="0"/>
          <a:chOff x="0" y="0"/>
          <a:chExt cx="0" cy="0"/>
        </a:xfrm>
      </p:grpSpPr>
      <p:sp>
        <p:nvSpPr>
          <p:cNvPr id="4" name="TextBox 3"/>
          <p:cNvSpPr txBox="1"/>
          <p:nvPr/>
        </p:nvSpPr>
        <p:spPr bwMode="gray">
          <a:xfrm>
            <a:off x="503999" y="1620000"/>
            <a:ext cx="11185200" cy="3153980"/>
          </a:xfrm>
          <a:prstGeom prst="rect">
            <a:avLst/>
          </a:prstGeom>
          <a:noFill/>
        </p:spPr>
        <p:txBody>
          <a:bodyPr wrap="square" lIns="0" tIns="0" rIns="0" bIns="0" rtlCol="0">
            <a:spAutoFit/>
          </a:bodyPr>
          <a:lstStyle/>
          <a:p>
            <a:pPr>
              <a:spcBef>
                <a:spcPts val="1200"/>
              </a:spcBef>
            </a:pPr>
            <a:r>
              <a:rPr lang="en-US" sz="1100" kern="1200" dirty="0">
                <a:solidFill>
                  <a:schemeClr val="tx1"/>
                </a:solidFill>
                <a:latin typeface="Arial"/>
                <a:ea typeface="Arial Unicode MS" panose="020B0604020202020204" pitchFamily="34" charset="-128"/>
                <a:cs typeface="+mn-cs"/>
              </a:rPr>
              <a:t>No part of this publication may be reproduced or transmitted in any form or for any purpose without the express permission of SAP SE or an SAP affiliate company.</a:t>
            </a:r>
          </a:p>
          <a:p>
            <a:pPr>
              <a:spcBef>
                <a:spcPts val="1200"/>
              </a:spcBef>
            </a:pPr>
            <a:r>
              <a:rPr lang="en-US" sz="1100" kern="1200" dirty="0">
                <a:solidFill>
                  <a:schemeClr val="tx1"/>
                </a:solidFill>
                <a:latin typeface="Arial"/>
                <a:ea typeface="Arial Unicode MS" panose="020B0604020202020204" pitchFamily="34" charset="-128"/>
                <a:cs typeface="+mn-cs"/>
              </a:rPr>
              <a:t>The information contained herein may be changed without prior notice. Some software products marketed by SAP SE and its distributors contain proprietary software components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of other software vendors. National product specifications may vary.</a:t>
            </a:r>
          </a:p>
          <a:p>
            <a:pPr>
              <a:spcBef>
                <a:spcPts val="1200"/>
              </a:spcBef>
            </a:pPr>
            <a:r>
              <a:rPr lang="en-US" sz="1100" kern="1200" dirty="0">
                <a:solidFill>
                  <a:schemeClr val="tx1"/>
                </a:solidFill>
                <a:latin typeface="Arial"/>
                <a:ea typeface="Arial Unicode MS" panose="020B0604020202020204" pitchFamily="34" charset="-128"/>
                <a:cs typeface="+mn-cs"/>
              </a:rPr>
              <a:t>These materials are provided by SAP SE or an SAP affiliate company for informational purposes only, without representation or warranty of any kind, and SAP or its affiliated companies shall not be liable for errors or omissions with respect to the materials. The only warranties for SAP or SAP affiliate company products and services are those that are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set forth in the express warranty statements accompanying such products and services, if any. Nothing herein should be construed as constituting an additional warranty. </a:t>
            </a:r>
          </a:p>
          <a:p>
            <a:pPr>
              <a:spcBef>
                <a:spcPts val="1200"/>
              </a:spcBef>
            </a:pPr>
            <a:r>
              <a:rPr lang="en-US" sz="1100" kern="1200" dirty="0">
                <a:solidFill>
                  <a:schemeClr val="tx1"/>
                </a:solidFill>
                <a:latin typeface="Arial"/>
                <a:ea typeface="Arial Unicode MS" panose="020B0604020202020204" pitchFamily="34" charset="-128"/>
                <a:cs typeface="+mn-cs"/>
              </a:rPr>
              <a:t>In particular, SAP SE or its affiliated companies have no obligation to pursue any course of business outlined in this document or any related presentation, or to develop 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for any reason without notice. The information in this document is not a commitment, promise, or legal obligation to deliver any material, code, or functionality. All forward-looking statements are subject to various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risks and uncertainties that could cause actual results to differ materially from expectations. Readers are cautioned not to place undue reliance on these forward-looking statements, and they should not be relied upon in making purchasing decisions.</a:t>
            </a:r>
          </a:p>
          <a:p>
            <a:pPr>
              <a:spcBef>
                <a:spcPts val="1200"/>
              </a:spcBef>
            </a:pPr>
            <a:r>
              <a:rPr lang="en-US" sz="1100" kern="1200" dirty="0">
                <a:solidFill>
                  <a:schemeClr val="tx1"/>
                </a:solidFill>
                <a:latin typeface="Arial"/>
                <a:ea typeface="Arial Unicode MS" panose="020B0604020202020204" pitchFamily="34" charset="-128"/>
                <a:cs typeface="+mn-cs"/>
              </a:rPr>
              <a:t>SAP and other SAP products and services mentioned herein as well as their respective logos are trademarks or registered trademarks of SAP SE (or an SAP affiliate company)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in Germany and other countries. All other product and service names mentioned are the trademarks of their respective companies.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See </a:t>
            </a:r>
            <a:r>
              <a:rPr lang="en-US" sz="1100" kern="1200" dirty="0">
                <a:solidFill>
                  <a:schemeClr val="tx2"/>
                </a:solidFill>
                <a:latin typeface="Arial"/>
                <a:ea typeface="Arial Unicode MS" panose="020B0604020202020204" pitchFamily="34" charset="-128"/>
                <a:cs typeface="+mn-cs"/>
                <a:hlinkClick r:id="rId2"/>
              </a:rPr>
              <a:t>http://global.sap.com/corporate-en/legal/copyright/index.epx</a:t>
            </a:r>
            <a:r>
              <a:rPr lang="en-US" sz="1100" kern="1200" dirty="0">
                <a:solidFill>
                  <a:schemeClr val="tx2"/>
                </a:solidFill>
                <a:latin typeface="Arial"/>
                <a:ea typeface="Arial Unicode MS" panose="020B0604020202020204" pitchFamily="34" charset="-128"/>
                <a:cs typeface="+mn-cs"/>
              </a:rPr>
              <a:t> </a:t>
            </a:r>
            <a:r>
              <a:rPr lang="en-US" sz="1100" kern="1200" dirty="0">
                <a:solidFill>
                  <a:schemeClr val="tx1"/>
                </a:solidFill>
                <a:latin typeface="Arial"/>
                <a:ea typeface="Arial Unicode MS" panose="020B0604020202020204" pitchFamily="34" charset="-128"/>
                <a:cs typeface="+mn-cs"/>
              </a:rPr>
              <a:t>for additional trademark information and notices.</a:t>
            </a:r>
          </a:p>
        </p:txBody>
      </p:sp>
      <p:sp>
        <p:nvSpPr>
          <p:cNvPr id="5" name="TextBox 4"/>
          <p:cNvSpPr txBox="1"/>
          <p:nvPr userDrawn="1"/>
        </p:nvSpPr>
        <p:spPr bwMode="gray">
          <a:xfrm>
            <a:off x="504000" y="719834"/>
            <a:ext cx="9540674"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2017 SAP SE or an SAP affiliate company. All rights reserved.</a:t>
            </a:r>
          </a:p>
        </p:txBody>
      </p:sp>
      <p:grpSp>
        <p:nvGrpSpPr>
          <p:cNvPr id="6" name="Secondary Motion Band"/>
          <p:cNvGrpSpPr/>
          <p:nvPr userDrawn="1"/>
        </p:nvGrpSpPr>
        <p:grpSpPr>
          <a:xfrm>
            <a:off x="10682127" y="0"/>
            <a:ext cx="1513048" cy="251942"/>
            <a:chOff x="10682127" y="0"/>
            <a:chExt cx="1513048" cy="252000"/>
          </a:xfrm>
        </p:grpSpPr>
        <p:sp>
          <p:nvSpPr>
            <p:cNvPr id="7" name="Rectangle 6"/>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 name="Rectangle 8"/>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45192519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4" name="Slide number"/>
          <p:cNvSpPr txBox="1"/>
          <p:nvPr userDrawn="1"/>
        </p:nvSpPr>
        <p:spPr bwMode="black">
          <a:xfrm>
            <a:off x="11549413" y="6536751"/>
            <a:ext cx="141064"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noProof="0" smtClean="0"/>
              <a:pPr marL="0" lvl="0" indent="0" algn="r">
                <a:buNone/>
              </a:pPr>
              <a:t>‹Nr.›</a:t>
            </a:fld>
            <a:endParaRPr lang="en-US" sz="900" noProof="0" dirty="0"/>
          </a:p>
        </p:txBody>
      </p:sp>
      <p:sp>
        <p:nvSpPr>
          <p:cNvPr id="11" name="Classification"/>
          <p:cNvSpPr txBox="1"/>
          <p:nvPr userDrawn="1"/>
        </p:nvSpPr>
        <p:spPr bwMode="black">
          <a:xfrm>
            <a:off x="2814655" y="6559834"/>
            <a:ext cx="381515" cy="92333"/>
          </a:xfrm>
          <a:prstGeom prst="rect">
            <a:avLst/>
          </a:prstGeom>
          <a:noFill/>
        </p:spPr>
        <p:txBody>
          <a:bodyPr wrap="none" lIns="0" tIns="0" rIns="0" bIns="0" rtlCol="0">
            <a:spAutoFit/>
          </a:bodyPr>
          <a:lstStyle/>
          <a:p>
            <a:pPr marL="0" marR="0" indent="0" algn="l" defTabSz="1088558" rtl="0" eaLnBrk="1" fontAlgn="auto" latinLnBrk="0" hangingPunct="1">
              <a:lnSpc>
                <a:spcPct val="100000"/>
              </a:lnSpc>
              <a:spcBef>
                <a:spcPts val="0"/>
              </a:spcBef>
              <a:spcAft>
                <a:spcPts val="0"/>
              </a:spcAft>
              <a:buClr>
                <a:schemeClr val="tx1"/>
              </a:buClr>
              <a:buSzTx/>
              <a:buFont typeface="Arial" pitchFamily="34" charset="0"/>
              <a:buNone/>
              <a:tabLst/>
              <a:defRPr/>
            </a:pPr>
            <a:r>
              <a:rPr kumimoji="0" lang="en-US" sz="600" b="0" i="0" u="none" kern="0" baseline="0">
                <a:solidFill>
                  <a:schemeClr val="tx1"/>
                </a:solidFill>
                <a:latin typeface="Arial"/>
                <a:ea typeface="Arial Unicode MS"/>
                <a:cs typeface="Arial Unicode MS" pitchFamily="34" charset="-128"/>
                <a:sym typeface="Arial"/>
              </a:rPr>
              <a:t>INTERNAL</a:t>
            </a:r>
            <a:endParaRPr kumimoji="0" lang="en-US" sz="600" b="0" i="0" u="none" kern="0" baseline="0" dirty="0">
              <a:solidFill>
                <a:schemeClr val="tx1"/>
              </a:solidFill>
              <a:latin typeface="Arial"/>
              <a:ea typeface="Arial Unicode MS"/>
              <a:cs typeface="Arial Unicode MS" pitchFamily="34" charset="-128"/>
              <a:sym typeface="Arial"/>
            </a:endParaRPr>
          </a:p>
        </p:txBody>
      </p:sp>
      <p:sp>
        <p:nvSpPr>
          <p:cNvPr id="10" name="Copyright"/>
          <p:cNvSpPr txBox="1"/>
          <p:nvPr userDrawn="1"/>
        </p:nvSpPr>
        <p:spPr bwMode="black">
          <a:xfrm>
            <a:off x="504001" y="6559834"/>
            <a:ext cx="2269679" cy="92333"/>
          </a:xfrm>
          <a:prstGeom prst="rect">
            <a:avLst/>
          </a:prstGeom>
          <a:noFill/>
        </p:spPr>
        <p:txBody>
          <a:bodyPr wrap="square" lIns="0" tIns="0" rIns="0" bIns="0" rtlCol="0">
            <a:spAutoFit/>
          </a:bodyPr>
          <a:lstStyle/>
          <a:p>
            <a:pPr marL="84121" marR="0" indent="-84121" algn="l" defTabSz="1088558" rtl="0" eaLnBrk="1" fontAlgn="auto" latinLnBrk="0" hangingPunct="1">
              <a:lnSpc>
                <a:spcPct val="100000"/>
              </a:lnSpc>
              <a:spcBef>
                <a:spcPts val="0"/>
              </a:spcBef>
              <a:spcAft>
                <a:spcPts val="0"/>
              </a:spcAft>
              <a:buClr>
                <a:schemeClr val="tx1"/>
              </a:buClr>
              <a:buSzTx/>
              <a:buFont typeface="Arial" pitchFamily="34" charset="0"/>
              <a:buChar char="©"/>
              <a:tabLst/>
              <a:defRPr/>
            </a:pPr>
            <a:r>
              <a:rPr lang="en-US" sz="600" noProof="0" dirty="0">
                <a:solidFill>
                  <a:schemeClr val="tx1"/>
                </a:solidFill>
              </a:rPr>
              <a:t>2020 SAP SE or an SAP affiliate company. All rights reserved.  </a:t>
            </a:r>
            <a:r>
              <a:rPr kumimoji="0" lang="en-US" sz="600" b="0" i="0" u="none" kern="0" baseline="0" dirty="0">
                <a:solidFill>
                  <a:schemeClr val="tx1"/>
                </a:solidFill>
                <a:latin typeface="Arial"/>
                <a:ea typeface="Arial Unicode MS"/>
                <a:cs typeface="Arial Unicode MS" pitchFamily="34" charset="-128"/>
                <a:sym typeface="Arial"/>
              </a:rPr>
              <a:t>ǀ</a:t>
            </a:r>
          </a:p>
        </p:txBody>
      </p:sp>
      <p:sp>
        <p:nvSpPr>
          <p:cNvPr id="3" name="Text Placeholder"/>
          <p:cNvSpPr>
            <a:spLocks noGrp="1"/>
          </p:cNvSpPr>
          <p:nvPr userDrawn="1">
            <p:ph type="body" idx="1"/>
          </p:nvPr>
        </p:nvSpPr>
        <p:spPr bwMode="black">
          <a:xfrm>
            <a:off x="504001" y="1620000"/>
            <a:ext cx="11186476" cy="4716000"/>
          </a:xfrm>
          <a:prstGeom prst="rect">
            <a:avLst/>
          </a:prstGeom>
        </p:spPr>
        <p:txBody>
          <a:bodyPr vert="horz" lIns="0" tIns="0" rIns="0" bIns="0" rtlCol="0">
            <a:norm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itle Placeholder"/>
          <p:cNvSpPr>
            <a:spLocks noGrp="1"/>
          </p:cNvSpPr>
          <p:nvPr userDrawn="1">
            <p:ph type="title"/>
          </p:nvPr>
        </p:nvSpPr>
        <p:spPr bwMode="black">
          <a:xfrm>
            <a:off x="504001" y="504000"/>
            <a:ext cx="11186476" cy="369332"/>
          </a:xfrm>
          <a:prstGeom prst="rect">
            <a:avLst/>
          </a:prstGeom>
        </p:spPr>
        <p:txBody>
          <a:bodyPr vert="horz" wrap="square" lIns="0" tIns="0" rIns="0" bIns="0" rtlCol="0" anchor="t" anchorCtr="0">
            <a:spAutoFit/>
          </a:bodyPr>
          <a:lstStyle/>
          <a:p>
            <a:r>
              <a:rPr lang="en-US" noProof="0" dirty="0"/>
              <a:t>Insert page title (sentence case)</a:t>
            </a:r>
          </a:p>
        </p:txBody>
      </p:sp>
      <p:grpSp>
        <p:nvGrpSpPr>
          <p:cNvPr id="9" name="Secondary Motion Band"/>
          <p:cNvGrpSpPr/>
          <p:nvPr userDrawn="1"/>
        </p:nvGrpSpPr>
        <p:grpSpPr>
          <a:xfrm>
            <a:off x="10682127" y="0"/>
            <a:ext cx="1513048" cy="251942"/>
            <a:chOff x="10682127" y="0"/>
            <a:chExt cx="1513048" cy="252000"/>
          </a:xfrm>
        </p:grpSpPr>
        <p:sp>
          <p:nvSpPr>
            <p:cNvPr id="16" name="Rectangle SAP Gold"/>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7" name="Rectangle SAP Gold 30%"/>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SAP Gold 60%"/>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3118159771"/>
      </p:ext>
    </p:extLst>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 id="2147483789" r:id="rId12"/>
    <p:sldLayoutId id="2147483790" r:id="rId13"/>
    <p:sldLayoutId id="2147483791" r:id="rId14"/>
    <p:sldLayoutId id="2147483792" r:id="rId15"/>
    <p:sldLayoutId id="2147483793" r:id="rId16"/>
    <p:sldLayoutId id="2147483794" r:id="rId17"/>
    <p:sldLayoutId id="2147483795" r:id="rId18"/>
    <p:sldLayoutId id="2147483796" r:id="rId19"/>
    <p:sldLayoutId id="2147483797" r:id="rId20"/>
    <p:sldLayoutId id="2147483798" r:id="rId21"/>
    <p:sldLayoutId id="2147483799" r:id="rId22"/>
    <p:sldLayoutId id="2147483800" r:id="rId23"/>
    <p:sldLayoutId id="2147483801" r:id="rId24"/>
    <p:sldLayoutId id="2147483802" r:id="rId25"/>
    <p:sldLayoutId id="2147483803" r:id="rId26"/>
    <p:sldLayoutId id="2147483804" r:id="rId27"/>
    <p:sldLayoutId id="2147483805" r:id="rId28"/>
    <p:sldLayoutId id="2147483772" r:id="rId29"/>
    <p:sldLayoutId id="2147483773" r:id="rId30"/>
    <p:sldLayoutId id="2147483775" r:id="rId31"/>
    <p:sldLayoutId id="2147483741" r:id="rId32"/>
    <p:sldLayoutId id="2147483765" r:id="rId33"/>
    <p:sldLayoutId id="2147483767" r:id="rId34"/>
    <p:sldLayoutId id="2147483743" r:id="rId35"/>
    <p:sldLayoutId id="2147483774" r:id="rId36"/>
    <p:sldLayoutId id="2147483745" r:id="rId37"/>
    <p:sldLayoutId id="2147483760" r:id="rId38"/>
    <p:sldLayoutId id="2147483768" r:id="rId39"/>
    <p:sldLayoutId id="2147483769" r:id="rId40"/>
    <p:sldLayoutId id="2147483770" r:id="rId41"/>
    <p:sldLayoutId id="2147483744" r:id="rId42"/>
    <p:sldLayoutId id="2147483757" r:id="rId43"/>
    <p:sldLayoutId id="2147483748" r:id="rId44"/>
    <p:sldLayoutId id="2147483762" r:id="rId45"/>
    <p:sldLayoutId id="2147483771" r:id="rId46"/>
    <p:sldLayoutId id="2147483763" r:id="rId47"/>
    <p:sldLayoutId id="2147483751" r:id="rId48"/>
    <p:sldLayoutId id="2147483754" r:id="rId49"/>
  </p:sldLayoutIdLst>
  <p:hf hdr="0" ftr="0" dt="0"/>
  <p:txStyles>
    <p:titleStyle>
      <a:lvl1pPr algn="l" defTabSz="1088558" rtl="0" eaLnBrk="1" latinLnBrk="0" hangingPunct="1">
        <a:spcBef>
          <a:spcPct val="0"/>
        </a:spcBef>
        <a:buNone/>
        <a:defRPr sz="2400" b="1" kern="1200" baseline="0">
          <a:solidFill>
            <a:schemeClr val="tx1"/>
          </a:solidFill>
          <a:latin typeface="+mj-lt"/>
          <a:ea typeface="+mj-ea"/>
          <a:cs typeface="+mj-cs"/>
        </a:defRPr>
      </a:lvl1pPr>
    </p:titleStyle>
    <p:body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hyperlink" Target="https://pages.github.tools.sap/cloud-curriculum/materials/"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svg"/><Relationship Id="rId10" Type="http://schemas.openxmlformats.org/officeDocument/2006/relationships/image" Target="../media/image16.png"/><Relationship Id="rId4" Type="http://schemas.openxmlformats.org/officeDocument/2006/relationships/image" Target="../media/image10.svg"/><Relationship Id="rId9" Type="http://schemas.openxmlformats.org/officeDocument/2006/relationships/image" Target="../media/image15.png"/><Relationship Id="rId14" Type="http://schemas.openxmlformats.org/officeDocument/2006/relationships/image" Target="../media/image20.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sv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image" Target="../media/image9.png"/><Relationship Id="rId1" Type="http://schemas.openxmlformats.org/officeDocument/2006/relationships/slideLayout" Target="../slideLayouts/slideLayout10.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llustration" descr="Example of an illustration" title="Illustration for title slide">
            <a:extLst>
              <a:ext uri="{FF2B5EF4-FFF2-40B4-BE49-F238E27FC236}">
                <a16:creationId xmlns:a16="http://schemas.microsoft.com/office/drawing/2014/main" id="{EF3FBE13-7C81-4557-915B-67B6BA5F72E8}"/>
              </a:ext>
            </a:extLst>
          </p:cNvPr>
          <p:cNvPicPr>
            <a:picLocks noGrp="1" noChangeAspect="1"/>
          </p:cNvPicPr>
          <p:nvPr>
            <p:ph type="pic" sz="quarter" idx="12"/>
          </p:nvPr>
        </p:nvPicPr>
        <p:blipFill>
          <a:blip r:embed="rId3"/>
          <a:srcRect t="3112" b="3112"/>
          <a:stretch>
            <a:fillRect/>
          </a:stretch>
        </p:blipFill>
        <p:spPr bwMode="gray"/>
      </p:pic>
      <p:sp>
        <p:nvSpPr>
          <p:cNvPr id="5" name="Text Placeholder 4"/>
          <p:cNvSpPr>
            <a:spLocks noGrp="1"/>
          </p:cNvSpPr>
          <p:nvPr>
            <p:ph type="body" sz="quarter" idx="14"/>
          </p:nvPr>
        </p:nvSpPr>
        <p:spPr/>
        <p:txBody>
          <a:bodyPr/>
          <a:lstStyle/>
          <a:p>
            <a:r>
              <a:rPr lang="en-US" dirty="0"/>
              <a:t>Cloud Native Developer Journey</a:t>
            </a:r>
            <a:br>
              <a:rPr lang="en-US" dirty="0"/>
            </a:br>
            <a:r>
              <a:rPr lang="en-US" dirty="0">
                <a:solidFill>
                  <a:schemeClr val="accent1"/>
                </a:solidFill>
              </a:rPr>
              <a:t>Fortune Cookies</a:t>
            </a:r>
          </a:p>
        </p:txBody>
      </p:sp>
    </p:spTree>
    <p:extLst>
      <p:ext uri="{BB962C8B-B14F-4D97-AF65-F5344CB8AC3E}">
        <p14:creationId xmlns:p14="http://schemas.microsoft.com/office/powerpoint/2010/main" val="1819205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504000" y="1124700"/>
            <a:ext cx="5716496" cy="4727460"/>
          </a:xfrm>
        </p:spPr>
        <p:txBody>
          <a:bodyPr>
            <a:normAutofit/>
          </a:bodyPr>
          <a:lstStyle/>
          <a:p>
            <a:pPr marL="0" lvl="1" indent="0">
              <a:buNone/>
            </a:pPr>
            <a:r>
              <a:rPr lang="en-US" sz="2000" dirty="0"/>
              <a:t>Apply what you have learned in this training:</a:t>
            </a:r>
          </a:p>
          <a:p>
            <a:pPr marL="0" lvl="1" indent="0">
              <a:buNone/>
            </a:pPr>
            <a:endParaRPr lang="en-US" sz="2000" dirty="0"/>
          </a:p>
          <a:p>
            <a:pPr lvl="1">
              <a:buFontTx/>
              <a:buChar char="-"/>
            </a:pPr>
            <a:r>
              <a:rPr lang="en-US" sz="2000" dirty="0"/>
              <a:t>Building container images</a:t>
            </a:r>
          </a:p>
          <a:p>
            <a:pPr lvl="1">
              <a:buFontTx/>
              <a:buChar char="-"/>
            </a:pPr>
            <a:r>
              <a:rPr lang="en-US" sz="2000" dirty="0"/>
              <a:t>Deploy applications</a:t>
            </a:r>
          </a:p>
          <a:p>
            <a:pPr lvl="1">
              <a:buFontTx/>
              <a:buChar char="-"/>
            </a:pPr>
            <a:r>
              <a:rPr lang="en-US" sz="2000" dirty="0"/>
              <a:t>Apply configuration</a:t>
            </a:r>
          </a:p>
          <a:p>
            <a:pPr lvl="1">
              <a:buFontTx/>
              <a:buChar char="-"/>
            </a:pPr>
            <a:r>
              <a:rPr lang="en-US" sz="2000" dirty="0"/>
              <a:t>Use K8s networking stack</a:t>
            </a:r>
          </a:p>
          <a:p>
            <a:pPr lvl="1">
              <a:buFontTx/>
              <a:buChar char="-"/>
            </a:pPr>
            <a:r>
              <a:rPr lang="en-US" sz="2000" dirty="0"/>
              <a:t>…</a:t>
            </a:r>
          </a:p>
          <a:p>
            <a:pPr marL="0" lvl="1" indent="0">
              <a:buNone/>
            </a:pPr>
            <a:endParaRPr lang="en-US" sz="2000" dirty="0"/>
          </a:p>
          <a:p>
            <a:pPr marL="0" lvl="1" indent="0">
              <a:buNone/>
            </a:pPr>
            <a:r>
              <a:rPr lang="en-US" sz="2000" dirty="0"/>
              <a:t>Use something different than “nginx”:</a:t>
            </a:r>
          </a:p>
          <a:p>
            <a:pPr marL="0" lvl="1" indent="0">
              <a:buNone/>
            </a:pPr>
            <a:r>
              <a:rPr lang="en-US" sz="2000" dirty="0">
                <a:solidFill>
                  <a:srgbClr val="E35500"/>
                </a:solidFill>
              </a:rPr>
              <a:t>Cloud Curriculum Fortune Cookies</a:t>
            </a:r>
          </a:p>
          <a:p>
            <a:pPr marL="180576" lvl="2" indent="0">
              <a:buNone/>
            </a:pPr>
            <a:endParaRPr lang="en-US" sz="2400" dirty="0"/>
          </a:p>
        </p:txBody>
      </p:sp>
      <p:sp>
        <p:nvSpPr>
          <p:cNvPr id="2" name="Title 1"/>
          <p:cNvSpPr>
            <a:spLocks noGrp="1"/>
          </p:cNvSpPr>
          <p:nvPr>
            <p:ph type="title"/>
          </p:nvPr>
        </p:nvSpPr>
        <p:spPr/>
        <p:txBody>
          <a:bodyPr/>
          <a:lstStyle/>
          <a:p>
            <a:r>
              <a:rPr lang="en-US" dirty="0"/>
              <a:t>Goal of this exercise</a:t>
            </a:r>
          </a:p>
        </p:txBody>
      </p:sp>
      <p:pic>
        <p:nvPicPr>
          <p:cNvPr id="4" name="Grafik 3">
            <a:extLst>
              <a:ext uri="{FF2B5EF4-FFF2-40B4-BE49-F238E27FC236}">
                <a16:creationId xmlns:a16="http://schemas.microsoft.com/office/drawing/2014/main" id="{47147F95-E6E2-4866-FA19-2EF00D23AAD8}"/>
              </a:ext>
            </a:extLst>
          </p:cNvPr>
          <p:cNvPicPr>
            <a:picLocks noChangeAspect="1"/>
          </p:cNvPicPr>
          <p:nvPr/>
        </p:nvPicPr>
        <p:blipFill>
          <a:blip r:embed="rId3"/>
          <a:stretch>
            <a:fillRect/>
          </a:stretch>
        </p:blipFill>
        <p:spPr>
          <a:xfrm>
            <a:off x="6359841" y="1235271"/>
            <a:ext cx="5330636" cy="4387458"/>
          </a:xfrm>
          <a:prstGeom prst="rect">
            <a:avLst/>
          </a:prstGeom>
        </p:spPr>
      </p:pic>
      <p:sp>
        <p:nvSpPr>
          <p:cNvPr id="6" name="Textfeld 5">
            <a:extLst>
              <a:ext uri="{FF2B5EF4-FFF2-40B4-BE49-F238E27FC236}">
                <a16:creationId xmlns:a16="http://schemas.microsoft.com/office/drawing/2014/main" id="{EEDF1066-61F9-2455-B77F-59CB66C88AF1}"/>
              </a:ext>
            </a:extLst>
          </p:cNvPr>
          <p:cNvSpPr txBox="1"/>
          <p:nvPr/>
        </p:nvSpPr>
        <p:spPr>
          <a:xfrm>
            <a:off x="2636236" y="5846229"/>
            <a:ext cx="7447209" cy="400110"/>
          </a:xfrm>
          <a:prstGeom prst="rect">
            <a:avLst/>
          </a:prstGeom>
          <a:noFill/>
        </p:spPr>
        <p:txBody>
          <a:bodyPr wrap="square">
            <a:spAutoFit/>
          </a:bodyPr>
          <a:lstStyle/>
          <a:p>
            <a:pPr algn="ctr"/>
            <a:r>
              <a:rPr lang="de-DE" sz="2000" dirty="0">
                <a:hlinkClick r:id="rId4"/>
              </a:rPr>
              <a:t>https://pages.github.tools.sap/cloud-curriculum/materials/</a:t>
            </a:r>
            <a:endParaRPr lang="de-DE" sz="2000" dirty="0"/>
          </a:p>
        </p:txBody>
      </p:sp>
    </p:spTree>
    <p:extLst>
      <p:ext uri="{BB962C8B-B14F-4D97-AF65-F5344CB8AC3E}">
        <p14:creationId xmlns:p14="http://schemas.microsoft.com/office/powerpoint/2010/main" val="3394066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ounded Rectangle 5">
            <a:extLst>
              <a:ext uri="{FF2B5EF4-FFF2-40B4-BE49-F238E27FC236}">
                <a16:creationId xmlns:a16="http://schemas.microsoft.com/office/drawing/2014/main" id="{D894DCBA-3FDC-4C45-99D2-08AC10E865C3}"/>
              </a:ext>
            </a:extLst>
          </p:cNvPr>
          <p:cNvSpPr/>
          <p:nvPr/>
        </p:nvSpPr>
        <p:spPr bwMode="gray">
          <a:xfrm>
            <a:off x="7308761" y="1341926"/>
            <a:ext cx="4534794" cy="5231504"/>
          </a:xfrm>
          <a:prstGeom prst="roundRect">
            <a:avLst/>
          </a:prstGeom>
          <a:solidFill>
            <a:schemeClr val="bg1">
              <a:lumMod val="85000"/>
              <a:alpha val="97000"/>
            </a:schemeClr>
          </a:solidFill>
          <a:ln>
            <a:solidFill>
              <a:schemeClr val="tx1"/>
            </a:solidFill>
            <a:prstDash val="dash"/>
            <a:headEnd/>
            <a:tailEnd/>
          </a:ln>
          <a:effectLst/>
        </p:spPr>
        <p:style>
          <a:lnRef idx="2">
            <a:schemeClr val="accent3">
              <a:shade val="50000"/>
            </a:schemeClr>
          </a:lnRef>
          <a:fillRef idx="1">
            <a:schemeClr val="accent3"/>
          </a:fillRef>
          <a:effectRef idx="0">
            <a:schemeClr val="accent3"/>
          </a:effectRef>
          <a:fontRef idx="minor">
            <a:schemeClr val="lt1"/>
          </a:fontRef>
        </p:style>
        <p:txBody>
          <a:bodyPr lIns="89979" tIns="0" rIns="89979" bIns="71983" rtlCol="0" anchor="t" anchorCtr="0"/>
          <a:lstStyle/>
          <a:p>
            <a:pPr algn="ctr" defTabSz="914217" fontAlgn="base">
              <a:spcBef>
                <a:spcPct val="50000"/>
              </a:spcBef>
              <a:spcAft>
                <a:spcPct val="0"/>
              </a:spcAft>
              <a:buClr>
                <a:srgbClr val="F0AB00"/>
              </a:buClr>
              <a:buSzPct val="80000"/>
            </a:pPr>
            <a:endParaRPr lang="de-DE" kern="0" dirty="0">
              <a:solidFill>
                <a:srgbClr val="002060"/>
              </a:solidFill>
              <a:latin typeface="Arial"/>
              <a:ea typeface="Arial Unicode MS" pitchFamily="34" charset="-128"/>
              <a:cs typeface="Arial Unicode MS" pitchFamily="34" charset="-128"/>
            </a:endParaRPr>
          </a:p>
        </p:txBody>
      </p:sp>
      <p:sp>
        <p:nvSpPr>
          <p:cNvPr id="24" name="Title 23"/>
          <p:cNvSpPr>
            <a:spLocks noGrp="1"/>
          </p:cNvSpPr>
          <p:nvPr>
            <p:ph type="title"/>
          </p:nvPr>
        </p:nvSpPr>
        <p:spPr/>
        <p:txBody>
          <a:bodyPr/>
          <a:lstStyle/>
          <a:p>
            <a:r>
              <a:rPr lang="en-US" dirty="0"/>
              <a:t>Fortune Cookies in K8s: Target picture overall</a:t>
            </a:r>
          </a:p>
        </p:txBody>
      </p:sp>
      <p:pic>
        <p:nvPicPr>
          <p:cNvPr id="27" name="Graphic 26" descr="Lock">
            <a:extLst>
              <a:ext uri="{FF2B5EF4-FFF2-40B4-BE49-F238E27FC236}">
                <a16:creationId xmlns:a16="http://schemas.microsoft.com/office/drawing/2014/main" id="{B4C5716E-7E69-4DF0-B021-E590D1FE5D2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11736" y="1576310"/>
            <a:ext cx="403319" cy="403319"/>
          </a:xfrm>
          <a:prstGeom prst="rect">
            <a:avLst/>
          </a:prstGeom>
        </p:spPr>
      </p:pic>
      <p:sp>
        <p:nvSpPr>
          <p:cNvPr id="6" name="Textfeld 5">
            <a:extLst>
              <a:ext uri="{FF2B5EF4-FFF2-40B4-BE49-F238E27FC236}">
                <a16:creationId xmlns:a16="http://schemas.microsoft.com/office/drawing/2014/main" id="{F94C2424-9F31-C8E5-0703-24634A4AEDEB}"/>
              </a:ext>
            </a:extLst>
          </p:cNvPr>
          <p:cNvSpPr txBox="1"/>
          <p:nvPr/>
        </p:nvSpPr>
        <p:spPr>
          <a:xfrm>
            <a:off x="344210" y="2997272"/>
            <a:ext cx="6311118" cy="1200329"/>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de-DE" sz="1200" b="1" kern="0" dirty="0">
                <a:latin typeface="Courier New" panose="02070309020205020404" pitchFamily="49" charset="0"/>
                <a:ea typeface="Arial Unicode MS" pitchFamily="34" charset="-128"/>
                <a:cs typeface="Courier New" panose="02070309020205020404" pitchFamily="49" charset="0"/>
              </a:rPr>
              <a:t>$&gt;: </a:t>
            </a:r>
            <a:r>
              <a:rPr lang="de-DE" sz="1200" b="1" kern="0" dirty="0" err="1">
                <a:latin typeface="Courier New" panose="02070309020205020404" pitchFamily="49" charset="0"/>
                <a:ea typeface="Arial Unicode MS" pitchFamily="34" charset="-128"/>
                <a:cs typeface="Courier New" panose="02070309020205020404" pitchFamily="49" charset="0"/>
              </a:rPr>
              <a:t>curl</a:t>
            </a:r>
            <a:r>
              <a:rPr lang="de-DE" sz="1200" b="1" kern="0" dirty="0">
                <a:latin typeface="Courier New" panose="02070309020205020404" pitchFamily="49" charset="0"/>
                <a:ea typeface="Arial Unicode MS" pitchFamily="34" charset="-128"/>
                <a:cs typeface="Courier New" panose="02070309020205020404" pitchFamily="49" charset="0"/>
              </a:rPr>
              <a:t> </a:t>
            </a:r>
            <a:r>
              <a:rPr lang="de-DE" sz="1200" b="1" kern="0" dirty="0" err="1">
                <a:latin typeface="Courier New" panose="02070309020205020404" pitchFamily="49" charset="0"/>
                <a:ea typeface="Arial Unicode MS" pitchFamily="34" charset="-128"/>
                <a:cs typeface="Courier New" panose="02070309020205020404" pitchFamily="49" charset="0"/>
              </a:rPr>
              <a:t>fortune-cookies.com</a:t>
            </a:r>
            <a:endParaRPr lang="de-DE" sz="1200" b="1" kern="0" dirty="0">
              <a:latin typeface="Courier New" panose="02070309020205020404" pitchFamily="49" charset="0"/>
              <a:ea typeface="Arial Unicode MS" pitchFamily="34" charset="-128"/>
              <a:cs typeface="Courier New" panose="02070309020205020404" pitchFamily="49" charset="0"/>
            </a:endParaRPr>
          </a:p>
          <a:p>
            <a:pPr fontAlgn="base">
              <a:spcBef>
                <a:spcPct val="50000"/>
              </a:spcBef>
              <a:spcAft>
                <a:spcPct val="0"/>
              </a:spcAft>
              <a:buClr>
                <a:srgbClr val="F0AB00"/>
              </a:buClr>
              <a:buSzPct val="80000"/>
            </a:pPr>
            <a:endParaRPr lang="de-DE" sz="1200" kern="0" dirty="0">
              <a:latin typeface="Courier New" panose="02070309020205020404" pitchFamily="49" charset="0"/>
              <a:ea typeface="Arial Unicode MS" pitchFamily="34" charset="-128"/>
              <a:cs typeface="Courier New" panose="02070309020205020404" pitchFamily="49" charset="0"/>
            </a:endParaRPr>
          </a:p>
          <a:p>
            <a:pPr fontAlgn="base">
              <a:spcBef>
                <a:spcPct val="50000"/>
              </a:spcBef>
              <a:spcAft>
                <a:spcPct val="0"/>
              </a:spcAft>
              <a:buClr>
                <a:srgbClr val="F0AB00"/>
              </a:buClr>
              <a:buSzPct val="80000"/>
            </a:pPr>
            <a:r>
              <a:rPr lang="de-DE" sz="1200" kern="0" dirty="0">
                <a:latin typeface="Courier New" panose="02070309020205020404" pitchFamily="49" charset="0"/>
                <a:ea typeface="Arial Unicode MS" pitchFamily="34" charset="-128"/>
                <a:cs typeface="Courier New" panose="02070309020205020404" pitchFamily="49" charset="0"/>
              </a:rPr>
              <a:t>UNIX was half a </a:t>
            </a:r>
            <a:r>
              <a:rPr lang="de-DE" sz="1200" kern="0" dirty="0" err="1">
                <a:latin typeface="Courier New" panose="02070309020205020404" pitchFamily="49" charset="0"/>
                <a:ea typeface="Arial Unicode MS" pitchFamily="34" charset="-128"/>
                <a:cs typeface="Courier New" panose="02070309020205020404" pitchFamily="49" charset="0"/>
              </a:rPr>
              <a:t>billion</a:t>
            </a:r>
            <a:r>
              <a:rPr lang="de-DE" sz="1200" kern="0" dirty="0">
                <a:latin typeface="Courier New" panose="02070309020205020404" pitchFamily="49" charset="0"/>
                <a:ea typeface="Arial Unicode MS" pitchFamily="34" charset="-128"/>
                <a:cs typeface="Courier New" panose="02070309020205020404" pitchFamily="49" charset="0"/>
              </a:rPr>
              <a:t> (500000000) </a:t>
            </a:r>
            <a:r>
              <a:rPr lang="de-DE" sz="1200" kern="0" dirty="0" err="1">
                <a:latin typeface="Courier New" panose="02070309020205020404" pitchFamily="49" charset="0"/>
                <a:ea typeface="Arial Unicode MS" pitchFamily="34" charset="-128"/>
                <a:cs typeface="Courier New" panose="02070309020205020404" pitchFamily="49" charset="0"/>
              </a:rPr>
              <a:t>seconds</a:t>
            </a:r>
            <a:r>
              <a:rPr lang="de-DE" sz="1200" kern="0" dirty="0">
                <a:latin typeface="Courier New" panose="02070309020205020404" pitchFamily="49" charset="0"/>
                <a:ea typeface="Arial Unicode MS" pitchFamily="34" charset="-128"/>
                <a:cs typeface="Courier New" panose="02070309020205020404" pitchFamily="49" charset="0"/>
              </a:rPr>
              <a:t> </a:t>
            </a:r>
            <a:r>
              <a:rPr lang="de-DE" sz="1200" kern="0" dirty="0" err="1">
                <a:latin typeface="Courier New" panose="02070309020205020404" pitchFamily="49" charset="0"/>
                <a:ea typeface="Arial Unicode MS" pitchFamily="34" charset="-128"/>
                <a:cs typeface="Courier New" panose="02070309020205020404" pitchFamily="49" charset="0"/>
              </a:rPr>
              <a:t>old</a:t>
            </a:r>
            <a:r>
              <a:rPr lang="de-DE" sz="1200" kern="0" dirty="0">
                <a:latin typeface="Courier New" panose="02070309020205020404" pitchFamily="49" charset="0"/>
                <a:ea typeface="Arial Unicode MS" pitchFamily="34" charset="-128"/>
                <a:cs typeface="Courier New" panose="02070309020205020404" pitchFamily="49" charset="0"/>
              </a:rPr>
              <a:t> on Tue Nov  5 00:53:20 1985 GMT (</a:t>
            </a:r>
            <a:r>
              <a:rPr lang="de-DE" sz="1200" kern="0" dirty="0" err="1">
                <a:latin typeface="Courier New" panose="02070309020205020404" pitchFamily="49" charset="0"/>
                <a:ea typeface="Arial Unicode MS" pitchFamily="34" charset="-128"/>
                <a:cs typeface="Courier New" panose="02070309020205020404" pitchFamily="49" charset="0"/>
              </a:rPr>
              <a:t>measuring</a:t>
            </a:r>
            <a:r>
              <a:rPr lang="de-DE" sz="1200" kern="0" dirty="0">
                <a:latin typeface="Courier New" panose="02070309020205020404" pitchFamily="49" charset="0"/>
                <a:ea typeface="Arial Unicode MS" pitchFamily="34" charset="-128"/>
                <a:cs typeface="Courier New" panose="02070309020205020404" pitchFamily="49" charset="0"/>
              </a:rPr>
              <a:t> </a:t>
            </a:r>
            <a:r>
              <a:rPr lang="de-DE" sz="1200" kern="0" dirty="0" err="1">
                <a:latin typeface="Courier New" panose="02070309020205020404" pitchFamily="49" charset="0"/>
                <a:ea typeface="Arial Unicode MS" pitchFamily="34" charset="-128"/>
                <a:cs typeface="Courier New" panose="02070309020205020404" pitchFamily="49" charset="0"/>
              </a:rPr>
              <a:t>since</a:t>
            </a:r>
            <a:r>
              <a:rPr lang="de-DE" sz="1200" kern="0" dirty="0">
                <a:latin typeface="Courier New" panose="02070309020205020404" pitchFamily="49" charset="0"/>
                <a:ea typeface="Arial Unicode MS" pitchFamily="34" charset="-128"/>
                <a:cs typeface="Courier New" panose="02070309020205020404" pitchFamily="49" charset="0"/>
              </a:rPr>
              <a:t> </a:t>
            </a:r>
            <a:r>
              <a:rPr lang="de-DE" sz="1200" kern="0" dirty="0" err="1">
                <a:latin typeface="Courier New" panose="02070309020205020404" pitchFamily="49" charset="0"/>
                <a:ea typeface="Arial Unicode MS" pitchFamily="34" charset="-128"/>
                <a:cs typeface="Courier New" panose="02070309020205020404" pitchFamily="49" charset="0"/>
              </a:rPr>
              <a:t>the</a:t>
            </a:r>
            <a:r>
              <a:rPr lang="de-DE" sz="1200" kern="0" dirty="0">
                <a:latin typeface="Courier New" panose="02070309020205020404" pitchFamily="49" charset="0"/>
                <a:ea typeface="Arial Unicode MS" pitchFamily="34" charset="-128"/>
                <a:cs typeface="Courier New" panose="02070309020205020404" pitchFamily="49" charset="0"/>
              </a:rPr>
              <a:t> time(2) </a:t>
            </a:r>
            <a:r>
              <a:rPr lang="de-DE" sz="1200" kern="0" dirty="0" err="1">
                <a:latin typeface="Courier New" panose="02070309020205020404" pitchFamily="49" charset="0"/>
                <a:ea typeface="Arial Unicode MS" pitchFamily="34" charset="-128"/>
                <a:cs typeface="Courier New" panose="02070309020205020404" pitchFamily="49" charset="0"/>
              </a:rPr>
              <a:t>epoch</a:t>
            </a:r>
            <a:r>
              <a:rPr lang="de-DE" sz="1200" kern="0" dirty="0">
                <a:latin typeface="Courier New" panose="02070309020205020404" pitchFamily="49" charset="0"/>
                <a:ea typeface="Arial Unicode MS" pitchFamily="34" charset="-128"/>
                <a:cs typeface="Courier New" panose="02070309020205020404" pitchFamily="49" charset="0"/>
              </a:rPr>
              <a:t>).</a:t>
            </a:r>
          </a:p>
          <a:p>
            <a:pPr fontAlgn="base">
              <a:spcBef>
                <a:spcPct val="50000"/>
              </a:spcBef>
              <a:spcAft>
                <a:spcPct val="0"/>
              </a:spcAft>
              <a:buClr>
                <a:srgbClr val="F0AB00"/>
              </a:buClr>
              <a:buSzPct val="80000"/>
            </a:pPr>
            <a:r>
              <a:rPr lang="de-DE" sz="1200" kern="0" dirty="0">
                <a:latin typeface="Courier New" panose="02070309020205020404" pitchFamily="49" charset="0"/>
                <a:ea typeface="Arial Unicode MS" pitchFamily="34" charset="-128"/>
                <a:cs typeface="Courier New" panose="02070309020205020404" pitchFamily="49" charset="0"/>
              </a:rPr>
              <a:t>  -- Andy Tannenbaum</a:t>
            </a:r>
          </a:p>
        </p:txBody>
      </p:sp>
      <p:pic>
        <p:nvPicPr>
          <p:cNvPr id="13" name="Grafik 12">
            <a:extLst>
              <a:ext uri="{FF2B5EF4-FFF2-40B4-BE49-F238E27FC236}">
                <a16:creationId xmlns:a16="http://schemas.microsoft.com/office/drawing/2014/main" id="{49E92312-8594-507A-0E0F-89C67B61748B}"/>
              </a:ext>
            </a:extLst>
          </p:cNvPr>
          <p:cNvPicPr>
            <a:picLocks noChangeAspect="1"/>
          </p:cNvPicPr>
          <p:nvPr/>
        </p:nvPicPr>
        <p:blipFill>
          <a:blip r:embed="rId5"/>
          <a:stretch>
            <a:fillRect/>
          </a:stretch>
        </p:blipFill>
        <p:spPr>
          <a:xfrm>
            <a:off x="11021036" y="966501"/>
            <a:ext cx="812800" cy="787400"/>
          </a:xfrm>
          <a:prstGeom prst="rect">
            <a:avLst/>
          </a:prstGeom>
        </p:spPr>
      </p:pic>
      <p:pic>
        <p:nvPicPr>
          <p:cNvPr id="28" name="Grafik 27" descr="Ein Bild, das Text, Schild, Ende, draußen enthält.&#10;&#10;Automatisch generierte Beschreibung">
            <a:extLst>
              <a:ext uri="{FF2B5EF4-FFF2-40B4-BE49-F238E27FC236}">
                <a16:creationId xmlns:a16="http://schemas.microsoft.com/office/drawing/2014/main" id="{694EC646-2A77-7C08-D3D7-D9B7BF19EF08}"/>
              </a:ext>
            </a:extLst>
          </p:cNvPr>
          <p:cNvPicPr>
            <a:picLocks noChangeAspect="1"/>
          </p:cNvPicPr>
          <p:nvPr/>
        </p:nvPicPr>
        <p:blipFill>
          <a:blip r:embed="rId6"/>
          <a:stretch>
            <a:fillRect/>
          </a:stretch>
        </p:blipFill>
        <p:spPr>
          <a:xfrm>
            <a:off x="10678098" y="4628868"/>
            <a:ext cx="871157" cy="843933"/>
          </a:xfrm>
          <a:prstGeom prst="rect">
            <a:avLst/>
          </a:prstGeom>
        </p:spPr>
      </p:pic>
      <p:pic>
        <p:nvPicPr>
          <p:cNvPr id="38" name="Grafik 37">
            <a:extLst>
              <a:ext uri="{FF2B5EF4-FFF2-40B4-BE49-F238E27FC236}">
                <a16:creationId xmlns:a16="http://schemas.microsoft.com/office/drawing/2014/main" id="{AF54B430-B130-6633-F8A7-F0D9A6E19738}"/>
              </a:ext>
            </a:extLst>
          </p:cNvPr>
          <p:cNvPicPr>
            <a:picLocks noChangeAspect="1"/>
          </p:cNvPicPr>
          <p:nvPr/>
        </p:nvPicPr>
        <p:blipFill>
          <a:blip r:embed="rId7"/>
          <a:stretch>
            <a:fillRect/>
          </a:stretch>
        </p:blipFill>
        <p:spPr>
          <a:xfrm>
            <a:off x="7629496" y="3107026"/>
            <a:ext cx="871157" cy="843933"/>
          </a:xfrm>
          <a:prstGeom prst="rect">
            <a:avLst/>
          </a:prstGeom>
        </p:spPr>
      </p:pic>
      <p:pic>
        <p:nvPicPr>
          <p:cNvPr id="41" name="Grafik 40">
            <a:extLst>
              <a:ext uri="{FF2B5EF4-FFF2-40B4-BE49-F238E27FC236}">
                <a16:creationId xmlns:a16="http://schemas.microsoft.com/office/drawing/2014/main" id="{14EABD7B-1B9F-E1FE-E9F2-33D97C1A86C4}"/>
              </a:ext>
            </a:extLst>
          </p:cNvPr>
          <p:cNvPicPr>
            <a:picLocks noChangeAspect="1"/>
          </p:cNvPicPr>
          <p:nvPr/>
        </p:nvPicPr>
        <p:blipFill>
          <a:blip r:embed="rId8"/>
          <a:stretch>
            <a:fillRect/>
          </a:stretch>
        </p:blipFill>
        <p:spPr>
          <a:xfrm>
            <a:off x="7629496" y="4182446"/>
            <a:ext cx="871157" cy="843933"/>
          </a:xfrm>
          <a:prstGeom prst="rect">
            <a:avLst/>
          </a:prstGeom>
        </p:spPr>
      </p:pic>
      <p:pic>
        <p:nvPicPr>
          <p:cNvPr id="45" name="Grafik 44" descr="Ein Bild, das Text, Schild, Ende, draußen enthält.&#10;&#10;Automatisch generierte Beschreibung">
            <a:extLst>
              <a:ext uri="{FF2B5EF4-FFF2-40B4-BE49-F238E27FC236}">
                <a16:creationId xmlns:a16="http://schemas.microsoft.com/office/drawing/2014/main" id="{2FFDC208-406A-980E-0889-C5282C357219}"/>
              </a:ext>
            </a:extLst>
          </p:cNvPr>
          <p:cNvPicPr>
            <a:picLocks noChangeAspect="1"/>
          </p:cNvPicPr>
          <p:nvPr/>
        </p:nvPicPr>
        <p:blipFill>
          <a:blip r:embed="rId9"/>
          <a:stretch>
            <a:fillRect/>
          </a:stretch>
        </p:blipFill>
        <p:spPr>
          <a:xfrm>
            <a:off x="7629496" y="2206655"/>
            <a:ext cx="871157" cy="843933"/>
          </a:xfrm>
          <a:prstGeom prst="rect">
            <a:avLst/>
          </a:prstGeom>
        </p:spPr>
      </p:pic>
      <p:pic>
        <p:nvPicPr>
          <p:cNvPr id="48" name="Grafik 47">
            <a:extLst>
              <a:ext uri="{FF2B5EF4-FFF2-40B4-BE49-F238E27FC236}">
                <a16:creationId xmlns:a16="http://schemas.microsoft.com/office/drawing/2014/main" id="{A265F355-A1DD-4D4D-9395-10BA30D71E29}"/>
              </a:ext>
            </a:extLst>
          </p:cNvPr>
          <p:cNvPicPr>
            <a:picLocks noChangeAspect="1"/>
          </p:cNvPicPr>
          <p:nvPr/>
        </p:nvPicPr>
        <p:blipFill>
          <a:blip r:embed="rId10"/>
          <a:stretch>
            <a:fillRect/>
          </a:stretch>
        </p:blipFill>
        <p:spPr>
          <a:xfrm>
            <a:off x="9140579" y="1356004"/>
            <a:ext cx="871157" cy="843933"/>
          </a:xfrm>
          <a:prstGeom prst="rect">
            <a:avLst/>
          </a:prstGeom>
        </p:spPr>
      </p:pic>
      <p:pic>
        <p:nvPicPr>
          <p:cNvPr id="52" name="Grafik 51">
            <a:extLst>
              <a:ext uri="{FF2B5EF4-FFF2-40B4-BE49-F238E27FC236}">
                <a16:creationId xmlns:a16="http://schemas.microsoft.com/office/drawing/2014/main" id="{84C18ABC-760A-88A4-FE3B-48F874C5F2EE}"/>
              </a:ext>
            </a:extLst>
          </p:cNvPr>
          <p:cNvPicPr>
            <a:picLocks noChangeAspect="1"/>
          </p:cNvPicPr>
          <p:nvPr/>
        </p:nvPicPr>
        <p:blipFill>
          <a:blip r:embed="rId11"/>
          <a:stretch>
            <a:fillRect/>
          </a:stretch>
        </p:blipFill>
        <p:spPr>
          <a:xfrm>
            <a:off x="9140579" y="5634815"/>
            <a:ext cx="871157" cy="843933"/>
          </a:xfrm>
          <a:prstGeom prst="rect">
            <a:avLst/>
          </a:prstGeom>
        </p:spPr>
      </p:pic>
      <p:pic>
        <p:nvPicPr>
          <p:cNvPr id="67" name="Grafik 66">
            <a:extLst>
              <a:ext uri="{FF2B5EF4-FFF2-40B4-BE49-F238E27FC236}">
                <a16:creationId xmlns:a16="http://schemas.microsoft.com/office/drawing/2014/main" id="{0EEA34F7-C752-ED29-F878-C61C903F128C}"/>
              </a:ext>
            </a:extLst>
          </p:cNvPr>
          <p:cNvPicPr>
            <a:picLocks noChangeAspect="1"/>
          </p:cNvPicPr>
          <p:nvPr/>
        </p:nvPicPr>
        <p:blipFill>
          <a:blip r:embed="rId12"/>
          <a:stretch>
            <a:fillRect/>
          </a:stretch>
        </p:blipFill>
        <p:spPr>
          <a:xfrm>
            <a:off x="10678099" y="2656840"/>
            <a:ext cx="871157" cy="843933"/>
          </a:xfrm>
          <a:prstGeom prst="rect">
            <a:avLst/>
          </a:prstGeom>
        </p:spPr>
      </p:pic>
      <p:pic>
        <p:nvPicPr>
          <p:cNvPr id="71" name="Grafik 70">
            <a:extLst>
              <a:ext uri="{FF2B5EF4-FFF2-40B4-BE49-F238E27FC236}">
                <a16:creationId xmlns:a16="http://schemas.microsoft.com/office/drawing/2014/main" id="{5311E9EE-D5CF-99CB-EB1B-B89405EDDAE9}"/>
              </a:ext>
            </a:extLst>
          </p:cNvPr>
          <p:cNvPicPr>
            <a:picLocks noChangeAspect="1"/>
          </p:cNvPicPr>
          <p:nvPr/>
        </p:nvPicPr>
        <p:blipFill>
          <a:blip r:embed="rId13"/>
          <a:stretch>
            <a:fillRect/>
          </a:stretch>
        </p:blipFill>
        <p:spPr>
          <a:xfrm>
            <a:off x="9290372" y="2926237"/>
            <a:ext cx="571570" cy="553709"/>
          </a:xfrm>
          <a:prstGeom prst="rect">
            <a:avLst/>
          </a:prstGeom>
        </p:spPr>
      </p:pic>
      <p:pic>
        <p:nvPicPr>
          <p:cNvPr id="73" name="Grafik 72">
            <a:extLst>
              <a:ext uri="{FF2B5EF4-FFF2-40B4-BE49-F238E27FC236}">
                <a16:creationId xmlns:a16="http://schemas.microsoft.com/office/drawing/2014/main" id="{1421FFF8-5BB5-CA16-A4ED-35B84D360C11}"/>
              </a:ext>
            </a:extLst>
          </p:cNvPr>
          <p:cNvPicPr>
            <a:picLocks noChangeAspect="1"/>
          </p:cNvPicPr>
          <p:nvPr/>
        </p:nvPicPr>
        <p:blipFill>
          <a:blip r:embed="rId13"/>
          <a:stretch>
            <a:fillRect/>
          </a:stretch>
        </p:blipFill>
        <p:spPr>
          <a:xfrm>
            <a:off x="9284028" y="4899762"/>
            <a:ext cx="571570" cy="553709"/>
          </a:xfrm>
          <a:prstGeom prst="rect">
            <a:avLst/>
          </a:prstGeom>
        </p:spPr>
      </p:pic>
      <p:sp>
        <p:nvSpPr>
          <p:cNvPr id="81" name="Abgerundetes Rechteck 80">
            <a:extLst>
              <a:ext uri="{FF2B5EF4-FFF2-40B4-BE49-F238E27FC236}">
                <a16:creationId xmlns:a16="http://schemas.microsoft.com/office/drawing/2014/main" id="{6BCB7583-F291-DA85-461E-7E17AE052C12}"/>
              </a:ext>
            </a:extLst>
          </p:cNvPr>
          <p:cNvSpPr/>
          <p:nvPr/>
        </p:nvSpPr>
        <p:spPr bwMode="gray">
          <a:xfrm>
            <a:off x="8778966" y="4604413"/>
            <a:ext cx="1594383" cy="900371"/>
          </a:xfrm>
          <a:prstGeom prst="roundRect">
            <a:avLst/>
          </a:prstGeom>
          <a:noFill/>
          <a:ln w="25400" algn="ctr">
            <a:solidFill>
              <a:srgbClr val="0070C0"/>
            </a:solidFill>
            <a:miter lim="800000"/>
            <a:headEnd/>
            <a:tailEnd/>
          </a:ln>
        </p:spPr>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lang="de-DE" sz="1100" kern="0" dirty="0" err="1">
                <a:latin typeface="Courier New" panose="02070309020205020404" pitchFamily="49" charset="0"/>
                <a:ea typeface="Arial Unicode MS" pitchFamily="34" charset="-128"/>
                <a:cs typeface="Courier New" panose="02070309020205020404" pitchFamily="49" charset="0"/>
              </a:rPr>
              <a:t>Postgres</a:t>
            </a:r>
            <a:endParaRPr kumimoji="0" lang="de-DE" sz="1100" b="0" i="0" u="none" strike="noStrike" kern="0" cap="none" spc="0" normalizeH="0" baseline="0" noProof="0" dirty="0">
              <a:ln>
                <a:noFill/>
              </a:ln>
              <a:effectLst/>
              <a:uLnTx/>
              <a:uFillTx/>
              <a:latin typeface="Courier New" panose="02070309020205020404" pitchFamily="49" charset="0"/>
              <a:ea typeface="Arial Unicode MS" pitchFamily="34" charset="-128"/>
              <a:cs typeface="Courier New" panose="02070309020205020404" pitchFamily="49" charset="0"/>
            </a:endParaRPr>
          </a:p>
        </p:txBody>
      </p:sp>
      <p:sp>
        <p:nvSpPr>
          <p:cNvPr id="85" name="Abgerundetes Rechteck 84">
            <a:extLst>
              <a:ext uri="{FF2B5EF4-FFF2-40B4-BE49-F238E27FC236}">
                <a16:creationId xmlns:a16="http://schemas.microsoft.com/office/drawing/2014/main" id="{4700C289-A160-D989-3FD1-5D2D6CE53A6E}"/>
              </a:ext>
            </a:extLst>
          </p:cNvPr>
          <p:cNvSpPr/>
          <p:nvPr/>
        </p:nvSpPr>
        <p:spPr bwMode="gray">
          <a:xfrm>
            <a:off x="8781378" y="2628622"/>
            <a:ext cx="1594383" cy="900371"/>
          </a:xfrm>
          <a:prstGeom prst="roundRect">
            <a:avLst/>
          </a:prstGeom>
          <a:noFill/>
          <a:ln w="25400" algn="ctr">
            <a:solidFill>
              <a:srgbClr val="0070C0"/>
            </a:solidFill>
            <a:miter lim="800000"/>
            <a:headEnd/>
            <a:tailEnd/>
          </a:ln>
        </p:spPr>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lang="de-DE" sz="1100" kern="0" dirty="0">
                <a:latin typeface="Courier New" panose="02070309020205020404" pitchFamily="49" charset="0"/>
                <a:ea typeface="Arial Unicode MS" pitchFamily="34" charset="-128"/>
                <a:cs typeface="Courier New" panose="02070309020205020404" pitchFamily="49" charset="0"/>
              </a:rPr>
              <a:t>Fortune Cookies</a:t>
            </a:r>
            <a:endParaRPr kumimoji="0" lang="de-DE" sz="1100" b="0" i="0" u="none" strike="noStrike" kern="0" cap="none" spc="0" normalizeH="0" baseline="0" noProof="0" dirty="0">
              <a:ln>
                <a:noFill/>
              </a:ln>
              <a:effectLst/>
              <a:uLnTx/>
              <a:uFillTx/>
              <a:latin typeface="Courier New" panose="02070309020205020404" pitchFamily="49" charset="0"/>
              <a:ea typeface="Arial Unicode MS" pitchFamily="34" charset="-128"/>
              <a:cs typeface="Courier New" panose="02070309020205020404" pitchFamily="49" charset="0"/>
            </a:endParaRPr>
          </a:p>
        </p:txBody>
      </p:sp>
      <p:cxnSp>
        <p:nvCxnSpPr>
          <p:cNvPr id="93" name="Gerade Verbindung 92">
            <a:extLst>
              <a:ext uri="{FF2B5EF4-FFF2-40B4-BE49-F238E27FC236}">
                <a16:creationId xmlns:a16="http://schemas.microsoft.com/office/drawing/2014/main" id="{DDDDB837-3543-0923-46BA-BC8BEA50F494}"/>
              </a:ext>
            </a:extLst>
          </p:cNvPr>
          <p:cNvCxnSpPr>
            <a:cxnSpLocks/>
            <a:stCxn id="67" idx="1"/>
            <a:endCxn id="85" idx="3"/>
          </p:cNvCxnSpPr>
          <p:nvPr/>
        </p:nvCxnSpPr>
        <p:spPr>
          <a:xfrm flipH="1">
            <a:off x="10375761" y="3078807"/>
            <a:ext cx="302338" cy="1"/>
          </a:xfrm>
          <a:prstGeom prst="line">
            <a:avLst/>
          </a:prstGeom>
          <a:ln w="254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4" name="Gerade Verbindung 133">
            <a:extLst>
              <a:ext uri="{FF2B5EF4-FFF2-40B4-BE49-F238E27FC236}">
                <a16:creationId xmlns:a16="http://schemas.microsoft.com/office/drawing/2014/main" id="{896A789E-FE11-FC89-C06B-C33E8C85A0CE}"/>
              </a:ext>
            </a:extLst>
          </p:cNvPr>
          <p:cNvCxnSpPr>
            <a:cxnSpLocks/>
            <a:stCxn id="81" idx="3"/>
            <a:endCxn id="28" idx="1"/>
          </p:cNvCxnSpPr>
          <p:nvPr/>
        </p:nvCxnSpPr>
        <p:spPr>
          <a:xfrm flipV="1">
            <a:off x="10373349" y="5050835"/>
            <a:ext cx="304749" cy="3764"/>
          </a:xfrm>
          <a:prstGeom prst="line">
            <a:avLst/>
          </a:prstGeom>
          <a:ln w="254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6" name="Gerade Verbindung 135">
            <a:extLst>
              <a:ext uri="{FF2B5EF4-FFF2-40B4-BE49-F238E27FC236}">
                <a16:creationId xmlns:a16="http://schemas.microsoft.com/office/drawing/2014/main" id="{AA6F3D5D-DE24-F3A7-2E65-2F6BE3824E0E}"/>
              </a:ext>
            </a:extLst>
          </p:cNvPr>
          <p:cNvCxnSpPr>
            <a:cxnSpLocks/>
            <a:stCxn id="52" idx="0"/>
            <a:endCxn id="81" idx="2"/>
          </p:cNvCxnSpPr>
          <p:nvPr/>
        </p:nvCxnSpPr>
        <p:spPr>
          <a:xfrm flipV="1">
            <a:off x="9576158" y="5504784"/>
            <a:ext cx="0" cy="130031"/>
          </a:xfrm>
          <a:prstGeom prst="line">
            <a:avLst/>
          </a:prstGeom>
          <a:ln w="254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2" name="Gerade Verbindung 151">
            <a:extLst>
              <a:ext uri="{FF2B5EF4-FFF2-40B4-BE49-F238E27FC236}">
                <a16:creationId xmlns:a16="http://schemas.microsoft.com/office/drawing/2014/main" id="{AB75E1C8-FDFC-A7A5-2F26-C26F3156AE5C}"/>
              </a:ext>
            </a:extLst>
          </p:cNvPr>
          <p:cNvCxnSpPr>
            <a:cxnSpLocks/>
            <a:stCxn id="85" idx="0"/>
            <a:endCxn id="48" idx="2"/>
          </p:cNvCxnSpPr>
          <p:nvPr/>
        </p:nvCxnSpPr>
        <p:spPr>
          <a:xfrm flipH="1" flipV="1">
            <a:off x="9576158" y="2199937"/>
            <a:ext cx="2412" cy="428685"/>
          </a:xfrm>
          <a:prstGeom prst="line">
            <a:avLst/>
          </a:prstGeom>
          <a:ln w="38100">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4" name="Gewinkelte Verbindung 153">
            <a:extLst>
              <a:ext uri="{FF2B5EF4-FFF2-40B4-BE49-F238E27FC236}">
                <a16:creationId xmlns:a16="http://schemas.microsoft.com/office/drawing/2014/main" id="{04A7DD3A-A8A5-CB96-D84C-BACE61B74E4E}"/>
              </a:ext>
            </a:extLst>
          </p:cNvPr>
          <p:cNvCxnSpPr>
            <a:cxnSpLocks/>
            <a:stCxn id="48" idx="0"/>
            <a:endCxn id="169" idx="0"/>
          </p:cNvCxnSpPr>
          <p:nvPr/>
        </p:nvCxnSpPr>
        <p:spPr>
          <a:xfrm rot="16200000" flipH="1" flipV="1">
            <a:off x="6482570" y="-1392068"/>
            <a:ext cx="345516" cy="5841660"/>
          </a:xfrm>
          <a:prstGeom prst="bentConnector3">
            <a:avLst>
              <a:gd name="adj1" fmla="val -66162"/>
            </a:avLst>
          </a:prstGeom>
          <a:ln w="38100">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7" name="Gerade Verbindung 156">
            <a:extLst>
              <a:ext uri="{FF2B5EF4-FFF2-40B4-BE49-F238E27FC236}">
                <a16:creationId xmlns:a16="http://schemas.microsoft.com/office/drawing/2014/main" id="{1755EC5F-195B-0BCD-A742-D740168852E7}"/>
              </a:ext>
            </a:extLst>
          </p:cNvPr>
          <p:cNvCxnSpPr>
            <a:cxnSpLocks/>
            <a:stCxn id="85" idx="2"/>
            <a:endCxn id="81" idx="0"/>
          </p:cNvCxnSpPr>
          <p:nvPr/>
        </p:nvCxnSpPr>
        <p:spPr>
          <a:xfrm flipH="1">
            <a:off x="9576158" y="3528993"/>
            <a:ext cx="2412" cy="1075420"/>
          </a:xfrm>
          <a:prstGeom prst="line">
            <a:avLst/>
          </a:prstGeom>
          <a:ln w="38100">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169" name="Grafik 168" descr="Internet Silhouette">
            <a:extLst>
              <a:ext uri="{FF2B5EF4-FFF2-40B4-BE49-F238E27FC236}">
                <a16:creationId xmlns:a16="http://schemas.microsoft.com/office/drawing/2014/main" id="{C24A86C0-B250-B391-841F-BB8DCF2708DE}"/>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045855" y="1701520"/>
            <a:ext cx="1377285" cy="1377285"/>
          </a:xfrm>
          <a:prstGeom prst="rect">
            <a:avLst/>
          </a:prstGeom>
        </p:spPr>
      </p:pic>
      <p:sp>
        <p:nvSpPr>
          <p:cNvPr id="178" name="Eckige Klammer links 177">
            <a:extLst>
              <a:ext uri="{FF2B5EF4-FFF2-40B4-BE49-F238E27FC236}">
                <a16:creationId xmlns:a16="http://schemas.microsoft.com/office/drawing/2014/main" id="{12F8DA0C-2321-7EEA-73BE-21DADFD8B0DD}"/>
              </a:ext>
            </a:extLst>
          </p:cNvPr>
          <p:cNvSpPr/>
          <p:nvPr/>
        </p:nvSpPr>
        <p:spPr>
          <a:xfrm>
            <a:off x="8583959" y="2294462"/>
            <a:ext cx="195197" cy="3541690"/>
          </a:xfrm>
          <a:prstGeom prst="leftBracket">
            <a:avLst/>
          </a:prstGeom>
          <a:ln w="254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pic>
        <p:nvPicPr>
          <p:cNvPr id="184" name="Grafik 183">
            <a:extLst>
              <a:ext uri="{FF2B5EF4-FFF2-40B4-BE49-F238E27FC236}">
                <a16:creationId xmlns:a16="http://schemas.microsoft.com/office/drawing/2014/main" id="{888EE212-0A38-7574-B974-79CD42167647}"/>
              </a:ext>
            </a:extLst>
          </p:cNvPr>
          <p:cNvPicPr>
            <a:picLocks noChangeAspect="1"/>
          </p:cNvPicPr>
          <p:nvPr/>
        </p:nvPicPr>
        <p:blipFill>
          <a:blip r:embed="rId7"/>
          <a:stretch>
            <a:fillRect/>
          </a:stretch>
        </p:blipFill>
        <p:spPr>
          <a:xfrm>
            <a:off x="7629496" y="5094107"/>
            <a:ext cx="871157" cy="843933"/>
          </a:xfrm>
          <a:prstGeom prst="rect">
            <a:avLst/>
          </a:prstGeom>
        </p:spPr>
      </p:pic>
    </p:spTree>
    <p:extLst>
      <p:ext uri="{BB962C8B-B14F-4D97-AF65-F5344CB8AC3E}">
        <p14:creationId xmlns:p14="http://schemas.microsoft.com/office/powerpoint/2010/main" val="430718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ppt_x"/>
                                          </p:val>
                                        </p:tav>
                                        <p:tav tm="100000">
                                          <p:val>
                                            <p:strVal val="#ppt_x"/>
                                          </p:val>
                                        </p:tav>
                                      </p:tavLst>
                                    </p:anim>
                                    <p:anim calcmode="lin" valueType="num">
                                      <p:cBhvr additive="base">
                                        <p:cTn id="8"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3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5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3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7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8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6">
                                            <p:txEl>
                                              <p:pRg st="2" end="2"/>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animBg="1"/>
      <p:bldP spid="85" grpId="0" animBg="1"/>
      <p:bldP spid="17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ide-Text">
            <a:extLst>
              <a:ext uri="{FF2B5EF4-FFF2-40B4-BE49-F238E27FC236}">
                <a16:creationId xmlns:a16="http://schemas.microsoft.com/office/drawing/2014/main" id="{AC07F43F-F644-475B-BD40-181304188A68}"/>
              </a:ext>
            </a:extLst>
          </p:cNvPr>
          <p:cNvSpPr>
            <a:spLocks noGrp="1"/>
          </p:cNvSpPr>
          <p:nvPr>
            <p:ph type="body" sz="quarter" idx="10"/>
          </p:nvPr>
        </p:nvSpPr>
        <p:spPr>
          <a:xfrm>
            <a:off x="499939" y="1242801"/>
            <a:ext cx="5214629" cy="4230000"/>
          </a:xfrm>
        </p:spPr>
        <p:txBody>
          <a:bodyPr/>
          <a:lstStyle/>
          <a:p>
            <a:r>
              <a:rPr lang="en-US" dirty="0"/>
              <a:t>Labeling everything makes our life easier. It helps to identify resources reliably.</a:t>
            </a:r>
          </a:p>
          <a:p>
            <a:r>
              <a:rPr lang="en-US" dirty="0"/>
              <a:t>Horizontally we distinguish between the </a:t>
            </a:r>
            <a:r>
              <a:rPr lang="en-US" b="1" dirty="0"/>
              <a:t>app</a:t>
            </a:r>
            <a:r>
              <a:rPr lang="en-US" dirty="0"/>
              <a:t> part and the </a:t>
            </a:r>
            <a:r>
              <a:rPr lang="en-US" b="1" dirty="0"/>
              <a:t>DB</a:t>
            </a:r>
            <a:r>
              <a:rPr lang="en-US" dirty="0"/>
              <a:t> part and call these distinction </a:t>
            </a:r>
            <a:r>
              <a:rPr lang="en-US" b="1" dirty="0"/>
              <a:t>module</a:t>
            </a:r>
            <a:r>
              <a:rPr lang="en-US" dirty="0"/>
              <a:t>.  </a:t>
            </a:r>
          </a:p>
          <a:p>
            <a:r>
              <a:rPr lang="en-US" dirty="0"/>
              <a:t>Additionally, we group everything with a common label </a:t>
            </a:r>
            <a:r>
              <a:rPr lang="en-US" b="1" dirty="0"/>
              <a:t>component: fortune-cookies.</a:t>
            </a:r>
            <a:endParaRPr lang="en-US" dirty="0"/>
          </a:p>
        </p:txBody>
      </p:sp>
      <p:sp>
        <p:nvSpPr>
          <p:cNvPr id="3" name="Title">
            <a:extLst>
              <a:ext uri="{FF2B5EF4-FFF2-40B4-BE49-F238E27FC236}">
                <a16:creationId xmlns:a16="http://schemas.microsoft.com/office/drawing/2014/main" id="{B9E6A608-6019-43E2-B8B7-DBECB11428B9}"/>
              </a:ext>
            </a:extLst>
          </p:cNvPr>
          <p:cNvSpPr>
            <a:spLocks noGrp="1"/>
          </p:cNvSpPr>
          <p:nvPr>
            <p:ph type="title"/>
          </p:nvPr>
        </p:nvSpPr>
        <p:spPr/>
        <p:txBody>
          <a:bodyPr/>
          <a:lstStyle/>
          <a:p>
            <a:r>
              <a:rPr lang="en-US" dirty="0"/>
              <a:t>Labeling of resources </a:t>
            </a:r>
          </a:p>
        </p:txBody>
      </p:sp>
      <p:sp>
        <p:nvSpPr>
          <p:cNvPr id="28" name="Rounded Rectangle 5">
            <a:extLst>
              <a:ext uri="{FF2B5EF4-FFF2-40B4-BE49-F238E27FC236}">
                <a16:creationId xmlns:a16="http://schemas.microsoft.com/office/drawing/2014/main" id="{B5932B8B-17F5-0C20-7514-430E61BC620E}"/>
              </a:ext>
            </a:extLst>
          </p:cNvPr>
          <p:cNvSpPr/>
          <p:nvPr/>
        </p:nvSpPr>
        <p:spPr bwMode="gray">
          <a:xfrm>
            <a:off x="7308761" y="1341926"/>
            <a:ext cx="4534794" cy="5231504"/>
          </a:xfrm>
          <a:prstGeom prst="roundRect">
            <a:avLst/>
          </a:prstGeom>
          <a:solidFill>
            <a:schemeClr val="bg1">
              <a:lumMod val="85000"/>
              <a:alpha val="97000"/>
            </a:schemeClr>
          </a:solidFill>
          <a:ln>
            <a:solidFill>
              <a:schemeClr val="tx1"/>
            </a:solidFill>
            <a:prstDash val="dash"/>
            <a:headEnd/>
            <a:tailEnd/>
          </a:ln>
          <a:effectLst/>
        </p:spPr>
        <p:style>
          <a:lnRef idx="2">
            <a:schemeClr val="accent3">
              <a:shade val="50000"/>
            </a:schemeClr>
          </a:lnRef>
          <a:fillRef idx="1">
            <a:schemeClr val="accent3"/>
          </a:fillRef>
          <a:effectRef idx="0">
            <a:schemeClr val="accent3"/>
          </a:effectRef>
          <a:fontRef idx="minor">
            <a:schemeClr val="lt1"/>
          </a:fontRef>
        </p:style>
        <p:txBody>
          <a:bodyPr lIns="89979" tIns="0" rIns="89979" bIns="71983" rtlCol="0" anchor="t" anchorCtr="0"/>
          <a:lstStyle/>
          <a:p>
            <a:pPr algn="ctr" defTabSz="914217" fontAlgn="base">
              <a:spcBef>
                <a:spcPct val="50000"/>
              </a:spcBef>
              <a:spcAft>
                <a:spcPct val="0"/>
              </a:spcAft>
              <a:buClr>
                <a:srgbClr val="F0AB00"/>
              </a:buClr>
              <a:buSzPct val="80000"/>
            </a:pPr>
            <a:endParaRPr lang="de-DE" kern="0" dirty="0">
              <a:solidFill>
                <a:srgbClr val="002060"/>
              </a:solidFill>
              <a:latin typeface="Arial"/>
              <a:ea typeface="Arial Unicode MS" pitchFamily="34" charset="-128"/>
              <a:cs typeface="Arial Unicode MS" pitchFamily="34" charset="-128"/>
            </a:endParaRPr>
          </a:p>
        </p:txBody>
      </p:sp>
      <p:pic>
        <p:nvPicPr>
          <p:cNvPr id="29" name="Graphic 26" descr="Lock">
            <a:extLst>
              <a:ext uri="{FF2B5EF4-FFF2-40B4-BE49-F238E27FC236}">
                <a16:creationId xmlns:a16="http://schemas.microsoft.com/office/drawing/2014/main" id="{7FD62212-5E0A-CB90-58D2-BB797D20ACA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11736" y="1576310"/>
            <a:ext cx="403319" cy="403319"/>
          </a:xfrm>
          <a:prstGeom prst="rect">
            <a:avLst/>
          </a:prstGeom>
        </p:spPr>
      </p:pic>
      <p:pic>
        <p:nvPicPr>
          <p:cNvPr id="30" name="Grafik 29">
            <a:extLst>
              <a:ext uri="{FF2B5EF4-FFF2-40B4-BE49-F238E27FC236}">
                <a16:creationId xmlns:a16="http://schemas.microsoft.com/office/drawing/2014/main" id="{F5D2F0B9-1E79-F2A2-D5C2-1EAB00A4A48F}"/>
              </a:ext>
            </a:extLst>
          </p:cNvPr>
          <p:cNvPicPr>
            <a:picLocks noChangeAspect="1"/>
          </p:cNvPicPr>
          <p:nvPr/>
        </p:nvPicPr>
        <p:blipFill>
          <a:blip r:embed="rId4"/>
          <a:stretch>
            <a:fillRect/>
          </a:stretch>
        </p:blipFill>
        <p:spPr>
          <a:xfrm>
            <a:off x="11021036" y="966501"/>
            <a:ext cx="812800" cy="787400"/>
          </a:xfrm>
          <a:prstGeom prst="rect">
            <a:avLst/>
          </a:prstGeom>
        </p:spPr>
      </p:pic>
      <p:pic>
        <p:nvPicPr>
          <p:cNvPr id="31" name="Grafik 30" descr="Ein Bild, das Text, Schild, Ende, draußen enthält.&#10;&#10;Automatisch generierte Beschreibung">
            <a:extLst>
              <a:ext uri="{FF2B5EF4-FFF2-40B4-BE49-F238E27FC236}">
                <a16:creationId xmlns:a16="http://schemas.microsoft.com/office/drawing/2014/main" id="{B43270D5-7EE9-8AEB-6F0B-24175FE11809}"/>
              </a:ext>
            </a:extLst>
          </p:cNvPr>
          <p:cNvPicPr>
            <a:picLocks noChangeAspect="1"/>
          </p:cNvPicPr>
          <p:nvPr/>
        </p:nvPicPr>
        <p:blipFill>
          <a:blip r:embed="rId5"/>
          <a:stretch>
            <a:fillRect/>
          </a:stretch>
        </p:blipFill>
        <p:spPr>
          <a:xfrm>
            <a:off x="10678098" y="4628868"/>
            <a:ext cx="871157" cy="843933"/>
          </a:xfrm>
          <a:prstGeom prst="rect">
            <a:avLst/>
          </a:prstGeom>
        </p:spPr>
      </p:pic>
      <p:pic>
        <p:nvPicPr>
          <p:cNvPr id="32" name="Grafik 31">
            <a:extLst>
              <a:ext uri="{FF2B5EF4-FFF2-40B4-BE49-F238E27FC236}">
                <a16:creationId xmlns:a16="http://schemas.microsoft.com/office/drawing/2014/main" id="{D89ABA41-975A-191D-C104-EBF49967C87F}"/>
              </a:ext>
            </a:extLst>
          </p:cNvPr>
          <p:cNvPicPr>
            <a:picLocks noChangeAspect="1"/>
          </p:cNvPicPr>
          <p:nvPr/>
        </p:nvPicPr>
        <p:blipFill>
          <a:blip r:embed="rId6"/>
          <a:stretch>
            <a:fillRect/>
          </a:stretch>
        </p:blipFill>
        <p:spPr>
          <a:xfrm>
            <a:off x="7629496" y="3107026"/>
            <a:ext cx="871157" cy="843933"/>
          </a:xfrm>
          <a:prstGeom prst="rect">
            <a:avLst/>
          </a:prstGeom>
        </p:spPr>
      </p:pic>
      <p:pic>
        <p:nvPicPr>
          <p:cNvPr id="33" name="Grafik 32">
            <a:extLst>
              <a:ext uri="{FF2B5EF4-FFF2-40B4-BE49-F238E27FC236}">
                <a16:creationId xmlns:a16="http://schemas.microsoft.com/office/drawing/2014/main" id="{390EB71E-6F92-FFEE-8F1B-766136A0FCAE}"/>
              </a:ext>
            </a:extLst>
          </p:cNvPr>
          <p:cNvPicPr>
            <a:picLocks noChangeAspect="1"/>
          </p:cNvPicPr>
          <p:nvPr/>
        </p:nvPicPr>
        <p:blipFill>
          <a:blip r:embed="rId7"/>
          <a:stretch>
            <a:fillRect/>
          </a:stretch>
        </p:blipFill>
        <p:spPr>
          <a:xfrm>
            <a:off x="7629496" y="4182446"/>
            <a:ext cx="871157" cy="843933"/>
          </a:xfrm>
          <a:prstGeom prst="rect">
            <a:avLst/>
          </a:prstGeom>
        </p:spPr>
      </p:pic>
      <p:pic>
        <p:nvPicPr>
          <p:cNvPr id="34" name="Grafik 33" descr="Ein Bild, das Text, Schild, Ende, draußen enthält.&#10;&#10;Automatisch generierte Beschreibung">
            <a:extLst>
              <a:ext uri="{FF2B5EF4-FFF2-40B4-BE49-F238E27FC236}">
                <a16:creationId xmlns:a16="http://schemas.microsoft.com/office/drawing/2014/main" id="{770A69CE-4070-1644-5E0D-31378FBA580A}"/>
              </a:ext>
            </a:extLst>
          </p:cNvPr>
          <p:cNvPicPr>
            <a:picLocks noChangeAspect="1"/>
          </p:cNvPicPr>
          <p:nvPr/>
        </p:nvPicPr>
        <p:blipFill>
          <a:blip r:embed="rId8"/>
          <a:stretch>
            <a:fillRect/>
          </a:stretch>
        </p:blipFill>
        <p:spPr>
          <a:xfrm>
            <a:off x="7629496" y="2206655"/>
            <a:ext cx="871157" cy="843933"/>
          </a:xfrm>
          <a:prstGeom prst="rect">
            <a:avLst/>
          </a:prstGeom>
        </p:spPr>
      </p:pic>
      <p:pic>
        <p:nvPicPr>
          <p:cNvPr id="35" name="Grafik 34">
            <a:extLst>
              <a:ext uri="{FF2B5EF4-FFF2-40B4-BE49-F238E27FC236}">
                <a16:creationId xmlns:a16="http://schemas.microsoft.com/office/drawing/2014/main" id="{FB0502D2-3608-BE85-3F04-D66B67139660}"/>
              </a:ext>
            </a:extLst>
          </p:cNvPr>
          <p:cNvPicPr>
            <a:picLocks noChangeAspect="1"/>
          </p:cNvPicPr>
          <p:nvPr/>
        </p:nvPicPr>
        <p:blipFill>
          <a:blip r:embed="rId9"/>
          <a:stretch>
            <a:fillRect/>
          </a:stretch>
        </p:blipFill>
        <p:spPr>
          <a:xfrm>
            <a:off x="9140579" y="1356004"/>
            <a:ext cx="871157" cy="843933"/>
          </a:xfrm>
          <a:prstGeom prst="rect">
            <a:avLst/>
          </a:prstGeom>
        </p:spPr>
      </p:pic>
      <p:pic>
        <p:nvPicPr>
          <p:cNvPr id="36" name="Grafik 35">
            <a:extLst>
              <a:ext uri="{FF2B5EF4-FFF2-40B4-BE49-F238E27FC236}">
                <a16:creationId xmlns:a16="http://schemas.microsoft.com/office/drawing/2014/main" id="{9125907C-4363-30BC-ACC4-9ABE10B1B62E}"/>
              </a:ext>
            </a:extLst>
          </p:cNvPr>
          <p:cNvPicPr>
            <a:picLocks noChangeAspect="1"/>
          </p:cNvPicPr>
          <p:nvPr/>
        </p:nvPicPr>
        <p:blipFill>
          <a:blip r:embed="rId10"/>
          <a:stretch>
            <a:fillRect/>
          </a:stretch>
        </p:blipFill>
        <p:spPr>
          <a:xfrm>
            <a:off x="9140579" y="5634815"/>
            <a:ext cx="871157" cy="843933"/>
          </a:xfrm>
          <a:prstGeom prst="rect">
            <a:avLst/>
          </a:prstGeom>
        </p:spPr>
      </p:pic>
      <p:pic>
        <p:nvPicPr>
          <p:cNvPr id="37" name="Grafik 36">
            <a:extLst>
              <a:ext uri="{FF2B5EF4-FFF2-40B4-BE49-F238E27FC236}">
                <a16:creationId xmlns:a16="http://schemas.microsoft.com/office/drawing/2014/main" id="{4F8A8FCB-3B83-DD95-C7F6-C3E6E6EB9B58}"/>
              </a:ext>
            </a:extLst>
          </p:cNvPr>
          <p:cNvPicPr>
            <a:picLocks noChangeAspect="1"/>
          </p:cNvPicPr>
          <p:nvPr/>
        </p:nvPicPr>
        <p:blipFill>
          <a:blip r:embed="rId11"/>
          <a:stretch>
            <a:fillRect/>
          </a:stretch>
        </p:blipFill>
        <p:spPr>
          <a:xfrm>
            <a:off x="10678099" y="2656840"/>
            <a:ext cx="871157" cy="843933"/>
          </a:xfrm>
          <a:prstGeom prst="rect">
            <a:avLst/>
          </a:prstGeom>
        </p:spPr>
      </p:pic>
      <p:pic>
        <p:nvPicPr>
          <p:cNvPr id="38" name="Grafik 37">
            <a:extLst>
              <a:ext uri="{FF2B5EF4-FFF2-40B4-BE49-F238E27FC236}">
                <a16:creationId xmlns:a16="http://schemas.microsoft.com/office/drawing/2014/main" id="{C8D5FE63-DE3F-E53E-F243-246E5D3509C3}"/>
              </a:ext>
            </a:extLst>
          </p:cNvPr>
          <p:cNvPicPr>
            <a:picLocks noChangeAspect="1"/>
          </p:cNvPicPr>
          <p:nvPr/>
        </p:nvPicPr>
        <p:blipFill>
          <a:blip r:embed="rId12"/>
          <a:stretch>
            <a:fillRect/>
          </a:stretch>
        </p:blipFill>
        <p:spPr>
          <a:xfrm>
            <a:off x="9290372" y="2926237"/>
            <a:ext cx="571570" cy="553709"/>
          </a:xfrm>
          <a:prstGeom prst="rect">
            <a:avLst/>
          </a:prstGeom>
        </p:spPr>
      </p:pic>
      <p:pic>
        <p:nvPicPr>
          <p:cNvPr id="39" name="Grafik 38">
            <a:extLst>
              <a:ext uri="{FF2B5EF4-FFF2-40B4-BE49-F238E27FC236}">
                <a16:creationId xmlns:a16="http://schemas.microsoft.com/office/drawing/2014/main" id="{4549B1F9-87AB-8072-52F6-6332EB17ABD9}"/>
              </a:ext>
            </a:extLst>
          </p:cNvPr>
          <p:cNvPicPr>
            <a:picLocks noChangeAspect="1"/>
          </p:cNvPicPr>
          <p:nvPr/>
        </p:nvPicPr>
        <p:blipFill>
          <a:blip r:embed="rId12"/>
          <a:stretch>
            <a:fillRect/>
          </a:stretch>
        </p:blipFill>
        <p:spPr>
          <a:xfrm>
            <a:off x="9284028" y="4899762"/>
            <a:ext cx="571570" cy="553709"/>
          </a:xfrm>
          <a:prstGeom prst="rect">
            <a:avLst/>
          </a:prstGeom>
        </p:spPr>
      </p:pic>
      <p:sp>
        <p:nvSpPr>
          <p:cNvPr id="40" name="Abgerundetes Rechteck 39">
            <a:extLst>
              <a:ext uri="{FF2B5EF4-FFF2-40B4-BE49-F238E27FC236}">
                <a16:creationId xmlns:a16="http://schemas.microsoft.com/office/drawing/2014/main" id="{CC822863-7970-3D16-6681-0F2671C3016C}"/>
              </a:ext>
            </a:extLst>
          </p:cNvPr>
          <p:cNvSpPr/>
          <p:nvPr/>
        </p:nvSpPr>
        <p:spPr bwMode="gray">
          <a:xfrm>
            <a:off x="8778966" y="4604413"/>
            <a:ext cx="1594383" cy="900371"/>
          </a:xfrm>
          <a:prstGeom prst="roundRect">
            <a:avLst/>
          </a:prstGeom>
          <a:noFill/>
          <a:ln w="25400" algn="ctr">
            <a:solidFill>
              <a:srgbClr val="0070C0"/>
            </a:solidFill>
            <a:miter lim="800000"/>
            <a:headEnd/>
            <a:tailEnd/>
          </a:ln>
        </p:spPr>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lang="de-DE" sz="1100" kern="0" dirty="0" err="1">
                <a:latin typeface="Courier New" panose="02070309020205020404" pitchFamily="49" charset="0"/>
                <a:ea typeface="Arial Unicode MS" pitchFamily="34" charset="-128"/>
                <a:cs typeface="Courier New" panose="02070309020205020404" pitchFamily="49" charset="0"/>
              </a:rPr>
              <a:t>Postgres</a:t>
            </a:r>
            <a:endParaRPr kumimoji="0" lang="de-DE" sz="1100" b="0" i="0" u="none" strike="noStrike" kern="0" cap="none" spc="0" normalizeH="0" baseline="0" noProof="0" dirty="0">
              <a:ln>
                <a:noFill/>
              </a:ln>
              <a:effectLst/>
              <a:uLnTx/>
              <a:uFillTx/>
              <a:latin typeface="Courier New" panose="02070309020205020404" pitchFamily="49" charset="0"/>
              <a:ea typeface="Arial Unicode MS" pitchFamily="34" charset="-128"/>
              <a:cs typeface="Courier New" panose="02070309020205020404" pitchFamily="49" charset="0"/>
            </a:endParaRPr>
          </a:p>
        </p:txBody>
      </p:sp>
      <p:sp>
        <p:nvSpPr>
          <p:cNvPr id="41" name="Abgerundetes Rechteck 40">
            <a:extLst>
              <a:ext uri="{FF2B5EF4-FFF2-40B4-BE49-F238E27FC236}">
                <a16:creationId xmlns:a16="http://schemas.microsoft.com/office/drawing/2014/main" id="{7C556365-25BD-87C4-2E34-DABA336E18A8}"/>
              </a:ext>
            </a:extLst>
          </p:cNvPr>
          <p:cNvSpPr/>
          <p:nvPr/>
        </p:nvSpPr>
        <p:spPr bwMode="gray">
          <a:xfrm>
            <a:off x="8781378" y="2628622"/>
            <a:ext cx="1594383" cy="900371"/>
          </a:xfrm>
          <a:prstGeom prst="roundRect">
            <a:avLst/>
          </a:prstGeom>
          <a:noFill/>
          <a:ln w="25400" algn="ctr">
            <a:solidFill>
              <a:srgbClr val="0070C0"/>
            </a:solidFill>
            <a:miter lim="800000"/>
            <a:headEnd/>
            <a:tailEnd/>
          </a:ln>
        </p:spPr>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lang="de-DE" sz="1100" kern="0" dirty="0">
                <a:latin typeface="Courier New" panose="02070309020205020404" pitchFamily="49" charset="0"/>
                <a:ea typeface="Arial Unicode MS" pitchFamily="34" charset="-128"/>
                <a:cs typeface="Courier New" panose="02070309020205020404" pitchFamily="49" charset="0"/>
              </a:rPr>
              <a:t>Fortune Cookies</a:t>
            </a:r>
            <a:endParaRPr kumimoji="0" lang="de-DE" sz="1100" b="0" i="0" u="none" strike="noStrike" kern="0" cap="none" spc="0" normalizeH="0" baseline="0" noProof="0" dirty="0">
              <a:ln>
                <a:noFill/>
              </a:ln>
              <a:effectLst/>
              <a:uLnTx/>
              <a:uFillTx/>
              <a:latin typeface="Courier New" panose="02070309020205020404" pitchFamily="49" charset="0"/>
              <a:ea typeface="Arial Unicode MS" pitchFamily="34" charset="-128"/>
              <a:cs typeface="Courier New" panose="02070309020205020404" pitchFamily="49" charset="0"/>
            </a:endParaRPr>
          </a:p>
        </p:txBody>
      </p:sp>
      <p:cxnSp>
        <p:nvCxnSpPr>
          <p:cNvPr id="42" name="Gerade Verbindung 41">
            <a:extLst>
              <a:ext uri="{FF2B5EF4-FFF2-40B4-BE49-F238E27FC236}">
                <a16:creationId xmlns:a16="http://schemas.microsoft.com/office/drawing/2014/main" id="{A831AC83-E4F2-7359-8F20-7871C0078B62}"/>
              </a:ext>
            </a:extLst>
          </p:cNvPr>
          <p:cNvCxnSpPr>
            <a:cxnSpLocks/>
            <a:stCxn id="37" idx="1"/>
            <a:endCxn id="41" idx="3"/>
          </p:cNvCxnSpPr>
          <p:nvPr/>
        </p:nvCxnSpPr>
        <p:spPr>
          <a:xfrm flipH="1">
            <a:off x="10375761" y="3078807"/>
            <a:ext cx="302338" cy="1"/>
          </a:xfrm>
          <a:prstGeom prst="line">
            <a:avLst/>
          </a:prstGeom>
          <a:ln w="254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Gerade Verbindung 42">
            <a:extLst>
              <a:ext uri="{FF2B5EF4-FFF2-40B4-BE49-F238E27FC236}">
                <a16:creationId xmlns:a16="http://schemas.microsoft.com/office/drawing/2014/main" id="{6C088DE3-8F3D-F638-138D-B7C35FDB3938}"/>
              </a:ext>
            </a:extLst>
          </p:cNvPr>
          <p:cNvCxnSpPr>
            <a:cxnSpLocks/>
            <a:stCxn id="40" idx="3"/>
            <a:endCxn id="31" idx="1"/>
          </p:cNvCxnSpPr>
          <p:nvPr/>
        </p:nvCxnSpPr>
        <p:spPr>
          <a:xfrm flipV="1">
            <a:off x="10373349" y="5050835"/>
            <a:ext cx="304749" cy="3764"/>
          </a:xfrm>
          <a:prstGeom prst="line">
            <a:avLst/>
          </a:prstGeom>
          <a:ln w="254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Gerade Verbindung 43">
            <a:extLst>
              <a:ext uri="{FF2B5EF4-FFF2-40B4-BE49-F238E27FC236}">
                <a16:creationId xmlns:a16="http://schemas.microsoft.com/office/drawing/2014/main" id="{E7B465CD-F9AA-9FA7-60A9-012B53309680}"/>
              </a:ext>
            </a:extLst>
          </p:cNvPr>
          <p:cNvCxnSpPr>
            <a:cxnSpLocks/>
            <a:stCxn id="36" idx="0"/>
            <a:endCxn id="40" idx="2"/>
          </p:cNvCxnSpPr>
          <p:nvPr/>
        </p:nvCxnSpPr>
        <p:spPr>
          <a:xfrm flipV="1">
            <a:off x="9576158" y="5504784"/>
            <a:ext cx="0" cy="130031"/>
          </a:xfrm>
          <a:prstGeom prst="line">
            <a:avLst/>
          </a:prstGeom>
          <a:ln w="254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Gerade Verbindung 44">
            <a:extLst>
              <a:ext uri="{FF2B5EF4-FFF2-40B4-BE49-F238E27FC236}">
                <a16:creationId xmlns:a16="http://schemas.microsoft.com/office/drawing/2014/main" id="{102B623D-E999-4B93-D2D6-2C2BB213D022}"/>
              </a:ext>
            </a:extLst>
          </p:cNvPr>
          <p:cNvCxnSpPr>
            <a:cxnSpLocks/>
            <a:stCxn id="41" idx="0"/>
            <a:endCxn id="35" idx="2"/>
          </p:cNvCxnSpPr>
          <p:nvPr/>
        </p:nvCxnSpPr>
        <p:spPr>
          <a:xfrm flipH="1" flipV="1">
            <a:off x="9576158" y="2199937"/>
            <a:ext cx="2412" cy="428685"/>
          </a:xfrm>
          <a:prstGeom prst="line">
            <a:avLst/>
          </a:prstGeom>
          <a:ln w="38100">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Gerade Verbindung 45">
            <a:extLst>
              <a:ext uri="{FF2B5EF4-FFF2-40B4-BE49-F238E27FC236}">
                <a16:creationId xmlns:a16="http://schemas.microsoft.com/office/drawing/2014/main" id="{3883D2D8-F012-B214-EA54-99E35EBE3DB6}"/>
              </a:ext>
            </a:extLst>
          </p:cNvPr>
          <p:cNvCxnSpPr>
            <a:cxnSpLocks/>
            <a:stCxn id="41" idx="2"/>
            <a:endCxn id="40" idx="0"/>
          </p:cNvCxnSpPr>
          <p:nvPr/>
        </p:nvCxnSpPr>
        <p:spPr>
          <a:xfrm flipH="1">
            <a:off x="9576158" y="3528993"/>
            <a:ext cx="2412" cy="1075420"/>
          </a:xfrm>
          <a:prstGeom prst="line">
            <a:avLst/>
          </a:prstGeom>
          <a:ln w="38100">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Eckige Klammer links 46">
            <a:extLst>
              <a:ext uri="{FF2B5EF4-FFF2-40B4-BE49-F238E27FC236}">
                <a16:creationId xmlns:a16="http://schemas.microsoft.com/office/drawing/2014/main" id="{5EDD8A5E-E8AA-A382-A669-B47977AAD14F}"/>
              </a:ext>
            </a:extLst>
          </p:cNvPr>
          <p:cNvSpPr/>
          <p:nvPr/>
        </p:nvSpPr>
        <p:spPr>
          <a:xfrm>
            <a:off x="8583959" y="2294462"/>
            <a:ext cx="195197" cy="3541690"/>
          </a:xfrm>
          <a:prstGeom prst="leftBracket">
            <a:avLst/>
          </a:prstGeom>
          <a:ln w="254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pic>
        <p:nvPicPr>
          <p:cNvPr id="48" name="Grafik 47">
            <a:extLst>
              <a:ext uri="{FF2B5EF4-FFF2-40B4-BE49-F238E27FC236}">
                <a16:creationId xmlns:a16="http://schemas.microsoft.com/office/drawing/2014/main" id="{CB47D118-EDFF-0B1F-C1E2-5CA4EF39C994}"/>
              </a:ext>
            </a:extLst>
          </p:cNvPr>
          <p:cNvPicPr>
            <a:picLocks noChangeAspect="1"/>
          </p:cNvPicPr>
          <p:nvPr/>
        </p:nvPicPr>
        <p:blipFill>
          <a:blip r:embed="rId6"/>
          <a:stretch>
            <a:fillRect/>
          </a:stretch>
        </p:blipFill>
        <p:spPr>
          <a:xfrm>
            <a:off x="7629496" y="5094107"/>
            <a:ext cx="871157" cy="843933"/>
          </a:xfrm>
          <a:prstGeom prst="rect">
            <a:avLst/>
          </a:prstGeom>
        </p:spPr>
      </p:pic>
      <p:sp>
        <p:nvSpPr>
          <p:cNvPr id="49" name="Eckige Klammer links 48">
            <a:extLst>
              <a:ext uri="{FF2B5EF4-FFF2-40B4-BE49-F238E27FC236}">
                <a16:creationId xmlns:a16="http://schemas.microsoft.com/office/drawing/2014/main" id="{5136FAFF-36C6-A8C6-6D25-E85EADD23CB8}"/>
              </a:ext>
            </a:extLst>
          </p:cNvPr>
          <p:cNvSpPr/>
          <p:nvPr/>
        </p:nvSpPr>
        <p:spPr>
          <a:xfrm>
            <a:off x="6646250" y="1341926"/>
            <a:ext cx="195197" cy="2723382"/>
          </a:xfrm>
          <a:prstGeom prst="leftBracket">
            <a:avLst/>
          </a:prstGeom>
          <a:ln w="38100">
            <a:solidFill>
              <a:schemeClr val="tx1"/>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50" name="Eckige Klammer links 49">
            <a:extLst>
              <a:ext uri="{FF2B5EF4-FFF2-40B4-BE49-F238E27FC236}">
                <a16:creationId xmlns:a16="http://schemas.microsoft.com/office/drawing/2014/main" id="{2F69906D-76F4-4F49-965A-D4C5124E69A0}"/>
              </a:ext>
            </a:extLst>
          </p:cNvPr>
          <p:cNvSpPr/>
          <p:nvPr/>
        </p:nvSpPr>
        <p:spPr>
          <a:xfrm>
            <a:off x="6677986" y="4182446"/>
            <a:ext cx="195197" cy="2390984"/>
          </a:xfrm>
          <a:prstGeom prst="leftBracket">
            <a:avLst/>
          </a:prstGeom>
          <a:ln w="38100">
            <a:solidFill>
              <a:schemeClr val="tx1"/>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51" name="Textfeld 50">
            <a:extLst>
              <a:ext uri="{FF2B5EF4-FFF2-40B4-BE49-F238E27FC236}">
                <a16:creationId xmlns:a16="http://schemas.microsoft.com/office/drawing/2014/main" id="{7BDC06C7-B3E3-547D-4A15-2BD30C66E6DA}"/>
              </a:ext>
            </a:extLst>
          </p:cNvPr>
          <p:cNvSpPr txBox="1"/>
          <p:nvPr/>
        </p:nvSpPr>
        <p:spPr>
          <a:xfrm>
            <a:off x="6750072" y="1906073"/>
            <a:ext cx="246221" cy="1712890"/>
          </a:xfrm>
          <a:prstGeom prst="rect">
            <a:avLst/>
          </a:prstGeom>
          <a:noFill/>
        </p:spPr>
        <p:txBody>
          <a:bodyPr vert="vert270" wrap="square" lIns="0" tIns="0" rIns="0" bIns="0" rtlCol="0" anchor="ctr">
            <a:spAutoFit/>
          </a:bodyPr>
          <a:lstStyle/>
          <a:p>
            <a:pPr algn="ctr" fontAlgn="base">
              <a:spcBef>
                <a:spcPct val="50000"/>
              </a:spcBef>
              <a:spcAft>
                <a:spcPct val="0"/>
              </a:spcAft>
              <a:buClr>
                <a:srgbClr val="F0AB00"/>
              </a:buClr>
              <a:buSzPct val="80000"/>
            </a:pPr>
            <a:r>
              <a:rPr lang="de-DE" sz="1600" kern="0" dirty="0" err="1">
                <a:latin typeface="Courier New" panose="02070309020205020404" pitchFamily="49" charset="0"/>
                <a:ea typeface="Arial Unicode MS" pitchFamily="34" charset="-128"/>
                <a:cs typeface="Courier New" panose="02070309020205020404" pitchFamily="49" charset="0"/>
              </a:rPr>
              <a:t>module</a:t>
            </a:r>
            <a:r>
              <a:rPr lang="de-DE" sz="1600" kern="0" dirty="0">
                <a:latin typeface="Courier New" panose="02070309020205020404" pitchFamily="49" charset="0"/>
                <a:ea typeface="Arial Unicode MS" pitchFamily="34" charset="-128"/>
                <a:cs typeface="Courier New" panose="02070309020205020404" pitchFamily="49" charset="0"/>
              </a:rPr>
              <a:t>: </a:t>
            </a:r>
            <a:r>
              <a:rPr lang="de-DE" sz="1600" kern="0" dirty="0" err="1">
                <a:latin typeface="Courier New" panose="02070309020205020404" pitchFamily="49" charset="0"/>
                <a:ea typeface="Arial Unicode MS" pitchFamily="34" charset="-128"/>
                <a:cs typeface="Courier New" panose="02070309020205020404" pitchFamily="49" charset="0"/>
              </a:rPr>
              <a:t>app</a:t>
            </a:r>
            <a:endParaRPr lang="de-DE" sz="1600" kern="0" dirty="0">
              <a:latin typeface="Courier New" panose="02070309020205020404" pitchFamily="49" charset="0"/>
              <a:ea typeface="Arial Unicode MS" pitchFamily="34" charset="-128"/>
              <a:cs typeface="Courier New" panose="02070309020205020404" pitchFamily="49" charset="0"/>
            </a:endParaRPr>
          </a:p>
        </p:txBody>
      </p:sp>
      <p:sp>
        <p:nvSpPr>
          <p:cNvPr id="52" name="Textfeld 51">
            <a:extLst>
              <a:ext uri="{FF2B5EF4-FFF2-40B4-BE49-F238E27FC236}">
                <a16:creationId xmlns:a16="http://schemas.microsoft.com/office/drawing/2014/main" id="{7A6C95E7-8F33-9067-8E5C-A4AC621B78AB}"/>
              </a:ext>
            </a:extLst>
          </p:cNvPr>
          <p:cNvSpPr txBox="1"/>
          <p:nvPr/>
        </p:nvSpPr>
        <p:spPr>
          <a:xfrm>
            <a:off x="6750072" y="4521493"/>
            <a:ext cx="246221" cy="1712890"/>
          </a:xfrm>
          <a:prstGeom prst="rect">
            <a:avLst/>
          </a:prstGeom>
          <a:noFill/>
        </p:spPr>
        <p:txBody>
          <a:bodyPr vert="vert270" wrap="square" lIns="0" tIns="0" rIns="0" bIns="0" rtlCol="0" anchor="ctr">
            <a:spAutoFit/>
          </a:bodyPr>
          <a:lstStyle/>
          <a:p>
            <a:pPr algn="ctr" fontAlgn="base">
              <a:spcBef>
                <a:spcPct val="50000"/>
              </a:spcBef>
              <a:spcAft>
                <a:spcPct val="0"/>
              </a:spcAft>
              <a:buClr>
                <a:srgbClr val="F0AB00"/>
              </a:buClr>
              <a:buSzPct val="80000"/>
            </a:pPr>
            <a:r>
              <a:rPr lang="de-DE" sz="1600" kern="0" dirty="0" err="1">
                <a:latin typeface="Courier New" panose="02070309020205020404" pitchFamily="49" charset="0"/>
                <a:ea typeface="Arial Unicode MS" pitchFamily="34" charset="-128"/>
                <a:cs typeface="Courier New" panose="02070309020205020404" pitchFamily="49" charset="0"/>
              </a:rPr>
              <a:t>module</a:t>
            </a:r>
            <a:r>
              <a:rPr lang="de-DE" sz="1600" kern="0" dirty="0">
                <a:latin typeface="Courier New" panose="02070309020205020404" pitchFamily="49" charset="0"/>
                <a:ea typeface="Arial Unicode MS" pitchFamily="34" charset="-128"/>
                <a:cs typeface="Courier New" panose="02070309020205020404" pitchFamily="49" charset="0"/>
              </a:rPr>
              <a:t>: </a:t>
            </a:r>
            <a:r>
              <a:rPr lang="de-DE" sz="1600" kern="0" dirty="0" err="1">
                <a:latin typeface="Courier New" panose="02070309020205020404" pitchFamily="49" charset="0"/>
                <a:ea typeface="Arial Unicode MS" pitchFamily="34" charset="-128"/>
                <a:cs typeface="Courier New" panose="02070309020205020404" pitchFamily="49" charset="0"/>
              </a:rPr>
              <a:t>db</a:t>
            </a:r>
            <a:endParaRPr lang="de-DE" sz="1600" kern="0" dirty="0">
              <a:latin typeface="Courier New" panose="02070309020205020404" pitchFamily="49" charset="0"/>
              <a:ea typeface="Arial Unicode MS" pitchFamily="34" charset="-128"/>
              <a:cs typeface="Courier New" panose="02070309020205020404" pitchFamily="49" charset="0"/>
            </a:endParaRPr>
          </a:p>
        </p:txBody>
      </p:sp>
      <p:sp>
        <p:nvSpPr>
          <p:cNvPr id="53" name="Eckige Klammer links 52">
            <a:extLst>
              <a:ext uri="{FF2B5EF4-FFF2-40B4-BE49-F238E27FC236}">
                <a16:creationId xmlns:a16="http://schemas.microsoft.com/office/drawing/2014/main" id="{7428726C-A807-8617-1D70-F46FBA4DDDCE}"/>
              </a:ext>
            </a:extLst>
          </p:cNvPr>
          <p:cNvSpPr/>
          <p:nvPr/>
        </p:nvSpPr>
        <p:spPr>
          <a:xfrm>
            <a:off x="6233256" y="1295148"/>
            <a:ext cx="195197" cy="5278281"/>
          </a:xfrm>
          <a:prstGeom prst="leftBracket">
            <a:avLst/>
          </a:prstGeom>
          <a:ln w="38100">
            <a:solidFill>
              <a:schemeClr val="tx1"/>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54" name="Textfeld 53">
            <a:extLst>
              <a:ext uri="{FF2B5EF4-FFF2-40B4-BE49-F238E27FC236}">
                <a16:creationId xmlns:a16="http://schemas.microsoft.com/office/drawing/2014/main" id="{8FD5D0FC-E8E4-7951-1D38-3A62E462E675}"/>
              </a:ext>
            </a:extLst>
          </p:cNvPr>
          <p:cNvSpPr txBox="1"/>
          <p:nvPr/>
        </p:nvSpPr>
        <p:spPr>
          <a:xfrm>
            <a:off x="6290595" y="2048607"/>
            <a:ext cx="246221" cy="3771363"/>
          </a:xfrm>
          <a:prstGeom prst="rect">
            <a:avLst/>
          </a:prstGeom>
          <a:noFill/>
        </p:spPr>
        <p:txBody>
          <a:bodyPr vert="vert270" wrap="square" lIns="0" tIns="0" rIns="0" bIns="0" rtlCol="0" anchor="ctr">
            <a:spAutoFit/>
          </a:bodyPr>
          <a:lstStyle/>
          <a:p>
            <a:pPr algn="ctr" fontAlgn="base">
              <a:spcBef>
                <a:spcPct val="50000"/>
              </a:spcBef>
              <a:spcAft>
                <a:spcPct val="0"/>
              </a:spcAft>
              <a:buClr>
                <a:srgbClr val="F0AB00"/>
              </a:buClr>
              <a:buSzPct val="80000"/>
            </a:pPr>
            <a:r>
              <a:rPr lang="de-DE" sz="1600" kern="0" dirty="0" err="1">
                <a:latin typeface="Courier New" panose="02070309020205020404" pitchFamily="49" charset="0"/>
                <a:ea typeface="Arial Unicode MS" pitchFamily="34" charset="-128"/>
                <a:cs typeface="Courier New" panose="02070309020205020404" pitchFamily="49" charset="0"/>
              </a:rPr>
              <a:t>Component</a:t>
            </a:r>
            <a:r>
              <a:rPr lang="de-DE" sz="1600" kern="0" dirty="0">
                <a:latin typeface="Courier New" panose="02070309020205020404" pitchFamily="49" charset="0"/>
                <a:ea typeface="Arial Unicode MS" pitchFamily="34" charset="-128"/>
                <a:cs typeface="Courier New" panose="02070309020205020404" pitchFamily="49" charset="0"/>
              </a:rPr>
              <a:t>: </a:t>
            </a:r>
            <a:r>
              <a:rPr lang="de-DE" sz="1600" kern="0" dirty="0" err="1">
                <a:latin typeface="Courier New" panose="02070309020205020404" pitchFamily="49" charset="0"/>
                <a:ea typeface="Arial Unicode MS" pitchFamily="34" charset="-128"/>
                <a:cs typeface="Courier New" panose="02070309020205020404" pitchFamily="49" charset="0"/>
              </a:rPr>
              <a:t>fortune</a:t>
            </a:r>
            <a:r>
              <a:rPr lang="de-DE" sz="1600" kern="0" dirty="0">
                <a:latin typeface="Courier New" panose="02070309020205020404" pitchFamily="49" charset="0"/>
                <a:ea typeface="Arial Unicode MS" pitchFamily="34" charset="-128"/>
                <a:cs typeface="Courier New" panose="02070309020205020404" pitchFamily="49" charset="0"/>
              </a:rPr>
              <a:t>-cookies</a:t>
            </a:r>
          </a:p>
        </p:txBody>
      </p:sp>
    </p:spTree>
    <p:extLst>
      <p:ext uri="{BB962C8B-B14F-4D97-AF65-F5344CB8AC3E}">
        <p14:creationId xmlns:p14="http://schemas.microsoft.com/office/powerpoint/2010/main" val="254764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5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animBg="1"/>
      <p:bldP spid="47" grpId="0" animBg="1"/>
      <p:bldP spid="49" grpId="0" animBg="1"/>
      <p:bldP spid="50" grpId="0" animBg="1"/>
      <p:bldP spid="51" grpId="0"/>
      <p:bldP spid="52" grpId="0"/>
      <p:bldP spid="53" grpId="0" animBg="1"/>
      <p:bldP spid="54" grpId="0"/>
    </p:bldLst>
  </p:timing>
</p:sld>
</file>

<file path=ppt/theme/theme1.xml><?xml version="1.0" encoding="utf-8"?>
<a:theme xmlns:a="http://schemas.openxmlformats.org/drawingml/2006/main" name="SAP 2018 16x9 black">
  <a:themeElements>
    <a:clrScheme name="SAP_colors_2017">
      <a:dk1>
        <a:srgbClr val="000000"/>
      </a:dk1>
      <a:lt1>
        <a:srgbClr val="FFFFFF"/>
      </a:lt1>
      <a:dk2>
        <a:srgbClr val="CCCCCC"/>
      </a:dk2>
      <a:lt2>
        <a:srgbClr val="999999"/>
      </a:lt2>
      <a:accent1>
        <a:srgbClr val="F0AB00"/>
      </a:accent1>
      <a:accent2>
        <a:srgbClr val="666666"/>
      </a:accent2>
      <a:accent3>
        <a:srgbClr val="008FD3"/>
      </a:accent3>
      <a:accent4>
        <a:srgbClr val="4FB81C"/>
      </a:accent4>
      <a:accent5>
        <a:srgbClr val="E35500"/>
      </a:accent5>
      <a:accent6>
        <a:srgbClr val="970A82"/>
      </a:accent6>
      <a:hlink>
        <a:srgbClr val="008FD3"/>
      </a:hlink>
      <a:folHlink>
        <a:srgbClr val="008FD3"/>
      </a:folHlink>
    </a:clrScheme>
    <a:fontScheme name="SAP Fonts">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noFill/>
        <a:ln w="25400" algn="ctr">
          <a:solidFill>
            <a:schemeClr val="tx1"/>
          </a:solid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25400">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ct val="500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18_16x9_black.potx" id="{622A0E66-3EE5-4FEE-AA69-42CE45DFAC24}" vid="{42A2D8E2-23B2-457F-B76C-75CA6B8BC0AF}"/>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229</Words>
  <Application>Microsoft Macintosh PowerPoint</Application>
  <PresentationFormat>Benutzerdefiniert</PresentationFormat>
  <Paragraphs>37</Paragraphs>
  <Slides>4</Slides>
  <Notes>3</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4</vt:i4>
      </vt:variant>
    </vt:vector>
  </HeadingPairs>
  <TitlesOfParts>
    <vt:vector size="10" baseType="lpstr">
      <vt:lpstr>Arial</vt:lpstr>
      <vt:lpstr>Courier New</vt:lpstr>
      <vt:lpstr>Symbol</vt:lpstr>
      <vt:lpstr>wingdings</vt:lpstr>
      <vt:lpstr>wingdings</vt:lpstr>
      <vt:lpstr>SAP 2018 16x9 black</vt:lpstr>
      <vt:lpstr>PowerPoint-Präsentation</vt:lpstr>
      <vt:lpstr>Goal of this exercise</vt:lpstr>
      <vt:lpstr>Fortune Cookies in K8s: Target picture overall</vt:lpstr>
      <vt:lpstr>Labeling of resources </vt:lpstr>
    </vt:vector>
  </TitlesOfParts>
  <Company>SAP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SAP PPT Template</dc:title>
  <dc:creator>SAP SE</dc:creator>
  <cp:keywords>2017/16:9/black</cp:keywords>
  <cp:lastModifiedBy>Kahl, Hendrik</cp:lastModifiedBy>
  <cp:revision>999</cp:revision>
  <cp:lastPrinted>2018-10-19T15:04:42Z</cp:lastPrinted>
  <dcterms:created xsi:type="dcterms:W3CDTF">2015-10-14T11:21:43Z</dcterms:created>
  <dcterms:modified xsi:type="dcterms:W3CDTF">2023-07-07T07:47:02Z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1101452479</vt:i4>
  </property>
  <property fmtid="{D5CDD505-2E9C-101B-9397-08002B2CF9AE}" pid="3" name="_NewReviewCycle">
    <vt:lpwstr/>
  </property>
  <property fmtid="{D5CDD505-2E9C-101B-9397-08002B2CF9AE}" pid="4" name="_EmailSubject">
    <vt:lpwstr>SAP - PPT Exploration (Updated)</vt:lpwstr>
  </property>
  <property fmtid="{D5CDD505-2E9C-101B-9397-08002B2CF9AE}" pid="5" name="_AuthorEmail">
    <vt:lpwstr>heidi.bitz@sap.com</vt:lpwstr>
  </property>
  <property fmtid="{D5CDD505-2E9C-101B-9397-08002B2CF9AE}" pid="6" name="_AuthorEmailDisplayName">
    <vt:lpwstr>Bitz, Heidi</vt:lpwstr>
  </property>
  <property fmtid="{D5CDD505-2E9C-101B-9397-08002B2CF9AE}" pid="7" name="_PreviousAdHocReviewCycleID">
    <vt:i4>1357826825</vt:i4>
  </property>
</Properties>
</file>